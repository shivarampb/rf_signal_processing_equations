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9.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0.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5.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8.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9.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0.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1.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22.xml" ContentType="application/vnd.openxmlformats-officedocument.drawingml.chart+xml"/>
  <Override PartName="/ppt/charts/chart23.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A = 1, φ = 0°</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Sheet1!$A$2:$A$202</c:f>
              <c:multiLvlStrCache>
                <c:ptCount val="2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lvl>
              </c:multiLvlStrCache>
            </c:multiLvlStrRef>
          </c:cat>
          <c:val>
            <c:numRef>
              <c:f>Sheet1!$B$2:$B$202</c:f>
              <c:numCache>
                <c:formatCode>General</c:formatCode>
                <c:ptCount val="201"/>
                <c:pt idx="0">
                  <c:v>1</c:v>
                </c:pt>
                <c:pt idx="1">
                  <c:v>0.9980267284282716</c:v>
                </c:pt>
                <c:pt idx="2">
                  <c:v>0.9921147013144779</c:v>
                </c:pt>
                <c:pt idx="3">
                  <c:v>0.9822872507286887</c:v>
                </c:pt>
                <c:pt idx="4">
                  <c:v>0.9685831611286311</c:v>
                </c:pt>
                <c:pt idx="5">
                  <c:v>0.9510565162951535</c:v>
                </c:pt>
                <c:pt idx="6">
                  <c:v>0.9297764858882515</c:v>
                </c:pt>
                <c:pt idx="7">
                  <c:v>0.9048270524660196</c:v>
                </c:pt>
                <c:pt idx="8">
                  <c:v>0.8763066800438636</c:v>
                </c:pt>
                <c:pt idx="9">
                  <c:v>0.8443279255020151</c:v>
                </c:pt>
                <c:pt idx="10">
                  <c:v>0.8090169943749475</c:v>
                </c:pt>
                <c:pt idx="11">
                  <c:v>0.7705132427757894</c:v>
                </c:pt>
                <c:pt idx="12">
                  <c:v>0.7289686274214116</c:v>
                </c:pt>
                <c:pt idx="13">
                  <c:v>0.6845471059286887</c:v>
                </c:pt>
                <c:pt idx="14">
                  <c:v>0.6374239897486897</c:v>
                </c:pt>
                <c:pt idx="15">
                  <c:v>0.5877852522924732</c:v>
                </c:pt>
                <c:pt idx="16">
                  <c:v>0.5358267949789965</c:v>
                </c:pt>
                <c:pt idx="17">
                  <c:v>0.4817536741017154</c:v>
                </c:pt>
                <c:pt idx="18">
                  <c:v>0.42577929156507266</c:v>
                </c:pt>
                <c:pt idx="19">
                  <c:v>0.3681245526846781</c:v>
                </c:pt>
                <c:pt idx="20">
                  <c:v>0.30901699437494745</c:v>
                </c:pt>
                <c:pt idx="21">
                  <c:v>0.24868988716485496</c:v>
                </c:pt>
                <c:pt idx="22">
                  <c:v>0.18738131458572493</c:v>
                </c:pt>
                <c:pt idx="23">
                  <c:v>0.12533323356430426</c:v>
                </c:pt>
                <c:pt idx="24">
                  <c:v>0.06279051952931353</c:v>
                </c:pt>
                <c:pt idx="25">
                  <c:v>6.123233995736766e-17</c:v>
                </c:pt>
                <c:pt idx="26">
                  <c:v>-0.0627905195293134</c:v>
                </c:pt>
                <c:pt idx="27">
                  <c:v>-0.12533323356430415</c:v>
                </c:pt>
                <c:pt idx="28">
                  <c:v>-0.1873813145857246</c:v>
                </c:pt>
                <c:pt idx="29">
                  <c:v>-0.24868988716485463</c:v>
                </c:pt>
                <c:pt idx="30">
                  <c:v>-0.3090169943749471</c:v>
                </c:pt>
                <c:pt idx="31">
                  <c:v>-0.36812455268467775</c:v>
                </c:pt>
                <c:pt idx="32">
                  <c:v>-0.4257792915650727</c:v>
                </c:pt>
                <c:pt idx="33">
                  <c:v>-0.48175367410171505</c:v>
                </c:pt>
                <c:pt idx="34">
                  <c:v>-0.5358267949789964</c:v>
                </c:pt>
                <c:pt idx="35">
                  <c:v>-0.587785252292473</c:v>
                </c:pt>
                <c:pt idx="36">
                  <c:v>-0.6374239897486897</c:v>
                </c:pt>
                <c:pt idx="37">
                  <c:v>-0.6845471059286884</c:v>
                </c:pt>
                <c:pt idx="38">
                  <c:v>-0.7289686274214113</c:v>
                </c:pt>
                <c:pt idx="39">
                  <c:v>-0.7705132427757891</c:v>
                </c:pt>
                <c:pt idx="40">
                  <c:v>-0.8090169943749473</c:v>
                </c:pt>
                <c:pt idx="41">
                  <c:v>-0.8443279255020149</c:v>
                </c:pt>
                <c:pt idx="42">
                  <c:v>-0.8763066800438635</c:v>
                </c:pt>
                <c:pt idx="43">
                  <c:v>-0.9048270524660196</c:v>
                </c:pt>
                <c:pt idx="44">
                  <c:v>-0.9297764858882511</c:v>
                </c:pt>
                <c:pt idx="45">
                  <c:v>-0.9510565162951534</c:v>
                </c:pt>
                <c:pt idx="46">
                  <c:v>-0.9685831611286311</c:v>
                </c:pt>
                <c:pt idx="47">
                  <c:v>-0.9822872507286886</c:v>
                </c:pt>
                <c:pt idx="48">
                  <c:v>-0.9921147013144778</c:v>
                </c:pt>
                <c:pt idx="49">
                  <c:v>-0.9980267284282716</c:v>
                </c:pt>
                <c:pt idx="50">
                  <c:v>-1</c:v>
                </c:pt>
                <c:pt idx="51">
                  <c:v>-0.9980267284282716</c:v>
                </c:pt>
                <c:pt idx="52">
                  <c:v>-0.9921147013144779</c:v>
                </c:pt>
                <c:pt idx="53">
                  <c:v>-0.9822872507286887</c:v>
                </c:pt>
                <c:pt idx="54">
                  <c:v>-0.9685831611286312</c:v>
                </c:pt>
                <c:pt idx="55">
                  <c:v>-0.9510565162951536</c:v>
                </c:pt>
                <c:pt idx="56">
                  <c:v>-0.9297764858882515</c:v>
                </c:pt>
                <c:pt idx="57">
                  <c:v>-0.9048270524660197</c:v>
                </c:pt>
                <c:pt idx="58">
                  <c:v>-0.8763066800438637</c:v>
                </c:pt>
                <c:pt idx="59">
                  <c:v>-0.8443279255020152</c:v>
                </c:pt>
                <c:pt idx="60">
                  <c:v>-0.8090169943749478</c:v>
                </c:pt>
                <c:pt idx="61">
                  <c:v>-0.7705132427757896</c:v>
                </c:pt>
                <c:pt idx="62">
                  <c:v>-0.7289686274214118</c:v>
                </c:pt>
                <c:pt idx="63">
                  <c:v>-0.684547105928689</c:v>
                </c:pt>
                <c:pt idx="64">
                  <c:v>-0.6374239897486895</c:v>
                </c:pt>
                <c:pt idx="65">
                  <c:v>-0.587785252292474</c:v>
                </c:pt>
                <c:pt idx="66">
                  <c:v>-0.5358267949789971</c:v>
                </c:pt>
                <c:pt idx="67">
                  <c:v>-0.48175367410171527</c:v>
                </c:pt>
                <c:pt idx="68">
                  <c:v>-0.42577929156507294</c:v>
                </c:pt>
                <c:pt idx="69">
                  <c:v>-0.3681245526846778</c:v>
                </c:pt>
                <c:pt idx="70">
                  <c:v>-0.30901699437494756</c:v>
                </c:pt>
                <c:pt idx="71">
                  <c:v>-0.24868988716485443</c:v>
                </c:pt>
                <c:pt idx="72">
                  <c:v>-0.18738131458572463</c:v>
                </c:pt>
                <c:pt idx="73">
                  <c:v>-0.1253332335643046</c:v>
                </c:pt>
                <c:pt idx="74">
                  <c:v>-0.0627905195293141</c:v>
                </c:pt>
                <c:pt idx="75">
                  <c:v>-1.8369701987210297e-16</c:v>
                </c:pt>
                <c:pt idx="76">
                  <c:v>0.06279051952931283</c:v>
                </c:pt>
                <c:pt idx="77">
                  <c:v>0.12533323356430334</c:v>
                </c:pt>
                <c:pt idx="78">
                  <c:v>0.18738131458572427</c:v>
                </c:pt>
                <c:pt idx="79">
                  <c:v>0.24868988716485407</c:v>
                </c:pt>
                <c:pt idx="80">
                  <c:v>0.30901699437494723</c:v>
                </c:pt>
                <c:pt idx="81">
                  <c:v>0.3681245526846774</c:v>
                </c:pt>
                <c:pt idx="82">
                  <c:v>0.4257792915650718</c:v>
                </c:pt>
                <c:pt idx="83">
                  <c:v>0.48175367410171493</c:v>
                </c:pt>
                <c:pt idx="84">
                  <c:v>0.535826794978996</c:v>
                </c:pt>
                <c:pt idx="85">
                  <c:v>0.5877852522924729</c:v>
                </c:pt>
                <c:pt idx="86">
                  <c:v>0.63742398974869</c:v>
                </c:pt>
                <c:pt idx="87">
                  <c:v>0.6845471059286886</c:v>
                </c:pt>
                <c:pt idx="88">
                  <c:v>0.7289686274214107</c:v>
                </c:pt>
                <c:pt idx="89">
                  <c:v>0.7705132427757888</c:v>
                </c:pt>
                <c:pt idx="90">
                  <c:v>0.8090169943749468</c:v>
                </c:pt>
                <c:pt idx="91">
                  <c:v>0.8443279255020147</c:v>
                </c:pt>
                <c:pt idx="92">
                  <c:v>0.8763066800438636</c:v>
                </c:pt>
                <c:pt idx="93">
                  <c:v>0.904827052466019</c:v>
                </c:pt>
                <c:pt idx="94">
                  <c:v>0.9297764858882511</c:v>
                </c:pt>
                <c:pt idx="95">
                  <c:v>0.9510565162951535</c:v>
                </c:pt>
                <c:pt idx="96">
                  <c:v>0.968583161128631</c:v>
                </c:pt>
                <c:pt idx="97">
                  <c:v>0.9822872507286887</c:v>
                </c:pt>
                <c:pt idx="98">
                  <c:v>0.9921147013144778</c:v>
                </c:pt>
                <c:pt idx="99">
                  <c:v>0.9980267284282716</c:v>
                </c:pt>
                <c:pt idx="100">
                  <c:v>1</c:v>
                </c:pt>
                <c:pt idx="101">
                  <c:v>0.9980267284282716</c:v>
                </c:pt>
                <c:pt idx="102">
                  <c:v>0.9921147013144779</c:v>
                </c:pt>
                <c:pt idx="103">
                  <c:v>0.9822872507286887</c:v>
                </c:pt>
                <c:pt idx="104">
                  <c:v>0.9685831611286311</c:v>
                </c:pt>
                <c:pt idx="105">
                  <c:v>0.951056516295154</c:v>
                </c:pt>
                <c:pt idx="106">
                  <c:v>0.9297764858882517</c:v>
                </c:pt>
                <c:pt idx="107">
                  <c:v>0.9048270524660199</c:v>
                </c:pt>
                <c:pt idx="108">
                  <c:v>0.8763066800438638</c:v>
                </c:pt>
                <c:pt idx="109">
                  <c:v>0.8443279255020155</c:v>
                </c:pt>
                <c:pt idx="110">
                  <c:v>0.8090169943749476</c:v>
                </c:pt>
                <c:pt idx="111">
                  <c:v>0.770513242775789</c:v>
                </c:pt>
                <c:pt idx="112">
                  <c:v>0.7289686274214116</c:v>
                </c:pt>
                <c:pt idx="113">
                  <c:v>0.6845471059286896</c:v>
                </c:pt>
                <c:pt idx="114">
                  <c:v>0.6374239897486903</c:v>
                </c:pt>
                <c:pt idx="115">
                  <c:v>0.587785252292474</c:v>
                </c:pt>
                <c:pt idx="116">
                  <c:v>0.5358267949789972</c:v>
                </c:pt>
                <c:pt idx="117">
                  <c:v>0.4817536741017154</c:v>
                </c:pt>
                <c:pt idx="118">
                  <c:v>0.42577929156507305</c:v>
                </c:pt>
                <c:pt idx="119">
                  <c:v>0.3681245526846779</c:v>
                </c:pt>
                <c:pt idx="120">
                  <c:v>0.30901699437494856</c:v>
                </c:pt>
                <c:pt idx="121">
                  <c:v>0.2486898871648563</c:v>
                </c:pt>
                <c:pt idx="122">
                  <c:v>0.18738131458572563</c:v>
                </c:pt>
                <c:pt idx="123">
                  <c:v>0.1253332335643056</c:v>
                </c:pt>
                <c:pt idx="124">
                  <c:v>0.0627905195293142</c:v>
                </c:pt>
                <c:pt idx="125">
                  <c:v>3.061616997868383e-16</c:v>
                </c:pt>
                <c:pt idx="126">
                  <c:v>-0.06279051952931271</c:v>
                </c:pt>
                <c:pt idx="127">
                  <c:v>-0.12533323356430412</c:v>
                </c:pt>
                <c:pt idx="128">
                  <c:v>-0.18738131458572502</c:v>
                </c:pt>
                <c:pt idx="129">
                  <c:v>-0.24868988716485482</c:v>
                </c:pt>
                <c:pt idx="130">
                  <c:v>-0.30901699437494545</c:v>
                </c:pt>
                <c:pt idx="131">
                  <c:v>-0.3681245526846773</c:v>
                </c:pt>
                <c:pt idx="132">
                  <c:v>-0.4257792915650717</c:v>
                </c:pt>
                <c:pt idx="133">
                  <c:v>-0.48175367410171405</c:v>
                </c:pt>
                <c:pt idx="134">
                  <c:v>-0.5358267949789967</c:v>
                </c:pt>
                <c:pt idx="135">
                  <c:v>-0.5877852522924729</c:v>
                </c:pt>
                <c:pt idx="136">
                  <c:v>-0.6374239897486892</c:v>
                </c:pt>
                <c:pt idx="137">
                  <c:v>-0.6845471059286892</c:v>
                </c:pt>
                <c:pt idx="138">
                  <c:v>-0.7289686274214118</c:v>
                </c:pt>
                <c:pt idx="139">
                  <c:v>-0.7705132427757893</c:v>
                </c:pt>
                <c:pt idx="140">
                  <c:v>-0.8090169943749472</c:v>
                </c:pt>
                <c:pt idx="141">
                  <c:v>-0.8443279255020156</c:v>
                </c:pt>
                <c:pt idx="142">
                  <c:v>-0.8763066800438639</c:v>
                </c:pt>
                <c:pt idx="143">
                  <c:v>-0.9048270524660197</c:v>
                </c:pt>
                <c:pt idx="144">
                  <c:v>-0.9297764858882515</c:v>
                </c:pt>
                <c:pt idx="145">
                  <c:v>-0.9510565162951529</c:v>
                </c:pt>
                <c:pt idx="146">
                  <c:v>-0.968583161128631</c:v>
                </c:pt>
                <c:pt idx="147">
                  <c:v>-0.9822872507286885</c:v>
                </c:pt>
                <c:pt idx="148">
                  <c:v>-0.9921147013144777</c:v>
                </c:pt>
                <c:pt idx="149">
                  <c:v>-0.9980267284282714</c:v>
                </c:pt>
                <c:pt idx="150">
                  <c:v>-1</c:v>
                </c:pt>
                <c:pt idx="151">
                  <c:v>-0.9980267284282716</c:v>
                </c:pt>
                <c:pt idx="152">
                  <c:v>-0.992114701314478</c:v>
                </c:pt>
                <c:pt idx="153">
                  <c:v>-0.9822872507286889</c:v>
                </c:pt>
                <c:pt idx="154">
                  <c:v>-0.9685831611286315</c:v>
                </c:pt>
                <c:pt idx="155">
                  <c:v>-0.9510565162951542</c:v>
                </c:pt>
                <c:pt idx="156">
                  <c:v>-0.9297764858882517</c:v>
                </c:pt>
                <c:pt idx="157">
                  <c:v>-0.90482705246602</c:v>
                </c:pt>
                <c:pt idx="158">
                  <c:v>-0.8763066800438643</c:v>
                </c:pt>
                <c:pt idx="159">
                  <c:v>-0.8443279255020151</c:v>
                </c:pt>
                <c:pt idx="160">
                  <c:v>-0.8090169943749477</c:v>
                </c:pt>
                <c:pt idx="161">
                  <c:v>-0.7705132427757897</c:v>
                </c:pt>
                <c:pt idx="162">
                  <c:v>-0.7289686274214123</c:v>
                </c:pt>
                <c:pt idx="163">
                  <c:v>-0.6845471059286885</c:v>
                </c:pt>
                <c:pt idx="164">
                  <c:v>-0.6374239897486911</c:v>
                </c:pt>
                <c:pt idx="165">
                  <c:v>-0.5877852522924735</c:v>
                </c:pt>
                <c:pt idx="166">
                  <c:v>-0.5358267949789972</c:v>
                </c:pt>
                <c:pt idx="167">
                  <c:v>-0.48175367410171627</c:v>
                </c:pt>
                <c:pt idx="168">
                  <c:v>-0.425779291565074</c:v>
                </c:pt>
                <c:pt idx="169">
                  <c:v>-0.36812455268467803</c:v>
                </c:pt>
                <c:pt idx="170">
                  <c:v>-0.30901699437494784</c:v>
                </c:pt>
                <c:pt idx="171">
                  <c:v>-0.24868988716485554</c:v>
                </c:pt>
                <c:pt idx="172">
                  <c:v>-0.187381314585724</c:v>
                </c:pt>
                <c:pt idx="173">
                  <c:v>-0.12533323356430395</c:v>
                </c:pt>
                <c:pt idx="174">
                  <c:v>-0.06279051952931344</c:v>
                </c:pt>
                <c:pt idx="175">
                  <c:v>1.3477304596986769e-15</c:v>
                </c:pt>
                <c:pt idx="176">
                  <c:v>0.06279051952931082</c:v>
                </c:pt>
                <c:pt idx="177">
                  <c:v>0.12533323356430312</c:v>
                </c:pt>
                <c:pt idx="178">
                  <c:v>0.18738131458572316</c:v>
                </c:pt>
                <c:pt idx="179">
                  <c:v>0.248689887164853</c:v>
                </c:pt>
                <c:pt idx="180">
                  <c:v>0.30901699437494534</c:v>
                </c:pt>
                <c:pt idx="181">
                  <c:v>0.3681245526846772</c:v>
                </c:pt>
                <c:pt idx="182">
                  <c:v>0.4257792915650716</c:v>
                </c:pt>
                <c:pt idx="183">
                  <c:v>0.48175367410171394</c:v>
                </c:pt>
                <c:pt idx="184">
                  <c:v>0.5358267949789965</c:v>
                </c:pt>
                <c:pt idx="185">
                  <c:v>0.5877852522924728</c:v>
                </c:pt>
                <c:pt idx="186">
                  <c:v>0.6374239897486877</c:v>
                </c:pt>
                <c:pt idx="187">
                  <c:v>0.6845471059286878</c:v>
                </c:pt>
                <c:pt idx="188">
                  <c:v>0.7289686274214104</c:v>
                </c:pt>
                <c:pt idx="189">
                  <c:v>0.770513242775788</c:v>
                </c:pt>
                <c:pt idx="190">
                  <c:v>0.8090169943749471</c:v>
                </c:pt>
                <c:pt idx="191">
                  <c:v>0.8443279255020146</c:v>
                </c:pt>
                <c:pt idx="192">
                  <c:v>0.876306680043863</c:v>
                </c:pt>
                <c:pt idx="193">
                  <c:v>0.9048270524660189</c:v>
                </c:pt>
                <c:pt idx="194">
                  <c:v>0.9297764858882513</c:v>
                </c:pt>
                <c:pt idx="195">
                  <c:v>0.9510565162951534</c:v>
                </c:pt>
                <c:pt idx="196">
                  <c:v>0.968583161128631</c:v>
                </c:pt>
                <c:pt idx="197">
                  <c:v>0.9822872507286885</c:v>
                </c:pt>
                <c:pt idx="198">
                  <c:v>0.9921147013144777</c:v>
                </c:pt>
                <c:pt idx="199">
                  <c:v>0.9980267284282714</c:v>
                </c:pt>
                <c:pt idx="200">
                  <c:v>1</c:v>
                </c:pt>
              </c:numCache>
            </c:numRef>
          </c:val>
          <c:smooth val="0"/>
        </c:ser>
        <c:ser>
          <c:idx val="1"/>
          <c:order val="1"/>
          <c:tx>
            <c:strRef>
              <c:f>Sheet1!$C$1</c:f>
              <c:strCache>
                <c:ptCount val="1"/>
                <c:pt idx="0">
                  <c:v>A = 0.6, φ = 90°</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Sheet1!$A$2:$A$202</c:f>
              <c:multiLvlStrCache>
                <c:ptCount val="2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lvl>
              </c:multiLvlStrCache>
            </c:multiLvlStrRef>
          </c:cat>
          <c:val>
            <c:numRef>
              <c:f>Sheet1!$C$2:$C$202</c:f>
              <c:numCache>
                <c:formatCode>General</c:formatCode>
                <c:ptCount val="201"/>
                <c:pt idx="0">
                  <c:v>3.6739403974420595e-17</c:v>
                </c:pt>
                <c:pt idx="1">
                  <c:v>-0.03767431171758804</c:v>
                </c:pt>
                <c:pt idx="2">
                  <c:v>-0.07519994013858249</c:v>
                </c:pt>
                <c:pt idx="3">
                  <c:v>-0.11242878875143476</c:v>
                </c:pt>
                <c:pt idx="4">
                  <c:v>-0.14921393229891278</c:v>
                </c:pt>
                <c:pt idx="5">
                  <c:v>-0.1854101966249684</c:v>
                </c:pt>
                <c:pt idx="6">
                  <c:v>-0.22087473161080678</c:v>
                </c:pt>
                <c:pt idx="7">
                  <c:v>-0.2554675749390436</c:v>
                </c:pt>
                <c:pt idx="8">
                  <c:v>-0.289052204461029</c:v>
                </c:pt>
                <c:pt idx="9">
                  <c:v>-0.32149607698739785</c:v>
                </c:pt>
                <c:pt idx="10">
                  <c:v>-0.3526711513754838</c:v>
                </c:pt>
                <c:pt idx="11">
                  <c:v>-0.38245439384921365</c:v>
                </c:pt>
                <c:pt idx="12">
                  <c:v>-0.4107282635572132</c:v>
                </c:pt>
                <c:pt idx="13">
                  <c:v>-0.4373811764528468</c:v>
                </c:pt>
                <c:pt idx="14">
                  <c:v>-0.46230794566547345</c:v>
                </c:pt>
                <c:pt idx="15">
                  <c:v>-0.48541019662496837</c:v>
                </c:pt>
                <c:pt idx="16">
                  <c:v>-0.5065967553012091</c:v>
                </c:pt>
                <c:pt idx="17">
                  <c:v>-0.5257840080263181</c:v>
                </c:pt>
                <c:pt idx="18">
                  <c:v>-0.5428962314796116</c:v>
                </c:pt>
                <c:pt idx="19">
                  <c:v>-0.5578658915329507</c:v>
                </c:pt>
                <c:pt idx="20">
                  <c:v>-0.570633909777092</c:v>
                </c:pt>
                <c:pt idx="21">
                  <c:v>-0.5811498966771785</c:v>
                </c:pt>
                <c:pt idx="22">
                  <c:v>-0.5893723504372131</c:v>
                </c:pt>
                <c:pt idx="23">
                  <c:v>-0.5952688207886866</c:v>
                </c:pt>
                <c:pt idx="24">
                  <c:v>-0.598816037056963</c:v>
                </c:pt>
                <c:pt idx="25">
                  <c:v>-0.6</c:v>
                </c:pt>
                <c:pt idx="26">
                  <c:v>-0.598816037056963</c:v>
                </c:pt>
                <c:pt idx="27">
                  <c:v>-0.5952688207886867</c:v>
                </c:pt>
                <c:pt idx="28">
                  <c:v>-0.5893723504372133</c:v>
                </c:pt>
                <c:pt idx="29">
                  <c:v>-0.5811498966771786</c:v>
                </c:pt>
                <c:pt idx="30">
                  <c:v>-0.5706339097770922</c:v>
                </c:pt>
                <c:pt idx="31">
                  <c:v>-0.557865891532951</c:v>
                </c:pt>
                <c:pt idx="32">
                  <c:v>-0.5428962314796116</c:v>
                </c:pt>
                <c:pt idx="33">
                  <c:v>-0.5257840080263182</c:v>
                </c:pt>
                <c:pt idx="34">
                  <c:v>-0.5065967553012091</c:v>
                </c:pt>
                <c:pt idx="35">
                  <c:v>-0.4854101966249684</c:v>
                </c:pt>
                <c:pt idx="36">
                  <c:v>-0.4623079456654735</c:v>
                </c:pt>
                <c:pt idx="37">
                  <c:v>-0.4373811764528471</c:v>
                </c:pt>
                <c:pt idx="38">
                  <c:v>-0.41072826355721337</c:v>
                </c:pt>
                <c:pt idx="39">
                  <c:v>-0.3824543938492137</c:v>
                </c:pt>
                <c:pt idx="40">
                  <c:v>-0.35267115137548394</c:v>
                </c:pt>
                <c:pt idx="41">
                  <c:v>-0.32149607698739824</c:v>
                </c:pt>
                <c:pt idx="42">
                  <c:v>-0.28905220446102964</c:v>
                </c:pt>
                <c:pt idx="43">
                  <c:v>-0.25546757493904326</c:v>
                </c:pt>
                <c:pt idx="44">
                  <c:v>-0.22087473161080715</c:v>
                </c:pt>
                <c:pt idx="45">
                  <c:v>-0.18541019662496852</c:v>
                </c:pt>
                <c:pt idx="46">
                  <c:v>-0.14921393229891317</c:v>
                </c:pt>
                <c:pt idx="47">
                  <c:v>-0.11242878875143529</c:v>
                </c:pt>
                <c:pt idx="48">
                  <c:v>-0.07519994013858275</c:v>
                </c:pt>
                <c:pt idx="49">
                  <c:v>-0.03767431171758792</c:v>
                </c:pt>
                <c:pt idx="50">
                  <c:v>-1.1021821192326178e-16</c:v>
                </c:pt>
                <c:pt idx="51">
                  <c:v>0.0376743117175877</c:v>
                </c:pt>
                <c:pt idx="52">
                  <c:v>0.07519994013858254</c:v>
                </c:pt>
                <c:pt idx="53">
                  <c:v>0.11242878875143456</c:v>
                </c:pt>
                <c:pt idx="54">
                  <c:v>0.14921393229891294</c:v>
                </c:pt>
                <c:pt idx="55">
                  <c:v>0.18541019662496833</c:v>
                </c:pt>
                <c:pt idx="56">
                  <c:v>0.22087473161080645</c:v>
                </c:pt>
                <c:pt idx="57">
                  <c:v>0.2554675749390431</c:v>
                </c:pt>
                <c:pt idx="58">
                  <c:v>0.28905220446102897</c:v>
                </c:pt>
                <c:pt idx="59">
                  <c:v>0.32149607698739807</c:v>
                </c:pt>
                <c:pt idx="60">
                  <c:v>0.3526711513754837</c:v>
                </c:pt>
                <c:pt idx="61">
                  <c:v>0.3824543938492136</c:v>
                </c:pt>
                <c:pt idx="62">
                  <c:v>0.4107282635572128</c:v>
                </c:pt>
                <c:pt idx="63">
                  <c:v>0.43738117645284674</c:v>
                </c:pt>
                <c:pt idx="64">
                  <c:v>0.4623079456654736</c:v>
                </c:pt>
                <c:pt idx="65">
                  <c:v>0.48541019662496804</c:v>
                </c:pt>
                <c:pt idx="66">
                  <c:v>0.5065967553012088</c:v>
                </c:pt>
                <c:pt idx="67">
                  <c:v>0.5257840080263181</c:v>
                </c:pt>
                <c:pt idx="68">
                  <c:v>0.5428962314796116</c:v>
                </c:pt>
                <c:pt idx="69">
                  <c:v>0.5578658915329509</c:v>
                </c:pt>
                <c:pt idx="70">
                  <c:v>0.570633909777092</c:v>
                </c:pt>
                <c:pt idx="71">
                  <c:v>0.5811498966771786</c:v>
                </c:pt>
                <c:pt idx="72">
                  <c:v>0.5893723504372133</c:v>
                </c:pt>
                <c:pt idx="73">
                  <c:v>0.5952688207886866</c:v>
                </c:pt>
                <c:pt idx="74">
                  <c:v>0.598816037056963</c:v>
                </c:pt>
                <c:pt idx="75">
                  <c:v>0.6</c:v>
                </c:pt>
                <c:pt idx="76">
                  <c:v>0.598816037056963</c:v>
                </c:pt>
                <c:pt idx="77">
                  <c:v>0.5952688207886868</c:v>
                </c:pt>
                <c:pt idx="78">
                  <c:v>0.5893723504372133</c:v>
                </c:pt>
                <c:pt idx="79">
                  <c:v>0.5811498966771788</c:v>
                </c:pt>
                <c:pt idx="80">
                  <c:v>0.5706339097770922</c:v>
                </c:pt>
                <c:pt idx="81">
                  <c:v>0.557865891532951</c:v>
                </c:pt>
                <c:pt idx="82">
                  <c:v>0.542896231479612</c:v>
                </c:pt>
                <c:pt idx="83">
                  <c:v>0.5257840080263183</c:v>
                </c:pt>
                <c:pt idx="84">
                  <c:v>0.5065967553012093</c:v>
                </c:pt>
                <c:pt idx="85">
                  <c:v>0.48541019662496854</c:v>
                </c:pt>
                <c:pt idx="86">
                  <c:v>0.4623079456654734</c:v>
                </c:pt>
                <c:pt idx="87">
                  <c:v>0.4373811764528469</c:v>
                </c:pt>
                <c:pt idx="88">
                  <c:v>0.41072826355721376</c:v>
                </c:pt>
                <c:pt idx="89">
                  <c:v>0.38245439384921415</c:v>
                </c:pt>
                <c:pt idx="90">
                  <c:v>0.3526711513754844</c:v>
                </c:pt>
                <c:pt idx="91">
                  <c:v>0.3214960769873983</c:v>
                </c:pt>
                <c:pt idx="92">
                  <c:v>0.2890522044610292</c:v>
                </c:pt>
                <c:pt idx="93">
                  <c:v>0.2554675749390443</c:v>
                </c:pt>
                <c:pt idx="94">
                  <c:v>0.2208747316108072</c:v>
                </c:pt>
                <c:pt idx="95">
                  <c:v>0.18541019662496863</c:v>
                </c:pt>
                <c:pt idx="96">
                  <c:v>0.14921393229891325</c:v>
                </c:pt>
                <c:pt idx="97">
                  <c:v>0.11242878875143485</c:v>
                </c:pt>
                <c:pt idx="98">
                  <c:v>0.07519994013858283</c:v>
                </c:pt>
                <c:pt idx="99">
                  <c:v>0.037674311717588525</c:v>
                </c:pt>
                <c:pt idx="100">
                  <c:v>1.83697019872103e-16</c:v>
                </c:pt>
                <c:pt idx="101">
                  <c:v>-0.03767431171758762</c:v>
                </c:pt>
                <c:pt idx="102">
                  <c:v>-0.07519994013858247</c:v>
                </c:pt>
                <c:pt idx="103">
                  <c:v>-0.11242878875143501</c:v>
                </c:pt>
                <c:pt idx="104">
                  <c:v>-0.1492139322989129</c:v>
                </c:pt>
                <c:pt idx="105">
                  <c:v>-0.18541019662496827</c:v>
                </c:pt>
                <c:pt idx="106">
                  <c:v>-0.22087473161080637</c:v>
                </c:pt>
                <c:pt idx="107">
                  <c:v>-0.25546757493904304</c:v>
                </c:pt>
                <c:pt idx="108">
                  <c:v>-0.2890522044610284</c:v>
                </c:pt>
                <c:pt idx="109">
                  <c:v>-0.3214960769873971</c:v>
                </c:pt>
                <c:pt idx="110">
                  <c:v>-0.3526711513754837</c:v>
                </c:pt>
                <c:pt idx="111">
                  <c:v>-0.3824543938492143</c:v>
                </c:pt>
                <c:pt idx="112">
                  <c:v>-0.4107282635572135</c:v>
                </c:pt>
                <c:pt idx="113">
                  <c:v>-0.4373811764528463</c:v>
                </c:pt>
                <c:pt idx="114">
                  <c:v>-0.4623079456654735</c:v>
                </c:pt>
                <c:pt idx="115">
                  <c:v>-0.4854101966249683</c:v>
                </c:pt>
                <c:pt idx="116">
                  <c:v>-0.5065967553012088</c:v>
                </c:pt>
                <c:pt idx="117">
                  <c:v>-0.5257840080263179</c:v>
                </c:pt>
                <c:pt idx="118">
                  <c:v>-0.5428962314796113</c:v>
                </c:pt>
                <c:pt idx="119">
                  <c:v>-0.5578658915329509</c:v>
                </c:pt>
                <c:pt idx="120">
                  <c:v>-0.5706339097770917</c:v>
                </c:pt>
                <c:pt idx="121">
                  <c:v>-0.5811498966771783</c:v>
                </c:pt>
                <c:pt idx="122">
                  <c:v>-0.589372350437213</c:v>
                </c:pt>
                <c:pt idx="123">
                  <c:v>-0.5952688207886866</c:v>
                </c:pt>
                <c:pt idx="124">
                  <c:v>-0.598816037056963</c:v>
                </c:pt>
                <c:pt idx="125">
                  <c:v>-0.6</c:v>
                </c:pt>
                <c:pt idx="126">
                  <c:v>-0.598816037056963</c:v>
                </c:pt>
                <c:pt idx="127">
                  <c:v>-0.5952688207886868</c:v>
                </c:pt>
                <c:pt idx="128">
                  <c:v>-0.5893723504372131</c:v>
                </c:pt>
                <c:pt idx="129">
                  <c:v>-0.5811498966771786</c:v>
                </c:pt>
                <c:pt idx="130">
                  <c:v>-0.5706339097770925</c:v>
                </c:pt>
                <c:pt idx="131">
                  <c:v>-0.557865891532951</c:v>
                </c:pt>
                <c:pt idx="132">
                  <c:v>-0.542896231479612</c:v>
                </c:pt>
                <c:pt idx="133">
                  <c:v>-0.5257840080263185</c:v>
                </c:pt>
                <c:pt idx="134">
                  <c:v>-0.5065967553012091</c:v>
                </c:pt>
                <c:pt idx="135">
                  <c:v>-0.4854101966249686</c:v>
                </c:pt>
                <c:pt idx="136">
                  <c:v>-0.4623079456654738</c:v>
                </c:pt>
                <c:pt idx="137">
                  <c:v>-0.4373811764528466</c:v>
                </c:pt>
                <c:pt idx="138">
                  <c:v>-0.4107282635572131</c:v>
                </c:pt>
                <c:pt idx="139">
                  <c:v>-0.3824543938492138</c:v>
                </c:pt>
                <c:pt idx="140">
                  <c:v>-0.35267115137548405</c:v>
                </c:pt>
                <c:pt idx="141">
                  <c:v>-0.32149607698739746</c:v>
                </c:pt>
                <c:pt idx="142">
                  <c:v>-0.2890522044610288</c:v>
                </c:pt>
                <c:pt idx="143">
                  <c:v>-0.25546757493904343</c:v>
                </c:pt>
                <c:pt idx="144">
                  <c:v>-0.2208747316108068</c:v>
                </c:pt>
                <c:pt idx="145">
                  <c:v>-0.1854101966249697</c:v>
                </c:pt>
                <c:pt idx="146">
                  <c:v>-0.14921393229891333</c:v>
                </c:pt>
                <c:pt idx="147">
                  <c:v>-0.11242878875143544</c:v>
                </c:pt>
                <c:pt idx="148">
                  <c:v>-0.07519994013858343</c:v>
                </c:pt>
                <c:pt idx="149">
                  <c:v>-0.03767431171758913</c:v>
                </c:pt>
                <c:pt idx="150">
                  <c:v>-2.5717582782094415e-16</c:v>
                </c:pt>
                <c:pt idx="151">
                  <c:v>0.037674311717587554</c:v>
                </c:pt>
                <c:pt idx="152">
                  <c:v>0.07519994013858187</c:v>
                </c:pt>
                <c:pt idx="153">
                  <c:v>0.11242878875143389</c:v>
                </c:pt>
                <c:pt idx="154">
                  <c:v>0.14921393229891178</c:v>
                </c:pt>
                <c:pt idx="155">
                  <c:v>0.1854101966249672</c:v>
                </c:pt>
                <c:pt idx="156">
                  <c:v>0.2208747316108063</c:v>
                </c:pt>
                <c:pt idx="157">
                  <c:v>0.25546757493904293</c:v>
                </c:pt>
                <c:pt idx="158">
                  <c:v>0.28905220446102836</c:v>
                </c:pt>
                <c:pt idx="159">
                  <c:v>0.3214960769873979</c:v>
                </c:pt>
                <c:pt idx="160">
                  <c:v>0.35267115137548366</c:v>
                </c:pt>
                <c:pt idx="161">
                  <c:v>0.3824543938492134</c:v>
                </c:pt>
                <c:pt idx="162">
                  <c:v>0.4107282635572127</c:v>
                </c:pt>
                <c:pt idx="163">
                  <c:v>0.43738117645284696</c:v>
                </c:pt>
                <c:pt idx="164">
                  <c:v>0.4623079456654728</c:v>
                </c:pt>
                <c:pt idx="165">
                  <c:v>0.48541019662496826</c:v>
                </c:pt>
                <c:pt idx="166">
                  <c:v>0.5065967553012087</c:v>
                </c:pt>
                <c:pt idx="167">
                  <c:v>0.5257840080263178</c:v>
                </c:pt>
                <c:pt idx="168">
                  <c:v>0.5428962314796113</c:v>
                </c:pt>
                <c:pt idx="169">
                  <c:v>0.5578658915329507</c:v>
                </c:pt>
                <c:pt idx="170">
                  <c:v>0.570633909777092</c:v>
                </c:pt>
                <c:pt idx="171">
                  <c:v>0.5811498966771785</c:v>
                </c:pt>
                <c:pt idx="172">
                  <c:v>0.5893723504372133</c:v>
                </c:pt>
                <c:pt idx="173">
                  <c:v>0.5952688207886867</c:v>
                </c:pt>
                <c:pt idx="174">
                  <c:v>0.598816037056963</c:v>
                </c:pt>
                <c:pt idx="175">
                  <c:v>0.6</c:v>
                </c:pt>
                <c:pt idx="176">
                  <c:v>0.5988160370569631</c:v>
                </c:pt>
                <c:pt idx="177">
                  <c:v>0.5952688207886868</c:v>
                </c:pt>
                <c:pt idx="178">
                  <c:v>0.5893723504372134</c:v>
                </c:pt>
                <c:pt idx="179">
                  <c:v>0.581149896677179</c:v>
                </c:pt>
                <c:pt idx="180">
                  <c:v>0.5706339097770926</c:v>
                </c:pt>
                <c:pt idx="181">
                  <c:v>0.557865891532951</c:v>
                </c:pt>
                <c:pt idx="182">
                  <c:v>0.542896231479612</c:v>
                </c:pt>
                <c:pt idx="183">
                  <c:v>0.5257840080263186</c:v>
                </c:pt>
                <c:pt idx="184">
                  <c:v>0.5065967553012091</c:v>
                </c:pt>
                <c:pt idx="185">
                  <c:v>0.48541019662496865</c:v>
                </c:pt>
                <c:pt idx="186">
                  <c:v>0.4623079456654745</c:v>
                </c:pt>
                <c:pt idx="187">
                  <c:v>0.4373811764528474</c:v>
                </c:pt>
                <c:pt idx="188">
                  <c:v>0.41072826355721387</c:v>
                </c:pt>
                <c:pt idx="189">
                  <c:v>0.3824543938492147</c:v>
                </c:pt>
                <c:pt idx="190">
                  <c:v>0.35267115137548416</c:v>
                </c:pt>
                <c:pt idx="191">
                  <c:v>0.3214960769873984</c:v>
                </c:pt>
                <c:pt idx="192">
                  <c:v>0.2890522044610298</c:v>
                </c:pt>
                <c:pt idx="193">
                  <c:v>0.25546757493904443</c:v>
                </c:pt>
                <c:pt idx="194">
                  <c:v>0.22087473161080687</c:v>
                </c:pt>
                <c:pt idx="195">
                  <c:v>0.18541019662496877</c:v>
                </c:pt>
                <c:pt idx="196">
                  <c:v>0.1492139322989134</c:v>
                </c:pt>
                <c:pt idx="197">
                  <c:v>0.11242878875143551</c:v>
                </c:pt>
                <c:pt idx="198">
                  <c:v>0.0751999401385835</c:v>
                </c:pt>
                <c:pt idx="199">
                  <c:v>0.037674311717589205</c:v>
                </c:pt>
                <c:pt idx="200">
                  <c:v>3.3065463576978537e-16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time (ms)  ·  f = 1 kHz</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1.2"/>
          <c:min val="-1.2"/>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x(t)</a:t>
                </a:r>
              </a:p>
            </c:rich>
          </c:tx>
          <c:layout/>
          <c:overlay val="0"/>
        </c:title>
        <c:numFmt formatCode="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4"/>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x(t) = I cos ωt − Q sin ωt</c:v>
                </c:pt>
              </c:strCache>
            </c:strRef>
          </c:tx>
          <c:spPr>
            <a:solidFill>
              <a:srgbClr val="5B6B7F"/>
            </a:solidFill>
            <a:ln w="15875"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Sheet1!$A$2:$A$242</c:f>
              <c:multiLvlStrCache>
                <c:ptCount val="241"/>
                <c:lvl>
                  <c:pt idx="0">
                    <c:v>0.00</c:v>
                  </c:pt>
                  <c:pt idx="1">
                    <c:v>0.00</c:v>
                  </c:pt>
                  <c:pt idx="2">
                    <c:v>0.01</c:v>
                  </c:pt>
                  <c:pt idx="3">
                    <c:v>0.01</c:v>
                  </c:pt>
                  <c:pt idx="4">
                    <c:v>0.02</c:v>
                  </c:pt>
                  <c:pt idx="5">
                    <c:v>0.02</c:v>
                  </c:pt>
                  <c:pt idx="6">
                    <c:v>0.03</c:v>
                  </c:pt>
                  <c:pt idx="7">
                    <c:v>0.03</c:v>
                  </c:pt>
                  <c:pt idx="8">
                    <c:v>0.03</c:v>
                  </c:pt>
                  <c:pt idx="9">
                    <c:v>0.04</c:v>
                  </c:pt>
                  <c:pt idx="10">
                    <c:v>0.04</c:v>
                  </c:pt>
                  <c:pt idx="11">
                    <c:v>0.05</c:v>
                  </c:pt>
                  <c:pt idx="12">
                    <c:v>0.05</c:v>
                  </c:pt>
                  <c:pt idx="13">
                    <c:v>0.05</c:v>
                  </c:pt>
                  <c:pt idx="14">
                    <c:v>0.06</c:v>
                  </c:pt>
                  <c:pt idx="15">
                    <c:v>0.06</c:v>
                  </c:pt>
                  <c:pt idx="16">
                    <c:v>0.07</c:v>
                  </c:pt>
                  <c:pt idx="17">
                    <c:v>0.07</c:v>
                  </c:pt>
                  <c:pt idx="18">
                    <c:v>0.07</c:v>
                  </c:pt>
                  <c:pt idx="19">
                    <c:v>0.08</c:v>
                  </c:pt>
                  <c:pt idx="20">
                    <c:v>0.08</c:v>
                  </c:pt>
                  <c:pt idx="21">
                    <c:v>0.09</c:v>
                  </c:pt>
                  <c:pt idx="22">
                    <c:v>0.09</c:v>
                  </c:pt>
                  <c:pt idx="23">
                    <c:v>0.10</c:v>
                  </c:pt>
                  <c:pt idx="24">
                    <c:v>0.10</c:v>
                  </c:pt>
                  <c:pt idx="25">
                    <c:v>0.10</c:v>
                  </c:pt>
                  <c:pt idx="26">
                    <c:v>0.11</c:v>
                  </c:pt>
                  <c:pt idx="27">
                    <c:v>0.11</c:v>
                  </c:pt>
                  <c:pt idx="28">
                    <c:v>0.12</c:v>
                  </c:pt>
                  <c:pt idx="29">
                    <c:v>0.12</c:v>
                  </c:pt>
                  <c:pt idx="30">
                    <c:v>0.13</c:v>
                  </c:pt>
                  <c:pt idx="31">
                    <c:v>0.13</c:v>
                  </c:pt>
                  <c:pt idx="32">
                    <c:v>0.13</c:v>
                  </c:pt>
                  <c:pt idx="33">
                    <c:v>0.14</c:v>
                  </c:pt>
                  <c:pt idx="34">
                    <c:v>0.14</c:v>
                  </c:pt>
                  <c:pt idx="35">
                    <c:v>0.15</c:v>
                  </c:pt>
                  <c:pt idx="36">
                    <c:v>0.15</c:v>
                  </c:pt>
                  <c:pt idx="37">
                    <c:v>0.15</c:v>
                  </c:pt>
                  <c:pt idx="38">
                    <c:v>0.16</c:v>
                  </c:pt>
                  <c:pt idx="39">
                    <c:v>0.16</c:v>
                  </c:pt>
                  <c:pt idx="40">
                    <c:v>0.17</c:v>
                  </c:pt>
                  <c:pt idx="41">
                    <c:v>0.17</c:v>
                  </c:pt>
                  <c:pt idx="42">
                    <c:v>0.17</c:v>
                  </c:pt>
                  <c:pt idx="43">
                    <c:v>0.18</c:v>
                  </c:pt>
                  <c:pt idx="44">
                    <c:v>0.18</c:v>
                  </c:pt>
                  <c:pt idx="45">
                    <c:v>0.19</c:v>
                  </c:pt>
                  <c:pt idx="46">
                    <c:v>0.19</c:v>
                  </c:pt>
                  <c:pt idx="47">
                    <c:v>0.20</c:v>
                  </c:pt>
                  <c:pt idx="48">
                    <c:v>0.20</c:v>
                  </c:pt>
                  <c:pt idx="49">
                    <c:v>0.20</c:v>
                  </c:pt>
                  <c:pt idx="50">
                    <c:v>0.21</c:v>
                  </c:pt>
                  <c:pt idx="51">
                    <c:v>0.21</c:v>
                  </c:pt>
                  <c:pt idx="52">
                    <c:v>0.22</c:v>
                  </c:pt>
                  <c:pt idx="53">
                    <c:v>0.22</c:v>
                  </c:pt>
                  <c:pt idx="54">
                    <c:v>0.23</c:v>
                  </c:pt>
                  <c:pt idx="55">
                    <c:v>0.23</c:v>
                  </c:pt>
                  <c:pt idx="56">
                    <c:v>0.23</c:v>
                  </c:pt>
                  <c:pt idx="57">
                    <c:v>0.24</c:v>
                  </c:pt>
                  <c:pt idx="58">
                    <c:v>0.24</c:v>
                  </c:pt>
                  <c:pt idx="59">
                    <c:v>0.25</c:v>
                  </c:pt>
                  <c:pt idx="60">
                    <c:v>0.25</c:v>
                  </c:pt>
                  <c:pt idx="61">
                    <c:v>0.25</c:v>
                  </c:pt>
                  <c:pt idx="62">
                    <c:v>0.26</c:v>
                  </c:pt>
                  <c:pt idx="63">
                    <c:v>0.26</c:v>
                  </c:pt>
                  <c:pt idx="64">
                    <c:v>0.27</c:v>
                  </c:pt>
                  <c:pt idx="65">
                    <c:v>0.27</c:v>
                  </c:pt>
                  <c:pt idx="66">
                    <c:v>0.28</c:v>
                  </c:pt>
                  <c:pt idx="67">
                    <c:v>0.28</c:v>
                  </c:pt>
                  <c:pt idx="68">
                    <c:v>0.28</c:v>
                  </c:pt>
                  <c:pt idx="69">
                    <c:v>0.29</c:v>
                  </c:pt>
                  <c:pt idx="70">
                    <c:v>0.29</c:v>
                  </c:pt>
                  <c:pt idx="71">
                    <c:v>0.30</c:v>
                  </c:pt>
                  <c:pt idx="72">
                    <c:v>0.30</c:v>
                  </c:pt>
                  <c:pt idx="73">
                    <c:v>0.30</c:v>
                  </c:pt>
                  <c:pt idx="74">
                    <c:v>0.31</c:v>
                  </c:pt>
                  <c:pt idx="75">
                    <c:v>0.31</c:v>
                  </c:pt>
                  <c:pt idx="76">
                    <c:v>0.32</c:v>
                  </c:pt>
                  <c:pt idx="77">
                    <c:v>0.32</c:v>
                  </c:pt>
                  <c:pt idx="78">
                    <c:v>0.33</c:v>
                  </c:pt>
                  <c:pt idx="79">
                    <c:v>0.33</c:v>
                  </c:pt>
                  <c:pt idx="80">
                    <c:v>0.33</c:v>
                  </c:pt>
                  <c:pt idx="81">
                    <c:v>0.34</c:v>
                  </c:pt>
                  <c:pt idx="82">
                    <c:v>0.34</c:v>
                  </c:pt>
                  <c:pt idx="83">
                    <c:v>0.35</c:v>
                  </c:pt>
                  <c:pt idx="84">
                    <c:v>0.35</c:v>
                  </c:pt>
                  <c:pt idx="85">
                    <c:v>0.35</c:v>
                  </c:pt>
                  <c:pt idx="86">
                    <c:v>0.36</c:v>
                  </c:pt>
                  <c:pt idx="87">
                    <c:v>0.36</c:v>
                  </c:pt>
                  <c:pt idx="88">
                    <c:v>0.37</c:v>
                  </c:pt>
                  <c:pt idx="89">
                    <c:v>0.37</c:v>
                  </c:pt>
                  <c:pt idx="90">
                    <c:v>0.38</c:v>
                  </c:pt>
                  <c:pt idx="91">
                    <c:v>0.38</c:v>
                  </c:pt>
                  <c:pt idx="92">
                    <c:v>0.38</c:v>
                  </c:pt>
                  <c:pt idx="93">
                    <c:v>0.39</c:v>
                  </c:pt>
                  <c:pt idx="94">
                    <c:v>0.39</c:v>
                  </c:pt>
                  <c:pt idx="95">
                    <c:v>0.40</c:v>
                  </c:pt>
                  <c:pt idx="96">
                    <c:v>0.40</c:v>
                  </c:pt>
                  <c:pt idx="97">
                    <c:v>0.40</c:v>
                  </c:pt>
                  <c:pt idx="98">
                    <c:v>0.41</c:v>
                  </c:pt>
                  <c:pt idx="99">
                    <c:v>0.41</c:v>
                  </c:pt>
                  <c:pt idx="100">
                    <c:v>0.42</c:v>
                  </c:pt>
                  <c:pt idx="101">
                    <c:v>0.42</c:v>
                  </c:pt>
                  <c:pt idx="102">
                    <c:v>0.42</c:v>
                  </c:pt>
                  <c:pt idx="103">
                    <c:v>0.43</c:v>
                  </c:pt>
                  <c:pt idx="104">
                    <c:v>0.43</c:v>
                  </c:pt>
                  <c:pt idx="105">
                    <c:v>0.44</c:v>
                  </c:pt>
                  <c:pt idx="106">
                    <c:v>0.44</c:v>
                  </c:pt>
                  <c:pt idx="107">
                    <c:v>0.45</c:v>
                  </c:pt>
                  <c:pt idx="108">
                    <c:v>0.45</c:v>
                  </c:pt>
                  <c:pt idx="109">
                    <c:v>0.45</c:v>
                  </c:pt>
                  <c:pt idx="110">
                    <c:v>0.46</c:v>
                  </c:pt>
                  <c:pt idx="111">
                    <c:v>0.46</c:v>
                  </c:pt>
                  <c:pt idx="112">
                    <c:v>0.47</c:v>
                  </c:pt>
                  <c:pt idx="113">
                    <c:v>0.47</c:v>
                  </c:pt>
                  <c:pt idx="114">
                    <c:v>0.47</c:v>
                  </c:pt>
                  <c:pt idx="115">
                    <c:v>0.48</c:v>
                  </c:pt>
                  <c:pt idx="116">
                    <c:v>0.48</c:v>
                  </c:pt>
                  <c:pt idx="117">
                    <c:v>0.49</c:v>
                  </c:pt>
                  <c:pt idx="118">
                    <c:v>0.49</c:v>
                  </c:pt>
                  <c:pt idx="119">
                    <c:v>0.50</c:v>
                  </c:pt>
                  <c:pt idx="120">
                    <c:v>0.50</c:v>
                  </c:pt>
                  <c:pt idx="121">
                    <c:v>0.50</c:v>
                  </c:pt>
                  <c:pt idx="122">
                    <c:v>0.51</c:v>
                  </c:pt>
                  <c:pt idx="123">
                    <c:v>0.51</c:v>
                  </c:pt>
                  <c:pt idx="124">
                    <c:v>0.52</c:v>
                  </c:pt>
                  <c:pt idx="125">
                    <c:v>0.52</c:v>
                  </c:pt>
                  <c:pt idx="126">
                    <c:v>0.53</c:v>
                  </c:pt>
                  <c:pt idx="127">
                    <c:v>0.53</c:v>
                  </c:pt>
                  <c:pt idx="128">
                    <c:v>0.53</c:v>
                  </c:pt>
                  <c:pt idx="129">
                    <c:v>0.54</c:v>
                  </c:pt>
                  <c:pt idx="130">
                    <c:v>0.54</c:v>
                  </c:pt>
                  <c:pt idx="131">
                    <c:v>0.55</c:v>
                  </c:pt>
                  <c:pt idx="132">
                    <c:v>0.55</c:v>
                  </c:pt>
                  <c:pt idx="133">
                    <c:v>0.55</c:v>
                  </c:pt>
                  <c:pt idx="134">
                    <c:v>0.56</c:v>
                  </c:pt>
                  <c:pt idx="135">
                    <c:v>0.56</c:v>
                  </c:pt>
                  <c:pt idx="136">
                    <c:v>0.57</c:v>
                  </c:pt>
                  <c:pt idx="137">
                    <c:v>0.57</c:v>
                  </c:pt>
                  <c:pt idx="138">
                    <c:v>0.57</c:v>
                  </c:pt>
                  <c:pt idx="139">
                    <c:v>0.58</c:v>
                  </c:pt>
                  <c:pt idx="140">
                    <c:v>0.58</c:v>
                  </c:pt>
                  <c:pt idx="141">
                    <c:v>0.59</c:v>
                  </c:pt>
                  <c:pt idx="142">
                    <c:v>0.59</c:v>
                  </c:pt>
                  <c:pt idx="143">
                    <c:v>0.60</c:v>
                  </c:pt>
                  <c:pt idx="144">
                    <c:v>0.60</c:v>
                  </c:pt>
                  <c:pt idx="145">
                    <c:v>0.60</c:v>
                  </c:pt>
                  <c:pt idx="146">
                    <c:v>0.61</c:v>
                  </c:pt>
                  <c:pt idx="147">
                    <c:v>0.61</c:v>
                  </c:pt>
                  <c:pt idx="148">
                    <c:v>0.62</c:v>
                  </c:pt>
                  <c:pt idx="149">
                    <c:v>0.62</c:v>
                  </c:pt>
                  <c:pt idx="150">
                    <c:v>0.63</c:v>
                  </c:pt>
                  <c:pt idx="151">
                    <c:v>0.63</c:v>
                  </c:pt>
                  <c:pt idx="152">
                    <c:v>0.63</c:v>
                  </c:pt>
                  <c:pt idx="153">
                    <c:v>0.64</c:v>
                  </c:pt>
                  <c:pt idx="154">
                    <c:v>0.64</c:v>
                  </c:pt>
                  <c:pt idx="155">
                    <c:v>0.65</c:v>
                  </c:pt>
                  <c:pt idx="156">
                    <c:v>0.65</c:v>
                  </c:pt>
                  <c:pt idx="157">
                    <c:v>0.65</c:v>
                  </c:pt>
                  <c:pt idx="158">
                    <c:v>0.66</c:v>
                  </c:pt>
                  <c:pt idx="159">
                    <c:v>0.66</c:v>
                  </c:pt>
                  <c:pt idx="160">
                    <c:v>0.67</c:v>
                  </c:pt>
                  <c:pt idx="161">
                    <c:v>0.67</c:v>
                  </c:pt>
                  <c:pt idx="162">
                    <c:v>0.68</c:v>
                  </c:pt>
                  <c:pt idx="163">
                    <c:v>0.68</c:v>
                  </c:pt>
                  <c:pt idx="164">
                    <c:v>0.68</c:v>
                  </c:pt>
                  <c:pt idx="165">
                    <c:v>0.69</c:v>
                  </c:pt>
                  <c:pt idx="166">
                    <c:v>0.69</c:v>
                  </c:pt>
                  <c:pt idx="167">
                    <c:v>0.70</c:v>
                  </c:pt>
                  <c:pt idx="168">
                    <c:v>0.70</c:v>
                  </c:pt>
                  <c:pt idx="169">
                    <c:v>0.70</c:v>
                  </c:pt>
                  <c:pt idx="170">
                    <c:v>0.71</c:v>
                  </c:pt>
                  <c:pt idx="171">
                    <c:v>0.71</c:v>
                  </c:pt>
                  <c:pt idx="172">
                    <c:v>0.72</c:v>
                  </c:pt>
                  <c:pt idx="173">
                    <c:v>0.72</c:v>
                  </c:pt>
                  <c:pt idx="174">
                    <c:v>0.72</c:v>
                  </c:pt>
                  <c:pt idx="175">
                    <c:v>0.73</c:v>
                  </c:pt>
                  <c:pt idx="176">
                    <c:v>0.73</c:v>
                  </c:pt>
                  <c:pt idx="177">
                    <c:v>0.74</c:v>
                  </c:pt>
                  <c:pt idx="178">
                    <c:v>0.74</c:v>
                  </c:pt>
                  <c:pt idx="179">
                    <c:v>0.75</c:v>
                  </c:pt>
                  <c:pt idx="180">
                    <c:v>0.75</c:v>
                  </c:pt>
                  <c:pt idx="181">
                    <c:v>0.75</c:v>
                  </c:pt>
                  <c:pt idx="182">
                    <c:v>0.76</c:v>
                  </c:pt>
                  <c:pt idx="183">
                    <c:v>0.76</c:v>
                  </c:pt>
                  <c:pt idx="184">
                    <c:v>0.77</c:v>
                  </c:pt>
                  <c:pt idx="185">
                    <c:v>0.77</c:v>
                  </c:pt>
                  <c:pt idx="186">
                    <c:v>0.78</c:v>
                  </c:pt>
                  <c:pt idx="187">
                    <c:v>0.78</c:v>
                  </c:pt>
                  <c:pt idx="188">
                    <c:v>0.78</c:v>
                  </c:pt>
                  <c:pt idx="189">
                    <c:v>0.79</c:v>
                  </c:pt>
                  <c:pt idx="190">
                    <c:v>0.79</c:v>
                  </c:pt>
                  <c:pt idx="191">
                    <c:v>0.80</c:v>
                  </c:pt>
                  <c:pt idx="192">
                    <c:v>0.80</c:v>
                  </c:pt>
                  <c:pt idx="193">
                    <c:v>0.80</c:v>
                  </c:pt>
                  <c:pt idx="194">
                    <c:v>0.81</c:v>
                  </c:pt>
                  <c:pt idx="195">
                    <c:v>0.81</c:v>
                  </c:pt>
                  <c:pt idx="196">
                    <c:v>0.82</c:v>
                  </c:pt>
                  <c:pt idx="197">
                    <c:v>0.82</c:v>
                  </c:pt>
                  <c:pt idx="198">
                    <c:v>0.82</c:v>
                  </c:pt>
                  <c:pt idx="199">
                    <c:v>0.83</c:v>
                  </c:pt>
                  <c:pt idx="200">
                    <c:v>0.83</c:v>
                  </c:pt>
                  <c:pt idx="201">
                    <c:v>0.84</c:v>
                  </c:pt>
                  <c:pt idx="202">
                    <c:v>0.84</c:v>
                  </c:pt>
                  <c:pt idx="203">
                    <c:v>0.85</c:v>
                  </c:pt>
                  <c:pt idx="204">
                    <c:v>0.85</c:v>
                  </c:pt>
                  <c:pt idx="205">
                    <c:v>0.85</c:v>
                  </c:pt>
                  <c:pt idx="206">
                    <c:v>0.86</c:v>
                  </c:pt>
                  <c:pt idx="207">
                    <c:v>0.86</c:v>
                  </c:pt>
                  <c:pt idx="208">
                    <c:v>0.87</c:v>
                  </c:pt>
                  <c:pt idx="209">
                    <c:v>0.87</c:v>
                  </c:pt>
                  <c:pt idx="210">
                    <c:v>0.88</c:v>
                  </c:pt>
                  <c:pt idx="211">
                    <c:v>0.88</c:v>
                  </c:pt>
                  <c:pt idx="212">
                    <c:v>0.88</c:v>
                  </c:pt>
                  <c:pt idx="213">
                    <c:v>0.89</c:v>
                  </c:pt>
                  <c:pt idx="214">
                    <c:v>0.89</c:v>
                  </c:pt>
                  <c:pt idx="215">
                    <c:v>0.90</c:v>
                  </c:pt>
                  <c:pt idx="216">
                    <c:v>0.90</c:v>
                  </c:pt>
                  <c:pt idx="217">
                    <c:v>0.90</c:v>
                  </c:pt>
                  <c:pt idx="218">
                    <c:v>0.91</c:v>
                  </c:pt>
                  <c:pt idx="219">
                    <c:v>0.91</c:v>
                  </c:pt>
                  <c:pt idx="220">
                    <c:v>0.92</c:v>
                  </c:pt>
                  <c:pt idx="221">
                    <c:v>0.92</c:v>
                  </c:pt>
                  <c:pt idx="222">
                    <c:v>0.93</c:v>
                  </c:pt>
                  <c:pt idx="223">
                    <c:v>0.93</c:v>
                  </c:pt>
                  <c:pt idx="224">
                    <c:v>0.93</c:v>
                  </c:pt>
                  <c:pt idx="225">
                    <c:v>0.94</c:v>
                  </c:pt>
                  <c:pt idx="226">
                    <c:v>0.94</c:v>
                  </c:pt>
                  <c:pt idx="227">
                    <c:v>0.95</c:v>
                  </c:pt>
                  <c:pt idx="228">
                    <c:v>0.95</c:v>
                  </c:pt>
                  <c:pt idx="229">
                    <c:v>0.95</c:v>
                  </c:pt>
                  <c:pt idx="230">
                    <c:v>0.96</c:v>
                  </c:pt>
                  <c:pt idx="231">
                    <c:v>0.96</c:v>
                  </c:pt>
                  <c:pt idx="232">
                    <c:v>0.97</c:v>
                  </c:pt>
                  <c:pt idx="233">
                    <c:v>0.97</c:v>
                  </c:pt>
                  <c:pt idx="234">
                    <c:v>0.97</c:v>
                  </c:pt>
                  <c:pt idx="235">
                    <c:v>0.98</c:v>
                  </c:pt>
                  <c:pt idx="236">
                    <c:v>0.98</c:v>
                  </c:pt>
                  <c:pt idx="237">
                    <c:v>0.99</c:v>
                  </c:pt>
                  <c:pt idx="238">
                    <c:v>0.99</c:v>
                  </c:pt>
                  <c:pt idx="239">
                    <c:v>1.00</c:v>
                  </c:pt>
                  <c:pt idx="240">
                    <c:v>1.00</c:v>
                  </c:pt>
                </c:lvl>
              </c:multiLvlStrCache>
            </c:multiLvlStrRef>
          </c:cat>
          <c:val>
            <c:numRef>
              <c:f>Sheet1!$B$2:$B$242</c:f>
              <c:numCache>
                <c:formatCode>General</c:formatCode>
                <c:ptCount val="241"/>
                <c:pt idx="0">
                  <c:v>1</c:v>
                </c:pt>
                <c:pt idx="1">
                  <c:v>0.9004576838948792</c:v>
                </c:pt>
                <c:pt idx="2">
                  <c:v>0.6215684093167657</c:v>
                </c:pt>
                <c:pt idx="3">
                  <c:v>0.21863663190197768</c:v>
                </c:pt>
                <c:pt idx="4">
                  <c:v>-0.22841784594706538</c:v>
                </c:pt>
                <c:pt idx="5">
                  <c:v>-0.6308849706056678</c:v>
                </c:pt>
                <c:pt idx="6">
                  <c:v>-0.9088292463598989</c:v>
                </c:pt>
                <c:pt idx="7">
                  <c:v>-1.0069169430536467</c:v>
                </c:pt>
                <c:pt idx="8">
                  <c:v>-0.9053741321877667</c:v>
                </c:pt>
                <c:pt idx="9">
                  <c:v>-0.6239097890471172</c:v>
                </c:pt>
                <c:pt idx="10">
                  <c:v>-0.2178320539160612</c:v>
                </c:pt>
                <c:pt idx="11">
                  <c:v>0.2328690671156135</c:v>
                </c:pt>
                <c:pt idx="12">
                  <c:v>0.6393091246369478</c:v>
                </c:pt>
                <c:pt idx="13">
                  <c:v>0.9212433503029696</c:v>
                </c:pt>
                <c:pt idx="14">
                  <c:v>1.0228836077501517</c:v>
                </c:pt>
                <c:pt idx="15">
                  <c:v>0.9238795325112868</c:v>
                </c:pt>
                <c:pt idx="16">
                  <c:v>0.6433062628859072</c:v>
                </c:pt>
                <c:pt idx="17">
                  <c:v>0.23588626667643176</c:v>
                </c:pt>
                <c:pt idx="18">
                  <c:v>-0.21879328061451425</c:v>
                </c:pt>
                <c:pt idx="19">
                  <c:v>-0.6319271654997256</c:v>
                </c:pt>
                <c:pt idx="20">
                  <c:v>-0.9229106504488546</c:v>
                </c:pt>
                <c:pt idx="21">
                  <c:v>-1.035099536227266</c:v>
                </c:pt>
                <c:pt idx="22">
                  <c:v>-0.946821435854526</c:v>
                </c:pt>
                <c:pt idx="23">
                  <c:v>-0.6754957973607363</c:v>
                </c:pt>
                <c:pt idx="24">
                  <c:v>-0.2740858906694127</c:v>
                </c:pt>
                <c:pt idx="25">
                  <c:v>0.1793823752374245</c:v>
                </c:pt>
                <c:pt idx="26">
                  <c:v>0.5971415767706787</c:v>
                </c:pt>
                <c:pt idx="27">
                  <c:v>0.89881277636897</c:v>
                </c:pt>
                <c:pt idx="28">
                  <c:v>1.0269784580178842</c:v>
                </c:pt>
                <c:pt idx="29">
                  <c:v>0.9581625464916877</c:v>
                </c:pt>
                <c:pt idx="30">
                  <c:v>0.7071067811865479</c:v>
                </c:pt>
                <c:pt idx="31">
                  <c:v>0.32356576024379946</c:v>
                </c:pt>
                <c:pt idx="32">
                  <c:v>-0.11768241469086593</c:v>
                </c:pt>
                <c:pt idx="33">
                  <c:v>-0.5315889755196395</c:v>
                </c:pt>
                <c:pt idx="34">
                  <c:v>-0.8394164343658328</c:v>
                </c:pt>
                <c:pt idx="35">
                  <c:v>-0.9838886892939936</c:v>
                </c:pt>
                <c:pt idx="36">
                  <c:v>-0.9399671705180147</c:v>
                </c:pt>
                <c:pt idx="37">
                  <c:v>-0.7192053352753143</c:v>
                </c:pt>
                <c:pt idx="38">
                  <c:v>-0.36692075059633544</c:v>
                </c:pt>
                <c:pt idx="39">
                  <c:v>0.04715545454005293</c:v>
                </c:pt>
                <c:pt idx="40">
                  <c:v>0.4428203230275494</c:v>
                </c:pt>
                <c:pt idx="41">
                  <c:v>0.7451274520786743</c:v>
                </c:pt>
                <c:pt idx="42">
                  <c:v>0.8987905608678803</c:v>
                </c:pt>
                <c:pt idx="43">
                  <c:v>0.8784630993562512</c:v>
                </c:pt>
                <c:pt idx="44">
                  <c:v>0.6929556447857181</c:v>
                </c:pt>
                <c:pt idx="45">
                  <c:v>0.3826834323650904</c:v>
                </c:pt>
                <c:pt idx="46">
                  <c:v>0.010986630671453057</c:v>
                </c:pt>
                <c:pt idx="47">
                  <c:v>-0.3488345168534811</c:v>
                </c:pt>
                <c:pt idx="48">
                  <c:v>-0.6281152949374523</c:v>
                </c:pt>
                <c:pt idx="49">
                  <c:v>-0.7761291480221105</c:v>
                </c:pt>
                <c:pt idx="50">
                  <c:v>-0.7694920387042729</c:v>
                </c:pt>
                <c:pt idx="51">
                  <c:v>-0.6158957982530412</c:v>
                </c:pt>
                <c:pt idx="52">
                  <c:v>-0.3515688599168257</c:v>
                </c:pt>
                <c:pt idx="53">
                  <c:v>-0.033131545978811655</c:v>
                </c:pt>
                <c:pt idx="54">
                  <c:v>0.27437731057215176</c:v>
                </c:pt>
                <c:pt idx="55">
                  <c:v>0.5107959492730152</c:v>
                </c:pt>
                <c:pt idx="56">
                  <c:v>0.6327418920716361</c:v>
                </c:pt>
                <c:pt idx="57">
                  <c:v>0.6217498215200299</c:v>
                </c:pt>
                <c:pt idx="58">
                  <c:v>0.4870929970134562</c:v>
                </c:pt>
                <c:pt idx="59">
                  <c:v>0.2628545301598994</c:v>
                </c:pt>
                <c:pt idx="60">
                  <c:v>6.154442159480835e-16</c:v>
                </c:pt>
                <c:pt idx="61">
                  <c:v>-0.24478834146593695</c:v>
                </c:pt>
                <c:pt idx="62">
                  <c:v>-0.4211267553615865</c:v>
                </c:pt>
                <c:pt idx="63">
                  <c:v>-0.49527986169521</c:v>
                </c:pt>
                <c:pt idx="64">
                  <c:v>-0.4567260429104466</c:v>
                </c:pt>
                <c:pt idx="65">
                  <c:v>-0.31964725219510826</c:v>
                </c:pt>
                <c:pt idx="66">
                  <c:v>-0.11913541982371373</c:v>
                </c:pt>
                <c:pt idx="67">
                  <c:v>0.09698118723732524</c:v>
                </c:pt>
                <c:pt idx="68">
                  <c:v>0.2788802674707378</c:v>
                </c:pt>
                <c:pt idx="69">
                  <c:v>0.3857268821799801</c:v>
                </c:pt>
                <c:pt idx="70">
                  <c:v>0.39454038177973383</c:v>
                </c:pt>
                <c:pt idx="71">
                  <c:v>0.30506448082553156</c:v>
                </c:pt>
                <c:pt idx="72">
                  <c:v>0.13962259810446354</c:v>
                </c:pt>
                <c:pt idx="73">
                  <c:v>-0.06198473353184916</c:v>
                </c:pt>
                <c:pt idx="74">
                  <c:v>-0.25142478556271397</c:v>
                </c:pt>
                <c:pt idx="75">
                  <c:v>-0.38268343236508956</c:v>
                </c:pt>
                <c:pt idx="76">
                  <c:v>-0.4224745160761549</c:v>
                </c:pt>
                <c:pt idx="77">
                  <c:v>-0.35794599822824835</c:v>
                </c:pt>
                <c:pt idx="78">
                  <c:v>-0.19998600710796943</c:v>
                </c:pt>
                <c:pt idx="79">
                  <c:v>0.018640874840221297</c:v>
                </c:pt>
                <c:pt idx="80">
                  <c:v>0.24999999999999822</c:v>
                </c:pt>
                <c:pt idx="81">
                  <c:v>0.44117129096044067</c:v>
                </c:pt>
                <c:pt idx="82">
                  <c:v>0.5457874159681708</c:v>
                </c:pt>
                <c:pt idx="83">
                  <c:v>0.5344789824568669</c:v>
                </c:pt>
                <c:pt idx="84">
                  <c:v>0.4019683609468492</c:v>
                </c:pt>
                <c:pt idx="85">
                  <c:v>0.16921817458559676</c:v>
                </c:pt>
                <c:pt idx="86">
                  <c:v>-0.11995132720208826</c:v>
                </c:pt>
                <c:pt idx="87">
                  <c:v>-0.40721465080188135</c:v>
                </c:pt>
                <c:pt idx="88">
                  <c:v>-0.6314512726496261</c:v>
                </c:pt>
                <c:pt idx="89">
                  <c:v>-0.7414659877981088</c:v>
                </c:pt>
                <c:pt idx="90">
                  <c:v>-0.7071067811865479</c:v>
                </c:pt>
                <c:pt idx="91">
                  <c:v>-0.5264350567390624</c:v>
                </c:pt>
                <c:pt idx="92">
                  <c:v>-0.22735639512626155</c:v>
                </c:pt>
                <c:pt idx="93">
                  <c:v>0.1367867665862231</c:v>
                </c:pt>
                <c:pt idx="94">
                  <c:v>0.49694288341256704</c:v>
                </c:pt>
                <c:pt idx="95">
                  <c:v>0.7815870184507481</c:v>
                </c:pt>
                <c:pt idx="96">
                  <c:v>0.9309016994374946</c:v>
                </c:pt>
                <c:pt idx="97">
                  <c:v>0.9090905499233616</c:v>
                </c:pt>
                <c:pt idx="98">
                  <c:v>0.7123213303805793</c:v>
                </c:pt>
                <c:pt idx="99">
                  <c:v>0.3706091290735913</c:v>
                </c:pt>
                <c:pt idx="100">
                  <c:v>-0.05688524666441702</c:v>
                </c:pt>
                <c:pt idx="101">
                  <c:v>-0.49237844883657655</c:v>
                </c:pt>
                <c:pt idx="102">
                  <c:v>-0.8538873969640512</c:v>
                </c:pt>
                <c:pt idx="103">
                  <c:v>-1.0708308094426542</c:v>
                </c:pt>
                <c:pt idx="104">
                  <c:v>-1.0978107883661001</c:v>
                </c:pt>
                <c:pt idx="105">
                  <c:v>-0.9238795325112878</c:v>
                </c:pt>
                <c:pt idx="106">
                  <c:v>-0.5754281594097815</c:v>
                </c:pt>
                <c:pt idx="107">
                  <c:v>-0.11203755818885419</c:v>
                </c:pt>
                <c:pt idx="108">
                  <c:v>0.3840254225664355</c:v>
                </c:pt>
                <c:pt idx="109">
                  <c:v>0.8227585698350951</c:v>
                </c:pt>
                <c:pt idx="110">
                  <c:v>1.1230454292975445</c:v>
                </c:pt>
                <c:pt idx="111">
                  <c:v>1.227827815287783</c:v>
                </c:pt>
                <c:pt idx="112">
                  <c:v>1.114961343514239</c:v>
                </c:pt>
                <c:pt idx="113">
                  <c:v>0.8016838723054386</c:v>
                </c:pt>
                <c:pt idx="114">
                  <c:v>0.34182089350141165</c:v>
                </c:pt>
                <c:pt idx="115">
                  <c:v>-0.18378554410272868</c:v>
                </c:pt>
                <c:pt idx="116">
                  <c:v>-0.6818662990085725</c:v>
                </c:pt>
                <c:pt idx="117">
                  <c:v>-1.063635779801821</c:v>
                </c:pt>
                <c:pt idx="118">
                  <c:v>-1.2608967525121866</c:v>
                </c:pt>
                <c:pt idx="119">
                  <c:v>-1.238370859522108</c:v>
                </c:pt>
                <c:pt idx="120">
                  <c:v>-1.0000000000000016</c:v>
                </c:pt>
                <c:pt idx="121">
                  <c:v>-0.5880939573390462</c:v>
                </c:pt>
                <c:pt idx="122">
                  <c:v>-0.07553041972420227</c:v>
                </c:pt>
                <c:pt idx="123">
                  <c:v>0.44750698358081625</c:v>
                </c:pt>
                <c:pt idx="124">
                  <c:v>0.8897779898263368</c:v>
                </c:pt>
                <c:pt idx="125">
                  <c:v>1.1752304054765397</c:v>
                </c:pt>
                <c:pt idx="126">
                  <c:v>1.2562924118735062</c:v>
                </c:pt>
                <c:pt idx="127">
                  <c:v>1.1218529851814092</c:v>
                </c:pt>
                <c:pt idx="128">
                  <c:v>0.798584114128366</c:v>
                </c:pt>
                <c:pt idx="129">
                  <c:v>0.34549976555368983</c:v>
                </c:pt>
                <c:pt idx="130">
                  <c:v>-0.15711960300847005</c:v>
                </c:pt>
                <c:pt idx="131">
                  <c:v>-0.6223106629621477</c:v>
                </c:pt>
                <c:pt idx="132">
                  <c:v>-0.9718106748589141</c:v>
                </c:pt>
                <c:pt idx="133">
                  <c:v>-1.1494629868381976</c:v>
                </c:pt>
                <c:pt idx="134">
                  <c:v>-1.1303081565313458</c:v>
                </c:pt>
                <c:pt idx="135">
                  <c:v>-0.9238795325112883</c:v>
                </c:pt>
                <c:pt idx="136">
                  <c:v>-0.5713198179927643</c:v>
                </c:pt>
                <c:pt idx="137">
                  <c:v>-0.1370640677725582</c:v>
                </c:pt>
                <c:pt idx="138">
                  <c:v>0.3032150808177265</c:v>
                </c:pt>
                <c:pt idx="139">
                  <c:v>0.6761012533963231</c:v>
                </c:pt>
                <c:pt idx="140">
                  <c:v>0.9229106504488561</c:v>
                </c:pt>
                <c:pt idx="141">
                  <c:v>1.0089916370246281</c:v>
                </c:pt>
                <c:pt idx="142">
                  <c:v>0.9283658773031724</c:v>
                </c:pt>
                <c:pt idx="143">
                  <c:v>0.7031435582816821</c:v>
                </c:pt>
                <c:pt idx="144">
                  <c:v>0.37811529493745455</c:v>
                </c:pt>
                <c:pt idx="145">
                  <c:v>0.011766321840490979</c:v>
                </c:pt>
                <c:pt idx="146">
                  <c:v>-0.33447513724104266</c:v>
                </c:pt>
                <c:pt idx="147">
                  <c:v>-0.6067434985752291</c:v>
                </c:pt>
                <c:pt idx="148">
                  <c:v>-0.767165500242009</c:v>
                </c:pt>
                <c:pt idx="149">
                  <c:v>-0.7988898667182092</c:v>
                </c:pt>
                <c:pt idx="150">
                  <c:v>-0.7071067811865485</c:v>
                </c:pt>
                <c:pt idx="151">
                  <c:v>-0.5162204039469531</c:v>
                </c:pt>
                <c:pt idx="152">
                  <c:v>-0.26402026408272117</c:v>
                </c:pt>
                <c:pt idx="153">
                  <c:v>0.005833683006538443</c:v>
                </c:pt>
                <c:pt idx="154">
                  <c:v>0.25151511396097126</c:v>
                </c:pt>
                <c:pt idx="155">
                  <c:v>0.4395432544231209</c:v>
                </c:pt>
                <c:pt idx="156">
                  <c:v>0.5490881553483045</c:v>
                </c:pt>
                <c:pt idx="157">
                  <c:v>0.5735788209205112</c:v>
                </c:pt>
                <c:pt idx="158">
                  <c:v>0.5196873147636764</c:v>
                </c:pt>
                <c:pt idx="159">
                  <c:v>0.4042491458230042</c:v>
                </c:pt>
                <c:pt idx="160">
                  <c:v>0.2500000000000032</c:v>
                </c:pt>
                <c:pt idx="161">
                  <c:v>0.0811124690490517</c:v>
                </c:pt>
                <c:pt idx="162">
                  <c:v>-0.08059555230062004</c:v>
                </c:pt>
                <c:pt idx="163">
                  <c:v>-0.21819030427485378</c:v>
                </c:pt>
                <c:pt idx="164">
                  <c:v>-0.32067030940124</c:v>
                </c:pt>
                <c:pt idx="165">
                  <c:v>-0.3826834323650888</c:v>
                </c:pt>
                <c:pt idx="166">
                  <c:v>-0.40334603938088964</c:v>
                </c:pt>
                <c:pt idx="167">
                  <c:v>-0.3847360387198284</c:v>
                </c:pt>
                <c:pt idx="168">
                  <c:v>-0.330605603729516</c:v>
                </c:pt>
                <c:pt idx="169">
                  <c:v>-0.24568910577286393</c:v>
                </c:pt>
                <c:pt idx="170">
                  <c:v>-0.13572133667721253</c:v>
                </c:pt>
                <c:pt idx="171">
                  <c:v>-0.008004348945037848</c:v>
                </c:pt>
                <c:pt idx="172">
                  <c:v>0.12785637560505858</c:v>
                </c:pt>
                <c:pt idx="173">
                  <c:v>0.2595252968198905</c:v>
                </c:pt>
                <c:pt idx="174">
                  <c:v>0.37225170127071483</c:v>
                </c:pt>
                <c:pt idx="175">
                  <c:v>0.45017344441515805</c:v>
                </c:pt>
                <c:pt idx="176">
                  <c:v>0.4785784421766406</c:v>
                </c:pt>
                <c:pt idx="177">
                  <c:v>0.44678947380881956</c:v>
                </c:pt>
                <c:pt idx="178">
                  <c:v>0.35108757509116106</c:v>
                </c:pt>
                <c:pt idx="179">
                  <c:v>0.19696067702273493</c:v>
                </c:pt>
                <c:pt idx="180">
                  <c:v>1.4789386081000437e-15</c:v>
                </c:pt>
                <c:pt idx="181">
                  <c:v>-0.21502686571669175</c:v>
                </c:pt>
                <c:pt idx="182">
                  <c:v>-0.4170538167430266</c:v>
                </c:pt>
                <c:pt idx="183">
                  <c:v>-0.5732594336336369</c:v>
                </c:pt>
                <c:pt idx="184">
                  <c:v>-0.654594291337831</c:v>
                </c:pt>
                <c:pt idx="185">
                  <c:v>-0.6413221414930688</c:v>
                </c:pt>
                <c:pt idx="186">
                  <c:v>-0.5274935920191544</c:v>
                </c:pt>
                <c:pt idx="187">
                  <c:v>-0.32337493807840784</c:v>
                </c:pt>
                <c:pt idx="188">
                  <c:v>-0.05516778315897225</c:v>
                </c:pt>
                <c:pt idx="189">
                  <c:v>0.23817326501809272</c:v>
                </c:pt>
                <c:pt idx="190">
                  <c:v>0.5106729936017474</c:v>
                </c:pt>
                <c:pt idx="191">
                  <c:v>0.7167537729694411</c:v>
                </c:pt>
                <c:pt idx="192">
                  <c:v>0.819098300562505</c:v>
                </c:pt>
                <c:pt idx="193">
                  <c:v>0.7955552891051594</c:v>
                </c:pt>
                <c:pt idx="194">
                  <c:v>0.6437841942721483</c:v>
                </c:pt>
                <c:pt idx="195">
                  <c:v>0.38268343236508695</c:v>
                </c:pt>
                <c:pt idx="196">
                  <c:v>0.050189180691684654</c:v>
                </c:pt>
                <c:pt idx="197">
                  <c:v>-0.3023267968531429</c:v>
                </c:pt>
                <c:pt idx="198">
                  <c:v>-0.618209001459288</c:v>
                </c:pt>
                <c:pt idx="199">
                  <c:v>-0.8448807959679446</c:v>
                </c:pt>
                <c:pt idx="200">
                  <c:v>-0.9428203230275511</c:v>
                </c:pt>
                <c:pt idx="201">
                  <c:v>-0.8925758913234942</c:v>
                </c:pt>
                <c:pt idx="202">
                  <c:v>-0.6985539801355185</c:v>
                </c:pt>
                <c:pt idx="203">
                  <c:v>-0.3888524681020678</c:v>
                </c:pt>
                <c:pt idx="204">
                  <c:v>-0.011089345777142046</c:v>
                </c:pt>
                <c:pt idx="205">
                  <c:v>0.37512726028527227</c:v>
                </c:pt>
                <c:pt idx="206">
                  <c:v>0.7078526476069484</c:v>
                </c:pt>
                <c:pt idx="207">
                  <c:v>0.9329699433149778</c:v>
                </c:pt>
                <c:pt idx="208">
                  <c:v>1.0131539514232137</c:v>
                </c:pt>
                <c:pt idx="209">
                  <c:v>0.9341206315012602</c:v>
                </c:pt>
                <c:pt idx="210">
                  <c:v>0.7071067811865499</c:v>
                </c:pt>
                <c:pt idx="211">
                  <c:v>0.3671623769655819</c:v>
                </c:pt>
                <c:pt idx="212">
                  <c:v>-0.032456562649598286</c:v>
                </c:pt>
                <c:pt idx="213">
                  <c:v>-0.4288560443799584</c:v>
                </c:pt>
                <c:pt idx="214">
                  <c:v>-0.7596093229422025</c:v>
                </c:pt>
                <c:pt idx="215">
                  <c:v>-0.9727357155286576</c:v>
                </c:pt>
                <c:pt idx="216">
                  <c:v>-1.0349311037055353</c:v>
                </c:pt>
                <c:pt idx="217">
                  <c:v>-0.9367383108443041</c:v>
                </c:pt>
                <c:pt idx="218">
                  <c:v>-0.693865771829223</c:v>
                </c:pt>
                <c:pt idx="219">
                  <c:v>-0.3445012298709619</c:v>
                </c:pt>
                <c:pt idx="220">
                  <c:v>0.05688524666440836</c:v>
                </c:pt>
                <c:pt idx="221">
                  <c:v>0.44820436093997806</c:v>
                </c:pt>
                <c:pt idx="222">
                  <c:v>0.769465596760829</c:v>
                </c:pt>
                <c:pt idx="223">
                  <c:v>0.9720086105387784</c:v>
                </c:pt>
                <c:pt idx="224">
                  <c:v>1.0258243434729515</c:v>
                </c:pt>
                <c:pt idx="225">
                  <c:v>0.9238795325112913</c:v>
                </c:pt>
                <c:pt idx="226">
                  <c:v>0.6828527081909759</c:v>
                </c:pt>
                <c:pt idx="227">
                  <c:v>0.3402571947240908</c:v>
                </c:pt>
                <c:pt idx="228">
                  <c:v>-0.05152387234447192</c:v>
                </c:pt>
                <c:pt idx="229">
                  <c:v>-0.43331697398855484</c:v>
                </c:pt>
                <c:pt idx="230">
                  <c:v>-0.7480937723730088</c:v>
                </c:pt>
                <c:pt idx="231">
                  <c:v>-0.9494177917943546</c:v>
                </c:pt>
                <c:pt idx="232">
                  <c:v>-1.0081713254548348</c:v>
                </c:pt>
                <c:pt idx="233">
                  <c:v>-0.9166199144331998</c:v>
                </c:pt>
                <c:pt idx="234">
                  <c:v>-0.6892840590150192</c:v>
                </c:pt>
                <c:pt idx="235">
                  <c:v>-0.3605598907681426</c:v>
                </c:pt>
                <c:pt idx="236">
                  <c:v>0.02050615512929381</c:v>
                </c:pt>
                <c:pt idx="237">
                  <c:v>0.39749216431901996</c:v>
                </c:pt>
                <c:pt idx="238">
                  <c:v>0.7148587629196237</c:v>
                </c:pt>
                <c:pt idx="239">
                  <c:v>0.9260071329662658</c:v>
                </c:pt>
                <c:pt idx="240">
                  <c:v>1</c:v>
                </c:pt>
              </c:numCache>
            </c:numRef>
          </c:val>
          <c:smooth val="0"/>
        </c:ser>
        <c:ser>
          <c:idx val="1"/>
          <c:order val="1"/>
          <c:tx>
            <c:strRef>
              <c:f>Sheet1!$C$1</c:f>
              <c:strCache>
                <c:ptCount val="1"/>
                <c:pt idx="0">
                  <c:v>I(t)</c:v>
                </c:pt>
              </c:strCache>
            </c:strRef>
          </c:tx>
          <c:spPr>
            <a:solidFill>
              <a:srgbClr val="2EC4B6"/>
            </a:solidFill>
            <a:ln w="15875"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Sheet1!$A$2:$A$242</c:f>
              <c:multiLvlStrCache>
                <c:ptCount val="241"/>
                <c:lvl>
                  <c:pt idx="0">
                    <c:v>0.00</c:v>
                  </c:pt>
                  <c:pt idx="1">
                    <c:v>0.00</c:v>
                  </c:pt>
                  <c:pt idx="2">
                    <c:v>0.01</c:v>
                  </c:pt>
                  <c:pt idx="3">
                    <c:v>0.01</c:v>
                  </c:pt>
                  <c:pt idx="4">
                    <c:v>0.02</c:v>
                  </c:pt>
                  <c:pt idx="5">
                    <c:v>0.02</c:v>
                  </c:pt>
                  <c:pt idx="6">
                    <c:v>0.03</c:v>
                  </c:pt>
                  <c:pt idx="7">
                    <c:v>0.03</c:v>
                  </c:pt>
                  <c:pt idx="8">
                    <c:v>0.03</c:v>
                  </c:pt>
                  <c:pt idx="9">
                    <c:v>0.04</c:v>
                  </c:pt>
                  <c:pt idx="10">
                    <c:v>0.04</c:v>
                  </c:pt>
                  <c:pt idx="11">
                    <c:v>0.05</c:v>
                  </c:pt>
                  <c:pt idx="12">
                    <c:v>0.05</c:v>
                  </c:pt>
                  <c:pt idx="13">
                    <c:v>0.05</c:v>
                  </c:pt>
                  <c:pt idx="14">
                    <c:v>0.06</c:v>
                  </c:pt>
                  <c:pt idx="15">
                    <c:v>0.06</c:v>
                  </c:pt>
                  <c:pt idx="16">
                    <c:v>0.07</c:v>
                  </c:pt>
                  <c:pt idx="17">
                    <c:v>0.07</c:v>
                  </c:pt>
                  <c:pt idx="18">
                    <c:v>0.07</c:v>
                  </c:pt>
                  <c:pt idx="19">
                    <c:v>0.08</c:v>
                  </c:pt>
                  <c:pt idx="20">
                    <c:v>0.08</c:v>
                  </c:pt>
                  <c:pt idx="21">
                    <c:v>0.09</c:v>
                  </c:pt>
                  <c:pt idx="22">
                    <c:v>0.09</c:v>
                  </c:pt>
                  <c:pt idx="23">
                    <c:v>0.10</c:v>
                  </c:pt>
                  <c:pt idx="24">
                    <c:v>0.10</c:v>
                  </c:pt>
                  <c:pt idx="25">
                    <c:v>0.10</c:v>
                  </c:pt>
                  <c:pt idx="26">
                    <c:v>0.11</c:v>
                  </c:pt>
                  <c:pt idx="27">
                    <c:v>0.11</c:v>
                  </c:pt>
                  <c:pt idx="28">
                    <c:v>0.12</c:v>
                  </c:pt>
                  <c:pt idx="29">
                    <c:v>0.12</c:v>
                  </c:pt>
                  <c:pt idx="30">
                    <c:v>0.13</c:v>
                  </c:pt>
                  <c:pt idx="31">
                    <c:v>0.13</c:v>
                  </c:pt>
                  <c:pt idx="32">
                    <c:v>0.13</c:v>
                  </c:pt>
                  <c:pt idx="33">
                    <c:v>0.14</c:v>
                  </c:pt>
                  <c:pt idx="34">
                    <c:v>0.14</c:v>
                  </c:pt>
                  <c:pt idx="35">
                    <c:v>0.15</c:v>
                  </c:pt>
                  <c:pt idx="36">
                    <c:v>0.15</c:v>
                  </c:pt>
                  <c:pt idx="37">
                    <c:v>0.15</c:v>
                  </c:pt>
                  <c:pt idx="38">
                    <c:v>0.16</c:v>
                  </c:pt>
                  <c:pt idx="39">
                    <c:v>0.16</c:v>
                  </c:pt>
                  <c:pt idx="40">
                    <c:v>0.17</c:v>
                  </c:pt>
                  <c:pt idx="41">
                    <c:v>0.17</c:v>
                  </c:pt>
                  <c:pt idx="42">
                    <c:v>0.17</c:v>
                  </c:pt>
                  <c:pt idx="43">
                    <c:v>0.18</c:v>
                  </c:pt>
                  <c:pt idx="44">
                    <c:v>0.18</c:v>
                  </c:pt>
                  <c:pt idx="45">
                    <c:v>0.19</c:v>
                  </c:pt>
                  <c:pt idx="46">
                    <c:v>0.19</c:v>
                  </c:pt>
                  <c:pt idx="47">
                    <c:v>0.20</c:v>
                  </c:pt>
                  <c:pt idx="48">
                    <c:v>0.20</c:v>
                  </c:pt>
                  <c:pt idx="49">
                    <c:v>0.20</c:v>
                  </c:pt>
                  <c:pt idx="50">
                    <c:v>0.21</c:v>
                  </c:pt>
                  <c:pt idx="51">
                    <c:v>0.21</c:v>
                  </c:pt>
                  <c:pt idx="52">
                    <c:v>0.22</c:v>
                  </c:pt>
                  <c:pt idx="53">
                    <c:v>0.22</c:v>
                  </c:pt>
                  <c:pt idx="54">
                    <c:v>0.23</c:v>
                  </c:pt>
                  <c:pt idx="55">
                    <c:v>0.23</c:v>
                  </c:pt>
                  <c:pt idx="56">
                    <c:v>0.23</c:v>
                  </c:pt>
                  <c:pt idx="57">
                    <c:v>0.24</c:v>
                  </c:pt>
                  <c:pt idx="58">
                    <c:v>0.24</c:v>
                  </c:pt>
                  <c:pt idx="59">
                    <c:v>0.25</c:v>
                  </c:pt>
                  <c:pt idx="60">
                    <c:v>0.25</c:v>
                  </c:pt>
                  <c:pt idx="61">
                    <c:v>0.25</c:v>
                  </c:pt>
                  <c:pt idx="62">
                    <c:v>0.26</c:v>
                  </c:pt>
                  <c:pt idx="63">
                    <c:v>0.26</c:v>
                  </c:pt>
                  <c:pt idx="64">
                    <c:v>0.27</c:v>
                  </c:pt>
                  <c:pt idx="65">
                    <c:v>0.27</c:v>
                  </c:pt>
                  <c:pt idx="66">
                    <c:v>0.28</c:v>
                  </c:pt>
                  <c:pt idx="67">
                    <c:v>0.28</c:v>
                  </c:pt>
                  <c:pt idx="68">
                    <c:v>0.28</c:v>
                  </c:pt>
                  <c:pt idx="69">
                    <c:v>0.29</c:v>
                  </c:pt>
                  <c:pt idx="70">
                    <c:v>0.29</c:v>
                  </c:pt>
                  <c:pt idx="71">
                    <c:v>0.30</c:v>
                  </c:pt>
                  <c:pt idx="72">
                    <c:v>0.30</c:v>
                  </c:pt>
                  <c:pt idx="73">
                    <c:v>0.30</c:v>
                  </c:pt>
                  <c:pt idx="74">
                    <c:v>0.31</c:v>
                  </c:pt>
                  <c:pt idx="75">
                    <c:v>0.31</c:v>
                  </c:pt>
                  <c:pt idx="76">
                    <c:v>0.32</c:v>
                  </c:pt>
                  <c:pt idx="77">
                    <c:v>0.32</c:v>
                  </c:pt>
                  <c:pt idx="78">
                    <c:v>0.33</c:v>
                  </c:pt>
                  <c:pt idx="79">
                    <c:v>0.33</c:v>
                  </c:pt>
                  <c:pt idx="80">
                    <c:v>0.33</c:v>
                  </c:pt>
                  <c:pt idx="81">
                    <c:v>0.34</c:v>
                  </c:pt>
                  <c:pt idx="82">
                    <c:v>0.34</c:v>
                  </c:pt>
                  <c:pt idx="83">
                    <c:v>0.35</c:v>
                  </c:pt>
                  <c:pt idx="84">
                    <c:v>0.35</c:v>
                  </c:pt>
                  <c:pt idx="85">
                    <c:v>0.35</c:v>
                  </c:pt>
                  <c:pt idx="86">
                    <c:v>0.36</c:v>
                  </c:pt>
                  <c:pt idx="87">
                    <c:v>0.36</c:v>
                  </c:pt>
                  <c:pt idx="88">
                    <c:v>0.37</c:v>
                  </c:pt>
                  <c:pt idx="89">
                    <c:v>0.37</c:v>
                  </c:pt>
                  <c:pt idx="90">
                    <c:v>0.38</c:v>
                  </c:pt>
                  <c:pt idx="91">
                    <c:v>0.38</c:v>
                  </c:pt>
                  <c:pt idx="92">
                    <c:v>0.38</c:v>
                  </c:pt>
                  <c:pt idx="93">
                    <c:v>0.39</c:v>
                  </c:pt>
                  <c:pt idx="94">
                    <c:v>0.39</c:v>
                  </c:pt>
                  <c:pt idx="95">
                    <c:v>0.40</c:v>
                  </c:pt>
                  <c:pt idx="96">
                    <c:v>0.40</c:v>
                  </c:pt>
                  <c:pt idx="97">
                    <c:v>0.40</c:v>
                  </c:pt>
                  <c:pt idx="98">
                    <c:v>0.41</c:v>
                  </c:pt>
                  <c:pt idx="99">
                    <c:v>0.41</c:v>
                  </c:pt>
                  <c:pt idx="100">
                    <c:v>0.42</c:v>
                  </c:pt>
                  <c:pt idx="101">
                    <c:v>0.42</c:v>
                  </c:pt>
                  <c:pt idx="102">
                    <c:v>0.42</c:v>
                  </c:pt>
                  <c:pt idx="103">
                    <c:v>0.43</c:v>
                  </c:pt>
                  <c:pt idx="104">
                    <c:v>0.43</c:v>
                  </c:pt>
                  <c:pt idx="105">
                    <c:v>0.44</c:v>
                  </c:pt>
                  <c:pt idx="106">
                    <c:v>0.44</c:v>
                  </c:pt>
                  <c:pt idx="107">
                    <c:v>0.45</c:v>
                  </c:pt>
                  <c:pt idx="108">
                    <c:v>0.45</c:v>
                  </c:pt>
                  <c:pt idx="109">
                    <c:v>0.45</c:v>
                  </c:pt>
                  <c:pt idx="110">
                    <c:v>0.46</c:v>
                  </c:pt>
                  <c:pt idx="111">
                    <c:v>0.46</c:v>
                  </c:pt>
                  <c:pt idx="112">
                    <c:v>0.47</c:v>
                  </c:pt>
                  <c:pt idx="113">
                    <c:v>0.47</c:v>
                  </c:pt>
                  <c:pt idx="114">
                    <c:v>0.47</c:v>
                  </c:pt>
                  <c:pt idx="115">
                    <c:v>0.48</c:v>
                  </c:pt>
                  <c:pt idx="116">
                    <c:v>0.48</c:v>
                  </c:pt>
                  <c:pt idx="117">
                    <c:v>0.49</c:v>
                  </c:pt>
                  <c:pt idx="118">
                    <c:v>0.49</c:v>
                  </c:pt>
                  <c:pt idx="119">
                    <c:v>0.50</c:v>
                  </c:pt>
                  <c:pt idx="120">
                    <c:v>0.50</c:v>
                  </c:pt>
                  <c:pt idx="121">
                    <c:v>0.50</c:v>
                  </c:pt>
                  <c:pt idx="122">
                    <c:v>0.51</c:v>
                  </c:pt>
                  <c:pt idx="123">
                    <c:v>0.51</c:v>
                  </c:pt>
                  <c:pt idx="124">
                    <c:v>0.52</c:v>
                  </c:pt>
                  <c:pt idx="125">
                    <c:v>0.52</c:v>
                  </c:pt>
                  <c:pt idx="126">
                    <c:v>0.53</c:v>
                  </c:pt>
                  <c:pt idx="127">
                    <c:v>0.53</c:v>
                  </c:pt>
                  <c:pt idx="128">
                    <c:v>0.53</c:v>
                  </c:pt>
                  <c:pt idx="129">
                    <c:v>0.54</c:v>
                  </c:pt>
                  <c:pt idx="130">
                    <c:v>0.54</c:v>
                  </c:pt>
                  <c:pt idx="131">
                    <c:v>0.55</c:v>
                  </c:pt>
                  <c:pt idx="132">
                    <c:v>0.55</c:v>
                  </c:pt>
                  <c:pt idx="133">
                    <c:v>0.55</c:v>
                  </c:pt>
                  <c:pt idx="134">
                    <c:v>0.56</c:v>
                  </c:pt>
                  <c:pt idx="135">
                    <c:v>0.56</c:v>
                  </c:pt>
                  <c:pt idx="136">
                    <c:v>0.57</c:v>
                  </c:pt>
                  <c:pt idx="137">
                    <c:v>0.57</c:v>
                  </c:pt>
                  <c:pt idx="138">
                    <c:v>0.57</c:v>
                  </c:pt>
                  <c:pt idx="139">
                    <c:v>0.58</c:v>
                  </c:pt>
                  <c:pt idx="140">
                    <c:v>0.58</c:v>
                  </c:pt>
                  <c:pt idx="141">
                    <c:v>0.59</c:v>
                  </c:pt>
                  <c:pt idx="142">
                    <c:v>0.59</c:v>
                  </c:pt>
                  <c:pt idx="143">
                    <c:v>0.60</c:v>
                  </c:pt>
                  <c:pt idx="144">
                    <c:v>0.60</c:v>
                  </c:pt>
                  <c:pt idx="145">
                    <c:v>0.60</c:v>
                  </c:pt>
                  <c:pt idx="146">
                    <c:v>0.61</c:v>
                  </c:pt>
                  <c:pt idx="147">
                    <c:v>0.61</c:v>
                  </c:pt>
                  <c:pt idx="148">
                    <c:v>0.62</c:v>
                  </c:pt>
                  <c:pt idx="149">
                    <c:v>0.62</c:v>
                  </c:pt>
                  <c:pt idx="150">
                    <c:v>0.63</c:v>
                  </c:pt>
                  <c:pt idx="151">
                    <c:v>0.63</c:v>
                  </c:pt>
                  <c:pt idx="152">
                    <c:v>0.63</c:v>
                  </c:pt>
                  <c:pt idx="153">
                    <c:v>0.64</c:v>
                  </c:pt>
                  <c:pt idx="154">
                    <c:v>0.64</c:v>
                  </c:pt>
                  <c:pt idx="155">
                    <c:v>0.65</c:v>
                  </c:pt>
                  <c:pt idx="156">
                    <c:v>0.65</c:v>
                  </c:pt>
                  <c:pt idx="157">
                    <c:v>0.65</c:v>
                  </c:pt>
                  <c:pt idx="158">
                    <c:v>0.66</c:v>
                  </c:pt>
                  <c:pt idx="159">
                    <c:v>0.66</c:v>
                  </c:pt>
                  <c:pt idx="160">
                    <c:v>0.67</c:v>
                  </c:pt>
                  <c:pt idx="161">
                    <c:v>0.67</c:v>
                  </c:pt>
                  <c:pt idx="162">
                    <c:v>0.68</c:v>
                  </c:pt>
                  <c:pt idx="163">
                    <c:v>0.68</c:v>
                  </c:pt>
                  <c:pt idx="164">
                    <c:v>0.68</c:v>
                  </c:pt>
                  <c:pt idx="165">
                    <c:v>0.69</c:v>
                  </c:pt>
                  <c:pt idx="166">
                    <c:v>0.69</c:v>
                  </c:pt>
                  <c:pt idx="167">
                    <c:v>0.70</c:v>
                  </c:pt>
                  <c:pt idx="168">
                    <c:v>0.70</c:v>
                  </c:pt>
                  <c:pt idx="169">
                    <c:v>0.70</c:v>
                  </c:pt>
                  <c:pt idx="170">
                    <c:v>0.71</c:v>
                  </c:pt>
                  <c:pt idx="171">
                    <c:v>0.71</c:v>
                  </c:pt>
                  <c:pt idx="172">
                    <c:v>0.72</c:v>
                  </c:pt>
                  <c:pt idx="173">
                    <c:v>0.72</c:v>
                  </c:pt>
                  <c:pt idx="174">
                    <c:v>0.72</c:v>
                  </c:pt>
                  <c:pt idx="175">
                    <c:v>0.73</c:v>
                  </c:pt>
                  <c:pt idx="176">
                    <c:v>0.73</c:v>
                  </c:pt>
                  <c:pt idx="177">
                    <c:v>0.74</c:v>
                  </c:pt>
                  <c:pt idx="178">
                    <c:v>0.74</c:v>
                  </c:pt>
                  <c:pt idx="179">
                    <c:v>0.75</c:v>
                  </c:pt>
                  <c:pt idx="180">
                    <c:v>0.75</c:v>
                  </c:pt>
                  <c:pt idx="181">
                    <c:v>0.75</c:v>
                  </c:pt>
                  <c:pt idx="182">
                    <c:v>0.76</c:v>
                  </c:pt>
                  <c:pt idx="183">
                    <c:v>0.76</c:v>
                  </c:pt>
                  <c:pt idx="184">
                    <c:v>0.77</c:v>
                  </c:pt>
                  <c:pt idx="185">
                    <c:v>0.77</c:v>
                  </c:pt>
                  <c:pt idx="186">
                    <c:v>0.78</c:v>
                  </c:pt>
                  <c:pt idx="187">
                    <c:v>0.78</c:v>
                  </c:pt>
                  <c:pt idx="188">
                    <c:v>0.78</c:v>
                  </c:pt>
                  <c:pt idx="189">
                    <c:v>0.79</c:v>
                  </c:pt>
                  <c:pt idx="190">
                    <c:v>0.79</c:v>
                  </c:pt>
                  <c:pt idx="191">
                    <c:v>0.80</c:v>
                  </c:pt>
                  <c:pt idx="192">
                    <c:v>0.80</c:v>
                  </c:pt>
                  <c:pt idx="193">
                    <c:v>0.80</c:v>
                  </c:pt>
                  <c:pt idx="194">
                    <c:v>0.81</c:v>
                  </c:pt>
                  <c:pt idx="195">
                    <c:v>0.81</c:v>
                  </c:pt>
                  <c:pt idx="196">
                    <c:v>0.82</c:v>
                  </c:pt>
                  <c:pt idx="197">
                    <c:v>0.82</c:v>
                  </c:pt>
                  <c:pt idx="198">
                    <c:v>0.82</c:v>
                  </c:pt>
                  <c:pt idx="199">
                    <c:v>0.83</c:v>
                  </c:pt>
                  <c:pt idx="200">
                    <c:v>0.83</c:v>
                  </c:pt>
                  <c:pt idx="201">
                    <c:v>0.84</c:v>
                  </c:pt>
                  <c:pt idx="202">
                    <c:v>0.84</c:v>
                  </c:pt>
                  <c:pt idx="203">
                    <c:v>0.85</c:v>
                  </c:pt>
                  <c:pt idx="204">
                    <c:v>0.85</c:v>
                  </c:pt>
                  <c:pt idx="205">
                    <c:v>0.85</c:v>
                  </c:pt>
                  <c:pt idx="206">
                    <c:v>0.86</c:v>
                  </c:pt>
                  <c:pt idx="207">
                    <c:v>0.86</c:v>
                  </c:pt>
                  <c:pt idx="208">
                    <c:v>0.87</c:v>
                  </c:pt>
                  <c:pt idx="209">
                    <c:v>0.87</c:v>
                  </c:pt>
                  <c:pt idx="210">
                    <c:v>0.88</c:v>
                  </c:pt>
                  <c:pt idx="211">
                    <c:v>0.88</c:v>
                  </c:pt>
                  <c:pt idx="212">
                    <c:v>0.88</c:v>
                  </c:pt>
                  <c:pt idx="213">
                    <c:v>0.89</c:v>
                  </c:pt>
                  <c:pt idx="214">
                    <c:v>0.89</c:v>
                  </c:pt>
                  <c:pt idx="215">
                    <c:v>0.90</c:v>
                  </c:pt>
                  <c:pt idx="216">
                    <c:v>0.90</c:v>
                  </c:pt>
                  <c:pt idx="217">
                    <c:v>0.90</c:v>
                  </c:pt>
                  <c:pt idx="218">
                    <c:v>0.91</c:v>
                  </c:pt>
                  <c:pt idx="219">
                    <c:v>0.91</c:v>
                  </c:pt>
                  <c:pt idx="220">
                    <c:v>0.92</c:v>
                  </c:pt>
                  <c:pt idx="221">
                    <c:v>0.92</c:v>
                  </c:pt>
                  <c:pt idx="222">
                    <c:v>0.93</c:v>
                  </c:pt>
                  <c:pt idx="223">
                    <c:v>0.93</c:v>
                  </c:pt>
                  <c:pt idx="224">
                    <c:v>0.93</c:v>
                  </c:pt>
                  <c:pt idx="225">
                    <c:v>0.94</c:v>
                  </c:pt>
                  <c:pt idx="226">
                    <c:v>0.94</c:v>
                  </c:pt>
                  <c:pt idx="227">
                    <c:v>0.95</c:v>
                  </c:pt>
                  <c:pt idx="228">
                    <c:v>0.95</c:v>
                  </c:pt>
                  <c:pt idx="229">
                    <c:v>0.95</c:v>
                  </c:pt>
                  <c:pt idx="230">
                    <c:v>0.96</c:v>
                  </c:pt>
                  <c:pt idx="231">
                    <c:v>0.96</c:v>
                  </c:pt>
                  <c:pt idx="232">
                    <c:v>0.97</c:v>
                  </c:pt>
                  <c:pt idx="233">
                    <c:v>0.97</c:v>
                  </c:pt>
                  <c:pt idx="234">
                    <c:v>0.97</c:v>
                  </c:pt>
                  <c:pt idx="235">
                    <c:v>0.98</c:v>
                  </c:pt>
                  <c:pt idx="236">
                    <c:v>0.98</c:v>
                  </c:pt>
                  <c:pt idx="237">
                    <c:v>0.99</c:v>
                  </c:pt>
                  <c:pt idx="238">
                    <c:v>0.99</c:v>
                  </c:pt>
                  <c:pt idx="239">
                    <c:v>1.00</c:v>
                  </c:pt>
                  <c:pt idx="240">
                    <c:v>1.00</c:v>
                  </c:pt>
                </c:lvl>
              </c:multiLvlStrCache>
            </c:multiLvlStrRef>
          </c:cat>
          <c:val>
            <c:numRef>
              <c:f>Sheet1!$C$2:$C$242</c:f>
              <c:numCache>
                <c:formatCode>General</c:formatCode>
                <c:ptCount val="241"/>
                <c:pt idx="0">
                  <c:v>1</c:v>
                </c:pt>
                <c:pt idx="1">
                  <c:v>0.9996573249755573</c:v>
                </c:pt>
                <c:pt idx="2">
                  <c:v>0.9986295347545738</c:v>
                </c:pt>
                <c:pt idx="3">
                  <c:v>0.996917333733128</c:v>
                </c:pt>
                <c:pt idx="4">
                  <c:v>0.9945218953682733</c:v>
                </c:pt>
                <c:pt idx="5">
                  <c:v>0.9914448613738104</c:v>
                </c:pt>
                <c:pt idx="6">
                  <c:v>0.9876883405951378</c:v>
                </c:pt>
                <c:pt idx="7">
                  <c:v>0.9832549075639546</c:v>
                </c:pt>
                <c:pt idx="8">
                  <c:v>0.9781476007338057</c:v>
                </c:pt>
                <c:pt idx="9">
                  <c:v>0.9723699203976766</c:v>
                </c:pt>
                <c:pt idx="10">
                  <c:v>0.9659258262890683</c:v>
                </c:pt>
                <c:pt idx="11">
                  <c:v>0.958819734868193</c:v>
                </c:pt>
                <c:pt idx="12">
                  <c:v>0.9510565162951535</c:v>
                </c:pt>
                <c:pt idx="13">
                  <c:v>0.9426414910921784</c:v>
                </c:pt>
                <c:pt idx="14">
                  <c:v>0.9335804264972017</c:v>
                </c:pt>
                <c:pt idx="15">
                  <c:v>0.9238795325112867</c:v>
                </c:pt>
                <c:pt idx="16">
                  <c:v>0.9135454576426009</c:v>
                </c:pt>
                <c:pt idx="17">
                  <c:v>0.9025852843498606</c:v>
                </c:pt>
                <c:pt idx="18">
                  <c:v>0.8910065241883679</c:v>
                </c:pt>
                <c:pt idx="19">
                  <c:v>0.8788171126619654</c:v>
                </c:pt>
                <c:pt idx="20">
                  <c:v>0.8660254037844387</c:v>
                </c:pt>
                <c:pt idx="21">
                  <c:v>0.8526401643540923</c:v>
                </c:pt>
                <c:pt idx="22">
                  <c:v>0.838670567945424</c:v>
                </c:pt>
                <c:pt idx="23">
                  <c:v>0.8241261886220156</c:v>
                </c:pt>
                <c:pt idx="24">
                  <c:v>0.8090169943749475</c:v>
                </c:pt>
                <c:pt idx="25">
                  <c:v>0.7933533402912352</c:v>
                </c:pt>
                <c:pt idx="26">
                  <c:v>0.7771459614569708</c:v>
                </c:pt>
                <c:pt idx="27">
                  <c:v>0.7604059656000309</c:v>
                </c:pt>
                <c:pt idx="28">
                  <c:v>0.7431448254773942</c:v>
                </c:pt>
                <c:pt idx="29">
                  <c:v>0.7253743710122877</c:v>
                </c:pt>
                <c:pt idx="30">
                  <c:v>0.7071067811865476</c:v>
                </c:pt>
                <c:pt idx="31">
                  <c:v>0.6883545756937539</c:v>
                </c:pt>
                <c:pt idx="32">
                  <c:v>0.6691306063588582</c:v>
                </c:pt>
                <c:pt idx="33">
                  <c:v>0.6494480483301835</c:v>
                </c:pt>
                <c:pt idx="34">
                  <c:v>0.6293203910498375</c:v>
                </c:pt>
                <c:pt idx="35">
                  <c:v>0.6087614290087207</c:v>
                </c:pt>
                <c:pt idx="36">
                  <c:v>0.5877852522924731</c:v>
                </c:pt>
                <c:pt idx="37">
                  <c:v>0.5664062369248328</c:v>
                </c:pt>
                <c:pt idx="38">
                  <c:v>0.5446390350150272</c:v>
                </c:pt>
                <c:pt idx="39">
                  <c:v>0.5224985647159489</c:v>
                </c:pt>
                <c:pt idx="40">
                  <c:v>0.5000000000000001</c:v>
                </c:pt>
                <c:pt idx="41">
                  <c:v>0.4771587602596084</c:v>
                </c:pt>
                <c:pt idx="42">
                  <c:v>0.45399049973954686</c:v>
                </c:pt>
                <c:pt idx="43">
                  <c:v>0.43051109680829525</c:v>
                </c:pt>
                <c:pt idx="44">
                  <c:v>0.4067366430758004</c:v>
                </c:pt>
                <c:pt idx="45">
                  <c:v>0.38268343236508984</c:v>
                </c:pt>
                <c:pt idx="46">
                  <c:v>0.35836794954530016</c:v>
                </c:pt>
                <c:pt idx="47">
                  <c:v>0.3338068592337709</c:v>
                </c:pt>
                <c:pt idx="48">
                  <c:v>0.30901699437494745</c:v>
                </c:pt>
                <c:pt idx="49">
                  <c:v>0.28401534470392276</c:v>
                </c:pt>
                <c:pt idx="50">
                  <c:v>0.25881904510252074</c:v>
                </c:pt>
                <c:pt idx="51">
                  <c:v>0.23344536385590547</c:v>
                </c:pt>
                <c:pt idx="52">
                  <c:v>0.20791169081775923</c:v>
                </c:pt>
                <c:pt idx="53">
                  <c:v>0.18223552549214767</c:v>
                </c:pt>
                <c:pt idx="54">
                  <c:v>0.15643446504023092</c:v>
                </c:pt>
                <c:pt idx="55">
                  <c:v>0.1305261922200517</c:v>
                </c:pt>
                <c:pt idx="56">
                  <c:v>0.10452846326765346</c:v>
                </c:pt>
                <c:pt idx="57">
                  <c:v>0.078459095727845</c:v>
                </c:pt>
                <c:pt idx="58">
                  <c:v>0.052335956242943966</c:v>
                </c:pt>
                <c:pt idx="59">
                  <c:v>0.02617694830787336</c:v>
                </c:pt>
                <c:pt idx="60">
                  <c:v>6.123233995736766e-17</c:v>
                </c:pt>
                <c:pt idx="61">
                  <c:v>-0.026176948307873017</c:v>
                </c:pt>
                <c:pt idx="62">
                  <c:v>-0.05233595624294384</c:v>
                </c:pt>
                <c:pt idx="63">
                  <c:v>-0.07845909572784487</c:v>
                </c:pt>
                <c:pt idx="64">
                  <c:v>-0.10452846326765333</c:v>
                </c:pt>
                <c:pt idx="65">
                  <c:v>-0.13052619222005138</c:v>
                </c:pt>
                <c:pt idx="66">
                  <c:v>-0.15643446504023104</c:v>
                </c:pt>
                <c:pt idx="67">
                  <c:v>-0.18223552549214753</c:v>
                </c:pt>
                <c:pt idx="68">
                  <c:v>-0.20791169081775912</c:v>
                </c:pt>
                <c:pt idx="69">
                  <c:v>-0.23344536385590514</c:v>
                </c:pt>
                <c:pt idx="70">
                  <c:v>-0.25881904510252085</c:v>
                </c:pt>
                <c:pt idx="71">
                  <c:v>-0.28401534470392265</c:v>
                </c:pt>
                <c:pt idx="72">
                  <c:v>-0.30901699437494734</c:v>
                </c:pt>
                <c:pt idx="73">
                  <c:v>-0.3338068592337708</c:v>
                </c:pt>
                <c:pt idx="74">
                  <c:v>-0.35836794954530027</c:v>
                </c:pt>
                <c:pt idx="75">
                  <c:v>-0.3826834323650897</c:v>
                </c:pt>
                <c:pt idx="76">
                  <c:v>-0.4067366430758001</c:v>
                </c:pt>
                <c:pt idx="77">
                  <c:v>-0.43051109680829536</c:v>
                </c:pt>
                <c:pt idx="78">
                  <c:v>-0.45399049973954675</c:v>
                </c:pt>
                <c:pt idx="79">
                  <c:v>-0.47715876025960846</c:v>
                </c:pt>
                <c:pt idx="80">
                  <c:v>-0.4999999999999998</c:v>
                </c:pt>
                <c:pt idx="81">
                  <c:v>-0.5224985647159488</c:v>
                </c:pt>
                <c:pt idx="82">
                  <c:v>-0.5446390350150271</c:v>
                </c:pt>
                <c:pt idx="83">
                  <c:v>-0.5664062369248326</c:v>
                </c:pt>
                <c:pt idx="84">
                  <c:v>-0.587785252292473</c:v>
                </c:pt>
                <c:pt idx="85">
                  <c:v>-0.6087614290087207</c:v>
                </c:pt>
                <c:pt idx="86">
                  <c:v>-0.6293203910498373</c:v>
                </c:pt>
                <c:pt idx="87">
                  <c:v>-0.6494480483301835</c:v>
                </c:pt>
                <c:pt idx="88">
                  <c:v>-0.6691306063588579</c:v>
                </c:pt>
                <c:pt idx="89">
                  <c:v>-0.6883545756937541</c:v>
                </c:pt>
                <c:pt idx="90">
                  <c:v>-0.7071067811865475</c:v>
                </c:pt>
                <c:pt idx="91">
                  <c:v>-0.7253743710122874</c:v>
                </c:pt>
                <c:pt idx="92">
                  <c:v>-0.7431448254773944</c:v>
                </c:pt>
                <c:pt idx="93">
                  <c:v>-0.7604059656000308</c:v>
                </c:pt>
                <c:pt idx="94">
                  <c:v>-0.7771459614569709</c:v>
                </c:pt>
                <c:pt idx="95">
                  <c:v>-0.793353340291235</c:v>
                </c:pt>
                <c:pt idx="96">
                  <c:v>-0.8090169943749473</c:v>
                </c:pt>
                <c:pt idx="97">
                  <c:v>-0.8241261886220157</c:v>
                </c:pt>
                <c:pt idx="98">
                  <c:v>-0.8386705679454239</c:v>
                </c:pt>
                <c:pt idx="99">
                  <c:v>-0.8526401643540922</c:v>
                </c:pt>
                <c:pt idx="100">
                  <c:v>-0.8660254037844387</c:v>
                </c:pt>
                <c:pt idx="101">
                  <c:v>-0.8788171126619653</c:v>
                </c:pt>
                <c:pt idx="102">
                  <c:v>-0.8910065241883678</c:v>
                </c:pt>
                <c:pt idx="103">
                  <c:v>-0.9025852843498604</c:v>
                </c:pt>
                <c:pt idx="104">
                  <c:v>-0.913545457642601</c:v>
                </c:pt>
                <c:pt idx="105">
                  <c:v>-0.9238795325112867</c:v>
                </c:pt>
                <c:pt idx="106">
                  <c:v>-0.9335804264972016</c:v>
                </c:pt>
                <c:pt idx="107">
                  <c:v>-0.9426414910921784</c:v>
                </c:pt>
                <c:pt idx="108">
                  <c:v>-0.9510565162951535</c:v>
                </c:pt>
                <c:pt idx="109">
                  <c:v>-0.958819734868193</c:v>
                </c:pt>
                <c:pt idx="110">
                  <c:v>-0.9659258262890682</c:v>
                </c:pt>
                <c:pt idx="111">
                  <c:v>-0.9723699203976766</c:v>
                </c:pt>
                <c:pt idx="112">
                  <c:v>-0.9781476007338057</c:v>
                </c:pt>
                <c:pt idx="113">
                  <c:v>-0.9832549075639545</c:v>
                </c:pt>
                <c:pt idx="114">
                  <c:v>-0.9876883405951377</c:v>
                </c:pt>
                <c:pt idx="115">
                  <c:v>-0.9914448613738104</c:v>
                </c:pt>
                <c:pt idx="116">
                  <c:v>-0.9945218953682733</c:v>
                </c:pt>
                <c:pt idx="117">
                  <c:v>-0.996917333733128</c:v>
                </c:pt>
                <c:pt idx="118">
                  <c:v>-0.9986295347545738</c:v>
                </c:pt>
                <c:pt idx="119">
                  <c:v>-0.9996573249755573</c:v>
                </c:pt>
                <c:pt idx="120">
                  <c:v>-1</c:v>
                </c:pt>
                <c:pt idx="121">
                  <c:v>-0.9996573249755573</c:v>
                </c:pt>
                <c:pt idx="122">
                  <c:v>-0.9986295347545738</c:v>
                </c:pt>
                <c:pt idx="123">
                  <c:v>-0.9969173337331281</c:v>
                </c:pt>
                <c:pt idx="124">
                  <c:v>-0.9945218953682733</c:v>
                </c:pt>
                <c:pt idx="125">
                  <c:v>-0.9914448613738104</c:v>
                </c:pt>
                <c:pt idx="126">
                  <c:v>-0.9876883405951378</c:v>
                </c:pt>
                <c:pt idx="127">
                  <c:v>-0.9832549075639546</c:v>
                </c:pt>
                <c:pt idx="128">
                  <c:v>-0.9781476007338057</c:v>
                </c:pt>
                <c:pt idx="129">
                  <c:v>-0.9723699203976767</c:v>
                </c:pt>
                <c:pt idx="130">
                  <c:v>-0.9659258262890684</c:v>
                </c:pt>
                <c:pt idx="131">
                  <c:v>-0.9588197348681932</c:v>
                </c:pt>
                <c:pt idx="132">
                  <c:v>-0.9510565162951535</c:v>
                </c:pt>
                <c:pt idx="133">
                  <c:v>-0.9426414910921784</c:v>
                </c:pt>
                <c:pt idx="134">
                  <c:v>-0.9335804264972017</c:v>
                </c:pt>
                <c:pt idx="135">
                  <c:v>-0.9238795325112868</c:v>
                </c:pt>
                <c:pt idx="136">
                  <c:v>-0.9135454576426011</c:v>
                </c:pt>
                <c:pt idx="137">
                  <c:v>-0.9025852843498607</c:v>
                </c:pt>
                <c:pt idx="138">
                  <c:v>-0.8910065241883681</c:v>
                </c:pt>
                <c:pt idx="139">
                  <c:v>-0.8788171126619654</c:v>
                </c:pt>
                <c:pt idx="140">
                  <c:v>-0.8660254037844386</c:v>
                </c:pt>
                <c:pt idx="141">
                  <c:v>-0.8526401643540923</c:v>
                </c:pt>
                <c:pt idx="142">
                  <c:v>-0.838670567945424</c:v>
                </c:pt>
                <c:pt idx="143">
                  <c:v>-0.8241261886220158</c:v>
                </c:pt>
                <c:pt idx="144">
                  <c:v>-0.8090169943749475</c:v>
                </c:pt>
                <c:pt idx="145">
                  <c:v>-0.7933533402912354</c:v>
                </c:pt>
                <c:pt idx="146">
                  <c:v>-0.7771459614569711</c:v>
                </c:pt>
                <c:pt idx="147">
                  <c:v>-0.7604059656000307</c:v>
                </c:pt>
                <c:pt idx="148">
                  <c:v>-0.7431448254773942</c:v>
                </c:pt>
                <c:pt idx="149">
                  <c:v>-0.7253743710122875</c:v>
                </c:pt>
                <c:pt idx="150">
                  <c:v>-0.7071067811865477</c:v>
                </c:pt>
                <c:pt idx="151">
                  <c:v>-0.6883545756937542</c:v>
                </c:pt>
                <c:pt idx="152">
                  <c:v>-0.6691306063588585</c:v>
                </c:pt>
                <c:pt idx="153">
                  <c:v>-0.6494480483301841</c:v>
                </c:pt>
                <c:pt idx="154">
                  <c:v>-0.6293203910498371</c:v>
                </c:pt>
                <c:pt idx="155">
                  <c:v>-0.6087614290087209</c:v>
                </c:pt>
                <c:pt idx="156">
                  <c:v>-0.5877852522924732</c:v>
                </c:pt>
                <c:pt idx="157">
                  <c:v>-0.5664062369248328</c:v>
                </c:pt>
                <c:pt idx="158">
                  <c:v>-0.544639035015027</c:v>
                </c:pt>
                <c:pt idx="159">
                  <c:v>-0.5224985647159494</c:v>
                </c:pt>
                <c:pt idx="160">
                  <c:v>-0.5000000000000004</c:v>
                </c:pt>
                <c:pt idx="161">
                  <c:v>-0.4771587602596087</c:v>
                </c:pt>
                <c:pt idx="162">
                  <c:v>-0.4539904997395469</c:v>
                </c:pt>
                <c:pt idx="163">
                  <c:v>-0.43051109680829514</c:v>
                </c:pt>
                <c:pt idx="164">
                  <c:v>-0.4067366430758001</c:v>
                </c:pt>
                <c:pt idx="165">
                  <c:v>-0.38268343236509034</c:v>
                </c:pt>
                <c:pt idx="166">
                  <c:v>-0.3583679495453007</c:v>
                </c:pt>
                <c:pt idx="167">
                  <c:v>-0.33380685923377124</c:v>
                </c:pt>
                <c:pt idx="168">
                  <c:v>-0.30901699437494756</c:v>
                </c:pt>
                <c:pt idx="169">
                  <c:v>-0.28401534470392265</c:v>
                </c:pt>
                <c:pt idx="170">
                  <c:v>-0.25881904510252063</c:v>
                </c:pt>
                <c:pt idx="171">
                  <c:v>-0.23344536385590514</c:v>
                </c:pt>
                <c:pt idx="172">
                  <c:v>-0.2079116908177598</c:v>
                </c:pt>
                <c:pt idx="173">
                  <c:v>-0.18223552549214778</c:v>
                </c:pt>
                <c:pt idx="174">
                  <c:v>-0.15643446504023104</c:v>
                </c:pt>
                <c:pt idx="175">
                  <c:v>-0.13052619222005163</c:v>
                </c:pt>
                <c:pt idx="176">
                  <c:v>-0.10452846326765423</c:v>
                </c:pt>
                <c:pt idx="177">
                  <c:v>-0.07845909572784468</c:v>
                </c:pt>
                <c:pt idx="178">
                  <c:v>-0.052335956242943425</c:v>
                </c:pt>
                <c:pt idx="179">
                  <c:v>-0.026176948307873482</c:v>
                </c:pt>
                <c:pt idx="180">
                  <c:v>-1.8369701987210297e-16</c:v>
                </c:pt>
                <c:pt idx="181">
                  <c:v>0.026176948307873114</c:v>
                </c:pt>
                <c:pt idx="182">
                  <c:v>0.05233595624294306</c:v>
                </c:pt>
                <c:pt idx="183">
                  <c:v>0.07845909572784432</c:v>
                </c:pt>
                <c:pt idx="184">
                  <c:v>0.10452846326765387</c:v>
                </c:pt>
                <c:pt idx="185">
                  <c:v>0.13052619222005127</c:v>
                </c:pt>
                <c:pt idx="186">
                  <c:v>0.15643446504023067</c:v>
                </c:pt>
                <c:pt idx="187">
                  <c:v>0.18223552549214742</c:v>
                </c:pt>
                <c:pt idx="188">
                  <c:v>0.20791169081775943</c:v>
                </c:pt>
                <c:pt idx="189">
                  <c:v>0.23344536385590478</c:v>
                </c:pt>
                <c:pt idx="190">
                  <c:v>0.2588190451025203</c:v>
                </c:pt>
                <c:pt idx="191">
                  <c:v>0.2840153447039223</c:v>
                </c:pt>
                <c:pt idx="192">
                  <c:v>0.30901699437494723</c:v>
                </c:pt>
                <c:pt idx="193">
                  <c:v>0.3338068592337709</c:v>
                </c:pt>
                <c:pt idx="194">
                  <c:v>0.3583679495453004</c:v>
                </c:pt>
                <c:pt idx="195">
                  <c:v>0.38268343236509</c:v>
                </c:pt>
                <c:pt idx="196">
                  <c:v>0.40673664307579976</c:v>
                </c:pt>
                <c:pt idx="197">
                  <c:v>0.4305110968082948</c:v>
                </c:pt>
                <c:pt idx="198">
                  <c:v>0.45399049973954664</c:v>
                </c:pt>
                <c:pt idx="199">
                  <c:v>0.47715876025960835</c:v>
                </c:pt>
                <c:pt idx="200">
                  <c:v>0.5000000000000001</c:v>
                </c:pt>
                <c:pt idx="201">
                  <c:v>0.522498564715949</c:v>
                </c:pt>
                <c:pt idx="202">
                  <c:v>0.5446390350150266</c:v>
                </c:pt>
                <c:pt idx="203">
                  <c:v>0.5664062369248325</c:v>
                </c:pt>
                <c:pt idx="204">
                  <c:v>0.5877852522924729</c:v>
                </c:pt>
                <c:pt idx="205">
                  <c:v>0.6087614290087205</c:v>
                </c:pt>
                <c:pt idx="206">
                  <c:v>0.6293203910498368</c:v>
                </c:pt>
                <c:pt idx="207">
                  <c:v>0.6494480483301839</c:v>
                </c:pt>
                <c:pt idx="208">
                  <c:v>0.6691306063588585</c:v>
                </c:pt>
                <c:pt idx="209">
                  <c:v>0.6883545756937537</c:v>
                </c:pt>
                <c:pt idx="210">
                  <c:v>0.7071067811865474</c:v>
                </c:pt>
                <c:pt idx="211">
                  <c:v>0.7253743710122875</c:v>
                </c:pt>
                <c:pt idx="212">
                  <c:v>0.7431448254773937</c:v>
                </c:pt>
                <c:pt idx="213">
                  <c:v>0.7604059656000305</c:v>
                </c:pt>
                <c:pt idx="214">
                  <c:v>0.7771459614569711</c:v>
                </c:pt>
                <c:pt idx="215">
                  <c:v>0.7933533402912349</c:v>
                </c:pt>
                <c:pt idx="216">
                  <c:v>0.8090169943749473</c:v>
                </c:pt>
                <c:pt idx="217">
                  <c:v>0.8241261886220156</c:v>
                </c:pt>
                <c:pt idx="218">
                  <c:v>0.838670567945424</c:v>
                </c:pt>
                <c:pt idx="219">
                  <c:v>0.8526401643540918</c:v>
                </c:pt>
                <c:pt idx="220">
                  <c:v>0.8660254037844384</c:v>
                </c:pt>
                <c:pt idx="221">
                  <c:v>0.8788171126619652</c:v>
                </c:pt>
                <c:pt idx="222">
                  <c:v>0.8910065241883678</c:v>
                </c:pt>
                <c:pt idx="223">
                  <c:v>0.9025852843498606</c:v>
                </c:pt>
                <c:pt idx="224">
                  <c:v>0.913545457642601</c:v>
                </c:pt>
                <c:pt idx="225">
                  <c:v>0.9238795325112865</c:v>
                </c:pt>
                <c:pt idx="226">
                  <c:v>0.9335804264972015</c:v>
                </c:pt>
                <c:pt idx="227">
                  <c:v>0.9426414910921783</c:v>
                </c:pt>
                <c:pt idx="228">
                  <c:v>0.9510565162951535</c:v>
                </c:pt>
                <c:pt idx="229">
                  <c:v>0.958819734868193</c:v>
                </c:pt>
                <c:pt idx="230">
                  <c:v>0.9659258262890683</c:v>
                </c:pt>
                <c:pt idx="231">
                  <c:v>0.9723699203976767</c:v>
                </c:pt>
                <c:pt idx="232">
                  <c:v>0.9781476007338056</c:v>
                </c:pt>
                <c:pt idx="233">
                  <c:v>0.9832549075639545</c:v>
                </c:pt>
                <c:pt idx="234">
                  <c:v>0.9876883405951377</c:v>
                </c:pt>
                <c:pt idx="235">
                  <c:v>0.9914448613738104</c:v>
                </c:pt>
                <c:pt idx="236">
                  <c:v>0.9945218953682733</c:v>
                </c:pt>
                <c:pt idx="237">
                  <c:v>0.996917333733128</c:v>
                </c:pt>
                <c:pt idx="238">
                  <c:v>0.9986295347545739</c:v>
                </c:pt>
                <c:pt idx="239">
                  <c:v>0.9996573249755573</c:v>
                </c:pt>
                <c:pt idx="240">
                  <c:v>1</c:v>
                </c:pt>
              </c:numCache>
            </c:numRef>
          </c:val>
          <c:smooth val="0"/>
        </c:ser>
        <c:ser>
          <c:idx val="2"/>
          <c:order val="2"/>
          <c:tx>
            <c:strRef>
              <c:f>Sheet1!$D$1</c:f>
              <c:strCache>
                <c:ptCount val="1"/>
                <c:pt idx="0">
                  <c:v>Q(t)</c:v>
                </c:pt>
              </c:strCache>
            </c:strRef>
          </c:tx>
          <c:spPr>
            <a:solidFill>
              <a:srgbClr val="E76F51"/>
            </a:solidFill>
            <a:ln w="15875"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Sheet1!$A$2:$A$242</c:f>
              <c:multiLvlStrCache>
                <c:ptCount val="241"/>
                <c:lvl>
                  <c:pt idx="0">
                    <c:v>0.00</c:v>
                  </c:pt>
                  <c:pt idx="1">
                    <c:v>0.00</c:v>
                  </c:pt>
                  <c:pt idx="2">
                    <c:v>0.01</c:v>
                  </c:pt>
                  <c:pt idx="3">
                    <c:v>0.01</c:v>
                  </c:pt>
                  <c:pt idx="4">
                    <c:v>0.02</c:v>
                  </c:pt>
                  <c:pt idx="5">
                    <c:v>0.02</c:v>
                  </c:pt>
                  <c:pt idx="6">
                    <c:v>0.03</c:v>
                  </c:pt>
                  <c:pt idx="7">
                    <c:v>0.03</c:v>
                  </c:pt>
                  <c:pt idx="8">
                    <c:v>0.03</c:v>
                  </c:pt>
                  <c:pt idx="9">
                    <c:v>0.04</c:v>
                  </c:pt>
                  <c:pt idx="10">
                    <c:v>0.04</c:v>
                  </c:pt>
                  <c:pt idx="11">
                    <c:v>0.05</c:v>
                  </c:pt>
                  <c:pt idx="12">
                    <c:v>0.05</c:v>
                  </c:pt>
                  <c:pt idx="13">
                    <c:v>0.05</c:v>
                  </c:pt>
                  <c:pt idx="14">
                    <c:v>0.06</c:v>
                  </c:pt>
                  <c:pt idx="15">
                    <c:v>0.06</c:v>
                  </c:pt>
                  <c:pt idx="16">
                    <c:v>0.07</c:v>
                  </c:pt>
                  <c:pt idx="17">
                    <c:v>0.07</c:v>
                  </c:pt>
                  <c:pt idx="18">
                    <c:v>0.07</c:v>
                  </c:pt>
                  <c:pt idx="19">
                    <c:v>0.08</c:v>
                  </c:pt>
                  <c:pt idx="20">
                    <c:v>0.08</c:v>
                  </c:pt>
                  <c:pt idx="21">
                    <c:v>0.09</c:v>
                  </c:pt>
                  <c:pt idx="22">
                    <c:v>0.09</c:v>
                  </c:pt>
                  <c:pt idx="23">
                    <c:v>0.10</c:v>
                  </c:pt>
                  <c:pt idx="24">
                    <c:v>0.10</c:v>
                  </c:pt>
                  <c:pt idx="25">
                    <c:v>0.10</c:v>
                  </c:pt>
                  <c:pt idx="26">
                    <c:v>0.11</c:v>
                  </c:pt>
                  <c:pt idx="27">
                    <c:v>0.11</c:v>
                  </c:pt>
                  <c:pt idx="28">
                    <c:v>0.12</c:v>
                  </c:pt>
                  <c:pt idx="29">
                    <c:v>0.12</c:v>
                  </c:pt>
                  <c:pt idx="30">
                    <c:v>0.13</c:v>
                  </c:pt>
                  <c:pt idx="31">
                    <c:v>0.13</c:v>
                  </c:pt>
                  <c:pt idx="32">
                    <c:v>0.13</c:v>
                  </c:pt>
                  <c:pt idx="33">
                    <c:v>0.14</c:v>
                  </c:pt>
                  <c:pt idx="34">
                    <c:v>0.14</c:v>
                  </c:pt>
                  <c:pt idx="35">
                    <c:v>0.15</c:v>
                  </c:pt>
                  <c:pt idx="36">
                    <c:v>0.15</c:v>
                  </c:pt>
                  <c:pt idx="37">
                    <c:v>0.15</c:v>
                  </c:pt>
                  <c:pt idx="38">
                    <c:v>0.16</c:v>
                  </c:pt>
                  <c:pt idx="39">
                    <c:v>0.16</c:v>
                  </c:pt>
                  <c:pt idx="40">
                    <c:v>0.17</c:v>
                  </c:pt>
                  <c:pt idx="41">
                    <c:v>0.17</c:v>
                  </c:pt>
                  <c:pt idx="42">
                    <c:v>0.17</c:v>
                  </c:pt>
                  <c:pt idx="43">
                    <c:v>0.18</c:v>
                  </c:pt>
                  <c:pt idx="44">
                    <c:v>0.18</c:v>
                  </c:pt>
                  <c:pt idx="45">
                    <c:v>0.19</c:v>
                  </c:pt>
                  <c:pt idx="46">
                    <c:v>0.19</c:v>
                  </c:pt>
                  <c:pt idx="47">
                    <c:v>0.20</c:v>
                  </c:pt>
                  <c:pt idx="48">
                    <c:v>0.20</c:v>
                  </c:pt>
                  <c:pt idx="49">
                    <c:v>0.20</c:v>
                  </c:pt>
                  <c:pt idx="50">
                    <c:v>0.21</c:v>
                  </c:pt>
                  <c:pt idx="51">
                    <c:v>0.21</c:v>
                  </c:pt>
                  <c:pt idx="52">
                    <c:v>0.22</c:v>
                  </c:pt>
                  <c:pt idx="53">
                    <c:v>0.22</c:v>
                  </c:pt>
                  <c:pt idx="54">
                    <c:v>0.23</c:v>
                  </c:pt>
                  <c:pt idx="55">
                    <c:v>0.23</c:v>
                  </c:pt>
                  <c:pt idx="56">
                    <c:v>0.23</c:v>
                  </c:pt>
                  <c:pt idx="57">
                    <c:v>0.24</c:v>
                  </c:pt>
                  <c:pt idx="58">
                    <c:v>0.24</c:v>
                  </c:pt>
                  <c:pt idx="59">
                    <c:v>0.25</c:v>
                  </c:pt>
                  <c:pt idx="60">
                    <c:v>0.25</c:v>
                  </c:pt>
                  <c:pt idx="61">
                    <c:v>0.25</c:v>
                  </c:pt>
                  <c:pt idx="62">
                    <c:v>0.26</c:v>
                  </c:pt>
                  <c:pt idx="63">
                    <c:v>0.26</c:v>
                  </c:pt>
                  <c:pt idx="64">
                    <c:v>0.27</c:v>
                  </c:pt>
                  <c:pt idx="65">
                    <c:v>0.27</c:v>
                  </c:pt>
                  <c:pt idx="66">
                    <c:v>0.28</c:v>
                  </c:pt>
                  <c:pt idx="67">
                    <c:v>0.28</c:v>
                  </c:pt>
                  <c:pt idx="68">
                    <c:v>0.28</c:v>
                  </c:pt>
                  <c:pt idx="69">
                    <c:v>0.29</c:v>
                  </c:pt>
                  <c:pt idx="70">
                    <c:v>0.29</c:v>
                  </c:pt>
                  <c:pt idx="71">
                    <c:v>0.30</c:v>
                  </c:pt>
                  <c:pt idx="72">
                    <c:v>0.30</c:v>
                  </c:pt>
                  <c:pt idx="73">
                    <c:v>0.30</c:v>
                  </c:pt>
                  <c:pt idx="74">
                    <c:v>0.31</c:v>
                  </c:pt>
                  <c:pt idx="75">
                    <c:v>0.31</c:v>
                  </c:pt>
                  <c:pt idx="76">
                    <c:v>0.32</c:v>
                  </c:pt>
                  <c:pt idx="77">
                    <c:v>0.32</c:v>
                  </c:pt>
                  <c:pt idx="78">
                    <c:v>0.33</c:v>
                  </c:pt>
                  <c:pt idx="79">
                    <c:v>0.33</c:v>
                  </c:pt>
                  <c:pt idx="80">
                    <c:v>0.33</c:v>
                  </c:pt>
                  <c:pt idx="81">
                    <c:v>0.34</c:v>
                  </c:pt>
                  <c:pt idx="82">
                    <c:v>0.34</c:v>
                  </c:pt>
                  <c:pt idx="83">
                    <c:v>0.35</c:v>
                  </c:pt>
                  <c:pt idx="84">
                    <c:v>0.35</c:v>
                  </c:pt>
                  <c:pt idx="85">
                    <c:v>0.35</c:v>
                  </c:pt>
                  <c:pt idx="86">
                    <c:v>0.36</c:v>
                  </c:pt>
                  <c:pt idx="87">
                    <c:v>0.36</c:v>
                  </c:pt>
                  <c:pt idx="88">
                    <c:v>0.37</c:v>
                  </c:pt>
                  <c:pt idx="89">
                    <c:v>0.37</c:v>
                  </c:pt>
                  <c:pt idx="90">
                    <c:v>0.38</c:v>
                  </c:pt>
                  <c:pt idx="91">
                    <c:v>0.38</c:v>
                  </c:pt>
                  <c:pt idx="92">
                    <c:v>0.38</c:v>
                  </c:pt>
                  <c:pt idx="93">
                    <c:v>0.39</c:v>
                  </c:pt>
                  <c:pt idx="94">
                    <c:v>0.39</c:v>
                  </c:pt>
                  <c:pt idx="95">
                    <c:v>0.40</c:v>
                  </c:pt>
                  <c:pt idx="96">
                    <c:v>0.40</c:v>
                  </c:pt>
                  <c:pt idx="97">
                    <c:v>0.40</c:v>
                  </c:pt>
                  <c:pt idx="98">
                    <c:v>0.41</c:v>
                  </c:pt>
                  <c:pt idx="99">
                    <c:v>0.41</c:v>
                  </c:pt>
                  <c:pt idx="100">
                    <c:v>0.42</c:v>
                  </c:pt>
                  <c:pt idx="101">
                    <c:v>0.42</c:v>
                  </c:pt>
                  <c:pt idx="102">
                    <c:v>0.42</c:v>
                  </c:pt>
                  <c:pt idx="103">
                    <c:v>0.43</c:v>
                  </c:pt>
                  <c:pt idx="104">
                    <c:v>0.43</c:v>
                  </c:pt>
                  <c:pt idx="105">
                    <c:v>0.44</c:v>
                  </c:pt>
                  <c:pt idx="106">
                    <c:v>0.44</c:v>
                  </c:pt>
                  <c:pt idx="107">
                    <c:v>0.45</c:v>
                  </c:pt>
                  <c:pt idx="108">
                    <c:v>0.45</c:v>
                  </c:pt>
                  <c:pt idx="109">
                    <c:v>0.45</c:v>
                  </c:pt>
                  <c:pt idx="110">
                    <c:v>0.46</c:v>
                  </c:pt>
                  <c:pt idx="111">
                    <c:v>0.46</c:v>
                  </c:pt>
                  <c:pt idx="112">
                    <c:v>0.47</c:v>
                  </c:pt>
                  <c:pt idx="113">
                    <c:v>0.47</c:v>
                  </c:pt>
                  <c:pt idx="114">
                    <c:v>0.47</c:v>
                  </c:pt>
                  <c:pt idx="115">
                    <c:v>0.48</c:v>
                  </c:pt>
                  <c:pt idx="116">
                    <c:v>0.48</c:v>
                  </c:pt>
                  <c:pt idx="117">
                    <c:v>0.49</c:v>
                  </c:pt>
                  <c:pt idx="118">
                    <c:v>0.49</c:v>
                  </c:pt>
                  <c:pt idx="119">
                    <c:v>0.50</c:v>
                  </c:pt>
                  <c:pt idx="120">
                    <c:v>0.50</c:v>
                  </c:pt>
                  <c:pt idx="121">
                    <c:v>0.50</c:v>
                  </c:pt>
                  <c:pt idx="122">
                    <c:v>0.51</c:v>
                  </c:pt>
                  <c:pt idx="123">
                    <c:v>0.51</c:v>
                  </c:pt>
                  <c:pt idx="124">
                    <c:v>0.52</c:v>
                  </c:pt>
                  <c:pt idx="125">
                    <c:v>0.52</c:v>
                  </c:pt>
                  <c:pt idx="126">
                    <c:v>0.53</c:v>
                  </c:pt>
                  <c:pt idx="127">
                    <c:v>0.53</c:v>
                  </c:pt>
                  <c:pt idx="128">
                    <c:v>0.53</c:v>
                  </c:pt>
                  <c:pt idx="129">
                    <c:v>0.54</c:v>
                  </c:pt>
                  <c:pt idx="130">
                    <c:v>0.54</c:v>
                  </c:pt>
                  <c:pt idx="131">
                    <c:v>0.55</c:v>
                  </c:pt>
                  <c:pt idx="132">
                    <c:v>0.55</c:v>
                  </c:pt>
                  <c:pt idx="133">
                    <c:v>0.55</c:v>
                  </c:pt>
                  <c:pt idx="134">
                    <c:v>0.56</c:v>
                  </c:pt>
                  <c:pt idx="135">
                    <c:v>0.56</c:v>
                  </c:pt>
                  <c:pt idx="136">
                    <c:v>0.57</c:v>
                  </c:pt>
                  <c:pt idx="137">
                    <c:v>0.57</c:v>
                  </c:pt>
                  <c:pt idx="138">
                    <c:v>0.57</c:v>
                  </c:pt>
                  <c:pt idx="139">
                    <c:v>0.58</c:v>
                  </c:pt>
                  <c:pt idx="140">
                    <c:v>0.58</c:v>
                  </c:pt>
                  <c:pt idx="141">
                    <c:v>0.59</c:v>
                  </c:pt>
                  <c:pt idx="142">
                    <c:v>0.59</c:v>
                  </c:pt>
                  <c:pt idx="143">
                    <c:v>0.60</c:v>
                  </c:pt>
                  <c:pt idx="144">
                    <c:v>0.60</c:v>
                  </c:pt>
                  <c:pt idx="145">
                    <c:v>0.60</c:v>
                  </c:pt>
                  <c:pt idx="146">
                    <c:v>0.61</c:v>
                  </c:pt>
                  <c:pt idx="147">
                    <c:v>0.61</c:v>
                  </c:pt>
                  <c:pt idx="148">
                    <c:v>0.62</c:v>
                  </c:pt>
                  <c:pt idx="149">
                    <c:v>0.62</c:v>
                  </c:pt>
                  <c:pt idx="150">
                    <c:v>0.63</c:v>
                  </c:pt>
                  <c:pt idx="151">
                    <c:v>0.63</c:v>
                  </c:pt>
                  <c:pt idx="152">
                    <c:v>0.63</c:v>
                  </c:pt>
                  <c:pt idx="153">
                    <c:v>0.64</c:v>
                  </c:pt>
                  <c:pt idx="154">
                    <c:v>0.64</c:v>
                  </c:pt>
                  <c:pt idx="155">
                    <c:v>0.65</c:v>
                  </c:pt>
                  <c:pt idx="156">
                    <c:v>0.65</c:v>
                  </c:pt>
                  <c:pt idx="157">
                    <c:v>0.65</c:v>
                  </c:pt>
                  <c:pt idx="158">
                    <c:v>0.66</c:v>
                  </c:pt>
                  <c:pt idx="159">
                    <c:v>0.66</c:v>
                  </c:pt>
                  <c:pt idx="160">
                    <c:v>0.67</c:v>
                  </c:pt>
                  <c:pt idx="161">
                    <c:v>0.67</c:v>
                  </c:pt>
                  <c:pt idx="162">
                    <c:v>0.68</c:v>
                  </c:pt>
                  <c:pt idx="163">
                    <c:v>0.68</c:v>
                  </c:pt>
                  <c:pt idx="164">
                    <c:v>0.68</c:v>
                  </c:pt>
                  <c:pt idx="165">
                    <c:v>0.69</c:v>
                  </c:pt>
                  <c:pt idx="166">
                    <c:v>0.69</c:v>
                  </c:pt>
                  <c:pt idx="167">
                    <c:v>0.70</c:v>
                  </c:pt>
                  <c:pt idx="168">
                    <c:v>0.70</c:v>
                  </c:pt>
                  <c:pt idx="169">
                    <c:v>0.70</c:v>
                  </c:pt>
                  <c:pt idx="170">
                    <c:v>0.71</c:v>
                  </c:pt>
                  <c:pt idx="171">
                    <c:v>0.71</c:v>
                  </c:pt>
                  <c:pt idx="172">
                    <c:v>0.72</c:v>
                  </c:pt>
                  <c:pt idx="173">
                    <c:v>0.72</c:v>
                  </c:pt>
                  <c:pt idx="174">
                    <c:v>0.72</c:v>
                  </c:pt>
                  <c:pt idx="175">
                    <c:v>0.73</c:v>
                  </c:pt>
                  <c:pt idx="176">
                    <c:v>0.73</c:v>
                  </c:pt>
                  <c:pt idx="177">
                    <c:v>0.74</c:v>
                  </c:pt>
                  <c:pt idx="178">
                    <c:v>0.74</c:v>
                  </c:pt>
                  <c:pt idx="179">
                    <c:v>0.75</c:v>
                  </c:pt>
                  <c:pt idx="180">
                    <c:v>0.75</c:v>
                  </c:pt>
                  <c:pt idx="181">
                    <c:v>0.75</c:v>
                  </c:pt>
                  <c:pt idx="182">
                    <c:v>0.76</c:v>
                  </c:pt>
                  <c:pt idx="183">
                    <c:v>0.76</c:v>
                  </c:pt>
                  <c:pt idx="184">
                    <c:v>0.77</c:v>
                  </c:pt>
                  <c:pt idx="185">
                    <c:v>0.77</c:v>
                  </c:pt>
                  <c:pt idx="186">
                    <c:v>0.78</c:v>
                  </c:pt>
                  <c:pt idx="187">
                    <c:v>0.78</c:v>
                  </c:pt>
                  <c:pt idx="188">
                    <c:v>0.78</c:v>
                  </c:pt>
                  <c:pt idx="189">
                    <c:v>0.79</c:v>
                  </c:pt>
                  <c:pt idx="190">
                    <c:v>0.79</c:v>
                  </c:pt>
                  <c:pt idx="191">
                    <c:v>0.80</c:v>
                  </c:pt>
                  <c:pt idx="192">
                    <c:v>0.80</c:v>
                  </c:pt>
                  <c:pt idx="193">
                    <c:v>0.80</c:v>
                  </c:pt>
                  <c:pt idx="194">
                    <c:v>0.81</c:v>
                  </c:pt>
                  <c:pt idx="195">
                    <c:v>0.81</c:v>
                  </c:pt>
                  <c:pt idx="196">
                    <c:v>0.82</c:v>
                  </c:pt>
                  <c:pt idx="197">
                    <c:v>0.82</c:v>
                  </c:pt>
                  <c:pt idx="198">
                    <c:v>0.82</c:v>
                  </c:pt>
                  <c:pt idx="199">
                    <c:v>0.83</c:v>
                  </c:pt>
                  <c:pt idx="200">
                    <c:v>0.83</c:v>
                  </c:pt>
                  <c:pt idx="201">
                    <c:v>0.84</c:v>
                  </c:pt>
                  <c:pt idx="202">
                    <c:v>0.84</c:v>
                  </c:pt>
                  <c:pt idx="203">
                    <c:v>0.85</c:v>
                  </c:pt>
                  <c:pt idx="204">
                    <c:v>0.85</c:v>
                  </c:pt>
                  <c:pt idx="205">
                    <c:v>0.85</c:v>
                  </c:pt>
                  <c:pt idx="206">
                    <c:v>0.86</c:v>
                  </c:pt>
                  <c:pt idx="207">
                    <c:v>0.86</c:v>
                  </c:pt>
                  <c:pt idx="208">
                    <c:v>0.87</c:v>
                  </c:pt>
                  <c:pt idx="209">
                    <c:v>0.87</c:v>
                  </c:pt>
                  <c:pt idx="210">
                    <c:v>0.88</c:v>
                  </c:pt>
                  <c:pt idx="211">
                    <c:v>0.88</c:v>
                  </c:pt>
                  <c:pt idx="212">
                    <c:v>0.88</c:v>
                  </c:pt>
                  <c:pt idx="213">
                    <c:v>0.89</c:v>
                  </c:pt>
                  <c:pt idx="214">
                    <c:v>0.89</c:v>
                  </c:pt>
                  <c:pt idx="215">
                    <c:v>0.90</c:v>
                  </c:pt>
                  <c:pt idx="216">
                    <c:v>0.90</c:v>
                  </c:pt>
                  <c:pt idx="217">
                    <c:v>0.90</c:v>
                  </c:pt>
                  <c:pt idx="218">
                    <c:v>0.91</c:v>
                  </c:pt>
                  <c:pt idx="219">
                    <c:v>0.91</c:v>
                  </c:pt>
                  <c:pt idx="220">
                    <c:v>0.92</c:v>
                  </c:pt>
                  <c:pt idx="221">
                    <c:v>0.92</c:v>
                  </c:pt>
                  <c:pt idx="222">
                    <c:v>0.93</c:v>
                  </c:pt>
                  <c:pt idx="223">
                    <c:v>0.93</c:v>
                  </c:pt>
                  <c:pt idx="224">
                    <c:v>0.93</c:v>
                  </c:pt>
                  <c:pt idx="225">
                    <c:v>0.94</c:v>
                  </c:pt>
                  <c:pt idx="226">
                    <c:v>0.94</c:v>
                  </c:pt>
                  <c:pt idx="227">
                    <c:v>0.95</c:v>
                  </c:pt>
                  <c:pt idx="228">
                    <c:v>0.95</c:v>
                  </c:pt>
                  <c:pt idx="229">
                    <c:v>0.95</c:v>
                  </c:pt>
                  <c:pt idx="230">
                    <c:v>0.96</c:v>
                  </c:pt>
                  <c:pt idx="231">
                    <c:v>0.96</c:v>
                  </c:pt>
                  <c:pt idx="232">
                    <c:v>0.97</c:v>
                  </c:pt>
                  <c:pt idx="233">
                    <c:v>0.97</c:v>
                  </c:pt>
                  <c:pt idx="234">
                    <c:v>0.97</c:v>
                  </c:pt>
                  <c:pt idx="235">
                    <c:v>0.98</c:v>
                  </c:pt>
                  <c:pt idx="236">
                    <c:v>0.98</c:v>
                  </c:pt>
                  <c:pt idx="237">
                    <c:v>0.99</c:v>
                  </c:pt>
                  <c:pt idx="238">
                    <c:v>0.99</c:v>
                  </c:pt>
                  <c:pt idx="239">
                    <c:v>1.00</c:v>
                  </c:pt>
                  <c:pt idx="240">
                    <c:v>1.00</c:v>
                  </c:pt>
                </c:lvl>
              </c:multiLvlStrCache>
            </c:multiLvlStrRef>
          </c:cat>
          <c:val>
            <c:numRef>
              <c:f>Sheet1!$D$2:$D$242</c:f>
              <c:numCache>
                <c:formatCode>General</c:formatCode>
                <c:ptCount val="241"/>
                <c:pt idx="0">
                  <c:v>0</c:v>
                </c:pt>
                <c:pt idx="1">
                  <c:v>0.03140785260725489</c:v>
                </c:pt>
                <c:pt idx="2">
                  <c:v>0.06276727658227596</c:v>
                </c:pt>
                <c:pt idx="3">
                  <c:v>0.09402991796627012</c:v>
                </c:pt>
                <c:pt idx="4">
                  <c:v>0.1251475720321847</c:v>
                </c:pt>
                <c:pt idx="5">
                  <c:v>0.1560722576129026</c:v>
                </c:pt>
                <c:pt idx="6">
                  <c:v>0.18675629108472433</c:v>
                </c:pt>
                <c:pt idx="7">
                  <c:v>0.21715235989205942</c:v>
                </c:pt>
                <c:pt idx="8">
                  <c:v>0.24721359549995792</c:v>
                </c:pt>
                <c:pt idx="9">
                  <c:v>0.27689364566199437</c:v>
                </c:pt>
                <c:pt idx="10">
                  <c:v>0.30614674589207186</c:v>
                </c:pt>
                <c:pt idx="11">
                  <c:v>0.33492779002994244</c:v>
                </c:pt>
                <c:pt idx="12">
                  <c:v>0.3631923997916374</c:v>
                </c:pt>
                <c:pt idx="13">
                  <c:v>0.39089699319756394</c:v>
                </c:pt>
                <c:pt idx="14">
                  <c:v>0.4179988517727591</c:v>
                </c:pt>
                <c:pt idx="15">
                  <c:v>0.44445618641568174</c:v>
                </c:pt>
                <c:pt idx="16">
                  <c:v>0.4702282018339785</c:v>
                </c:pt>
                <c:pt idx="17">
                  <c:v>0.4952751594478672</c:v>
                </c:pt>
                <c:pt idx="18">
                  <c:v>0.519558438664147</c:v>
                </c:pt>
                <c:pt idx="19">
                  <c:v>0.5430405964263534</c:v>
                </c:pt>
                <c:pt idx="20">
                  <c:v>0.565685424949238</c:v>
                </c:pt>
                <c:pt idx="21">
                  <c:v>0.5874580075485485</c:v>
                </c:pt>
                <c:pt idx="22">
                  <c:v>0.6083247724800247</c:v>
                </c:pt>
                <c:pt idx="23">
                  <c:v>0.628253544704596</c:v>
                </c:pt>
                <c:pt idx="24">
                  <c:v>0.647213595499958</c:v>
                </c:pt>
                <c:pt idx="25">
                  <c:v>0.6651756898420362</c:v>
                </c:pt>
                <c:pt idx="26">
                  <c:v>0.6821121314832738</c:v>
                </c:pt>
                <c:pt idx="27">
                  <c:v>0.6979968056582377</c:v>
                </c:pt>
                <c:pt idx="28">
                  <c:v>0.7128052193506943</c:v>
                </c:pt>
                <c:pt idx="29">
                  <c:v>0.726514539060065</c:v>
                </c:pt>
                <c:pt idx="30">
                  <c:v>0.7391036260090295</c:v>
                </c:pt>
                <c:pt idx="31">
                  <c:v>0.7505530687379873</c:v>
                </c:pt>
                <c:pt idx="32">
                  <c:v>0.7608452130361228</c:v>
                </c:pt>
                <c:pt idx="33">
                  <c:v>0.7699641891629179</c:v>
                </c:pt>
                <c:pt idx="34">
                  <c:v>0.7778959363181412</c:v>
                </c:pt>
                <c:pt idx="35">
                  <c:v>0.7846282243225844</c:v>
                </c:pt>
                <c:pt idx="36">
                  <c:v>0.7901506724761103</c:v>
                </c:pt>
                <c:pt idx="37">
                  <c:v>0.7944547655639411</c:v>
                </c:pt>
                <c:pt idx="38">
                  <c:v>0.7975338669865024</c:v>
                </c:pt>
                <c:pt idx="39">
                  <c:v>0.7993832289925784</c:v>
                </c:pt>
                <c:pt idx="40">
                  <c:v>0.8</c:v>
                </c:pt>
                <c:pt idx="41">
                  <c:v>0.7993832289925784</c:v>
                </c:pt>
                <c:pt idx="42">
                  <c:v>0.7975338669865024</c:v>
                </c:pt>
                <c:pt idx="43">
                  <c:v>0.7944547655639411</c:v>
                </c:pt>
                <c:pt idx="44">
                  <c:v>0.7901506724761103</c:v>
                </c:pt>
                <c:pt idx="45">
                  <c:v>0.7846282243225844</c:v>
                </c:pt>
                <c:pt idx="46">
                  <c:v>0.7778959363181412</c:v>
                </c:pt>
                <c:pt idx="47">
                  <c:v>0.7699641891629179</c:v>
                </c:pt>
                <c:pt idx="48">
                  <c:v>0.760845213036123</c:v>
                </c:pt>
                <c:pt idx="49">
                  <c:v>0.7505530687379873</c:v>
                </c:pt>
                <c:pt idx="50">
                  <c:v>0.7391036260090295</c:v>
                </c:pt>
                <c:pt idx="51">
                  <c:v>0.7265145390600651</c:v>
                </c:pt>
                <c:pt idx="52">
                  <c:v>0.7128052193506944</c:v>
                </c:pt>
                <c:pt idx="53">
                  <c:v>0.6979968056582379</c:v>
                </c:pt>
                <c:pt idx="54">
                  <c:v>0.6821121314832739</c:v>
                </c:pt>
                <c:pt idx="55">
                  <c:v>0.6651756898420363</c:v>
                </c:pt>
                <c:pt idx="56">
                  <c:v>0.647213595499958</c:v>
                </c:pt>
                <c:pt idx="57">
                  <c:v>0.6282535447045962</c:v>
                </c:pt>
                <c:pt idx="58">
                  <c:v>0.6083247724800249</c:v>
                </c:pt>
                <c:pt idx="59">
                  <c:v>0.5874580075485486</c:v>
                </c:pt>
                <c:pt idx="60">
                  <c:v>0.5656854249492381</c:v>
                </c:pt>
                <c:pt idx="61">
                  <c:v>0.5430405964263536</c:v>
                </c:pt>
                <c:pt idx="62">
                  <c:v>0.5195584386641467</c:v>
                </c:pt>
                <c:pt idx="63">
                  <c:v>0.4952751594478671</c:v>
                </c:pt>
                <c:pt idx="64">
                  <c:v>0.4702282018339786</c:v>
                </c:pt>
                <c:pt idx="65">
                  <c:v>0.444456186415682</c:v>
                </c:pt>
                <c:pt idx="66">
                  <c:v>0.41799885177275914</c:v>
                </c:pt>
                <c:pt idx="67">
                  <c:v>0.3908969931975639</c:v>
                </c:pt>
                <c:pt idx="68">
                  <c:v>0.36319239979163753</c:v>
                </c:pt>
                <c:pt idx="69">
                  <c:v>0.3349277900299428</c:v>
                </c:pt>
                <c:pt idx="70">
                  <c:v>0.3061467458920719</c:v>
                </c:pt>
                <c:pt idx="71">
                  <c:v>0.2768936456619943</c:v>
                </c:pt>
                <c:pt idx="72">
                  <c:v>0.24721359549995803</c:v>
                </c:pt>
                <c:pt idx="73">
                  <c:v>0.2171523598920597</c:v>
                </c:pt>
                <c:pt idx="74">
                  <c:v>0.18675629108472444</c:v>
                </c:pt>
                <c:pt idx="75">
                  <c:v>0.1560722576129029</c:v>
                </c:pt>
                <c:pt idx="76">
                  <c:v>0.1251475720321848</c:v>
                </c:pt>
                <c:pt idx="77">
                  <c:v>0.09402991796627004</c:v>
                </c:pt>
                <c:pt idx="78">
                  <c:v>0.06276727658227606</c:v>
                </c:pt>
                <c:pt idx="79">
                  <c:v>0.03140785260725516</c:v>
                </c:pt>
                <c:pt idx="80">
                  <c:v>9.797174393178826e-17</c:v>
                </c:pt>
                <c:pt idx="81">
                  <c:v>-0.03140785260725497</c:v>
                </c:pt>
                <c:pt idx="82">
                  <c:v>-0.06276727658227586</c:v>
                </c:pt>
                <c:pt idx="83">
                  <c:v>-0.09402991796626985</c:v>
                </c:pt>
                <c:pt idx="84">
                  <c:v>-0.1251475720321846</c:v>
                </c:pt>
                <c:pt idx="85">
                  <c:v>-0.1560722576129027</c:v>
                </c:pt>
                <c:pt idx="86">
                  <c:v>-0.18675629108472425</c:v>
                </c:pt>
                <c:pt idx="87">
                  <c:v>-0.21715235989205917</c:v>
                </c:pt>
                <c:pt idx="88">
                  <c:v>-0.24721359549995753</c:v>
                </c:pt>
                <c:pt idx="89">
                  <c:v>-0.2768936456619945</c:v>
                </c:pt>
                <c:pt idx="90">
                  <c:v>-0.30614674589207175</c:v>
                </c:pt>
                <c:pt idx="91">
                  <c:v>-0.3349277900299422</c:v>
                </c:pt>
                <c:pt idx="92">
                  <c:v>-0.3631923997916377</c:v>
                </c:pt>
                <c:pt idx="93">
                  <c:v>-0.39089699319756405</c:v>
                </c:pt>
                <c:pt idx="94">
                  <c:v>-0.417998851772759</c:v>
                </c:pt>
                <c:pt idx="95">
                  <c:v>-0.4444561864156816</c:v>
                </c:pt>
                <c:pt idx="96">
                  <c:v>-0.47022820183397845</c:v>
                </c:pt>
                <c:pt idx="97">
                  <c:v>-0.49527515944786726</c:v>
                </c:pt>
                <c:pt idx="98">
                  <c:v>-0.5195584386641469</c:v>
                </c:pt>
                <c:pt idx="99">
                  <c:v>-0.5430405964263532</c:v>
                </c:pt>
                <c:pt idx="100">
                  <c:v>-0.565685424949238</c:v>
                </c:pt>
                <c:pt idx="101">
                  <c:v>-0.5874580075485485</c:v>
                </c:pt>
                <c:pt idx="102">
                  <c:v>-0.6083247724800245</c:v>
                </c:pt>
                <c:pt idx="103">
                  <c:v>-0.6282535447045958</c:v>
                </c:pt>
                <c:pt idx="104">
                  <c:v>-0.6472135954999579</c:v>
                </c:pt>
                <c:pt idx="105">
                  <c:v>-0.6651756898420362</c:v>
                </c:pt>
                <c:pt idx="106">
                  <c:v>-0.6821121314832735</c:v>
                </c:pt>
                <c:pt idx="107">
                  <c:v>-0.697996805658238</c:v>
                </c:pt>
                <c:pt idx="108">
                  <c:v>-0.7128052193506943</c:v>
                </c:pt>
                <c:pt idx="109">
                  <c:v>-0.7265145390600651</c:v>
                </c:pt>
                <c:pt idx="110">
                  <c:v>-0.7391036260090292</c:v>
                </c:pt>
                <c:pt idx="111">
                  <c:v>-0.7505530687379873</c:v>
                </c:pt>
                <c:pt idx="112">
                  <c:v>-0.7608452130361228</c:v>
                </c:pt>
                <c:pt idx="113">
                  <c:v>-0.7699641891629179</c:v>
                </c:pt>
                <c:pt idx="114">
                  <c:v>-0.7778959363181412</c:v>
                </c:pt>
                <c:pt idx="115">
                  <c:v>-0.7846282243225843</c:v>
                </c:pt>
                <c:pt idx="116">
                  <c:v>-0.7901506724761101</c:v>
                </c:pt>
                <c:pt idx="117">
                  <c:v>-0.7944547655639411</c:v>
                </c:pt>
                <c:pt idx="118">
                  <c:v>-0.7975338669865024</c:v>
                </c:pt>
                <c:pt idx="119">
                  <c:v>-0.7993832289925784</c:v>
                </c:pt>
                <c:pt idx="120">
                  <c:v>-0.8</c:v>
                </c:pt>
                <c:pt idx="121">
                  <c:v>-0.7993832289925784</c:v>
                </c:pt>
                <c:pt idx="122">
                  <c:v>-0.7975338669865025</c:v>
                </c:pt>
                <c:pt idx="123">
                  <c:v>-0.7944547655639411</c:v>
                </c:pt>
                <c:pt idx="124">
                  <c:v>-0.7901506724761101</c:v>
                </c:pt>
                <c:pt idx="125">
                  <c:v>-0.7846282243225844</c:v>
                </c:pt>
                <c:pt idx="126">
                  <c:v>-0.7778959363181412</c:v>
                </c:pt>
                <c:pt idx="127">
                  <c:v>-0.769964189162918</c:v>
                </c:pt>
                <c:pt idx="128">
                  <c:v>-0.760845213036123</c:v>
                </c:pt>
                <c:pt idx="129">
                  <c:v>-0.7505530687379873</c:v>
                </c:pt>
                <c:pt idx="130">
                  <c:v>-0.7391036260090296</c:v>
                </c:pt>
                <c:pt idx="131">
                  <c:v>-0.7265145390600652</c:v>
                </c:pt>
                <c:pt idx="132">
                  <c:v>-0.7128052193506944</c:v>
                </c:pt>
                <c:pt idx="133">
                  <c:v>-0.6979968056582377</c:v>
                </c:pt>
                <c:pt idx="134">
                  <c:v>-0.6821121314832737</c:v>
                </c:pt>
                <c:pt idx="135">
                  <c:v>-0.6651756898420365</c:v>
                </c:pt>
                <c:pt idx="136">
                  <c:v>-0.647213595499958</c:v>
                </c:pt>
                <c:pt idx="137">
                  <c:v>-0.6282535447045965</c:v>
                </c:pt>
                <c:pt idx="138">
                  <c:v>-0.6083247724800251</c:v>
                </c:pt>
                <c:pt idx="139">
                  <c:v>-0.5874580075485482</c:v>
                </c:pt>
                <c:pt idx="140">
                  <c:v>-0.5656854249492381</c:v>
                </c:pt>
                <c:pt idx="141">
                  <c:v>-0.5430405964263534</c:v>
                </c:pt>
                <c:pt idx="142">
                  <c:v>-0.5195584386641467</c:v>
                </c:pt>
                <c:pt idx="143">
                  <c:v>-0.4952751594478675</c:v>
                </c:pt>
                <c:pt idx="144">
                  <c:v>-0.47022820183397873</c:v>
                </c:pt>
                <c:pt idx="145">
                  <c:v>-0.4444561864156824</c:v>
                </c:pt>
                <c:pt idx="146">
                  <c:v>-0.4179988517727596</c:v>
                </c:pt>
                <c:pt idx="147">
                  <c:v>-0.39089699319756366</c:v>
                </c:pt>
                <c:pt idx="148">
                  <c:v>-0.3631923997916376</c:v>
                </c:pt>
                <c:pt idx="149">
                  <c:v>-0.3349277900299425</c:v>
                </c:pt>
                <c:pt idx="150">
                  <c:v>-0.30614674589207236</c:v>
                </c:pt>
                <c:pt idx="151">
                  <c:v>-0.27689364566199476</c:v>
                </c:pt>
                <c:pt idx="152">
                  <c:v>-0.2472135954999581</c:v>
                </c:pt>
                <c:pt idx="153">
                  <c:v>-0.21715235989206008</c:v>
                </c:pt>
                <c:pt idx="154">
                  <c:v>-0.18675629108472416</c:v>
                </c:pt>
                <c:pt idx="155">
                  <c:v>-0.1560722576129023</c:v>
                </c:pt>
                <c:pt idx="156">
                  <c:v>-0.1251475720321849</c:v>
                </c:pt>
                <c:pt idx="157">
                  <c:v>-0.09402991796627014</c:v>
                </c:pt>
                <c:pt idx="158">
                  <c:v>-0.0627672765822765</c:v>
                </c:pt>
                <c:pt idx="159">
                  <c:v>-0.03140785260725526</c:v>
                </c:pt>
                <c:pt idx="160">
                  <c:v>-1.9594348786357652e-16</c:v>
                </c:pt>
                <c:pt idx="161">
                  <c:v>0.03140785260725416</c:v>
                </c:pt>
                <c:pt idx="162">
                  <c:v>0.06276727658227611</c:v>
                </c:pt>
                <c:pt idx="163">
                  <c:v>0.09402991796627046</c:v>
                </c:pt>
                <c:pt idx="164">
                  <c:v>0.1251475720321845</c:v>
                </c:pt>
                <c:pt idx="165">
                  <c:v>0.1560722576129026</c:v>
                </c:pt>
                <c:pt idx="166">
                  <c:v>0.1867562910847238</c:v>
                </c:pt>
                <c:pt idx="167">
                  <c:v>0.21715235989205905</c:v>
                </c:pt>
                <c:pt idx="168">
                  <c:v>0.24721359549995775</c:v>
                </c:pt>
                <c:pt idx="169">
                  <c:v>0.27689364566199437</c:v>
                </c:pt>
                <c:pt idx="170">
                  <c:v>0.30614674589207197</c:v>
                </c:pt>
                <c:pt idx="171">
                  <c:v>0.3349277900299421</c:v>
                </c:pt>
                <c:pt idx="172">
                  <c:v>0.3631923997916373</c:v>
                </c:pt>
                <c:pt idx="173">
                  <c:v>0.39089699319756394</c:v>
                </c:pt>
                <c:pt idx="174">
                  <c:v>0.41799885177275864</c:v>
                </c:pt>
                <c:pt idx="175">
                  <c:v>0.4444561864156815</c:v>
                </c:pt>
                <c:pt idx="176">
                  <c:v>0.47022820183397784</c:v>
                </c:pt>
                <c:pt idx="177">
                  <c:v>0.4952751594478672</c:v>
                </c:pt>
                <c:pt idx="178">
                  <c:v>0.5195584386641471</c:v>
                </c:pt>
                <c:pt idx="179">
                  <c:v>0.543040596426353</c:v>
                </c:pt>
                <c:pt idx="180">
                  <c:v>0.5656854249492379</c:v>
                </c:pt>
                <c:pt idx="181">
                  <c:v>0.5874580075485485</c:v>
                </c:pt>
                <c:pt idx="182">
                  <c:v>0.6083247724800245</c:v>
                </c:pt>
                <c:pt idx="183">
                  <c:v>0.6282535447045957</c:v>
                </c:pt>
                <c:pt idx="184">
                  <c:v>0.6472135954999583</c:v>
                </c:pt>
                <c:pt idx="185">
                  <c:v>0.6651756898420362</c:v>
                </c:pt>
                <c:pt idx="186">
                  <c:v>0.6821121314832739</c:v>
                </c:pt>
                <c:pt idx="187">
                  <c:v>0.6979968056582375</c:v>
                </c:pt>
                <c:pt idx="188">
                  <c:v>0.7128052193506943</c:v>
                </c:pt>
                <c:pt idx="189">
                  <c:v>0.726514539060065</c:v>
                </c:pt>
                <c:pt idx="190">
                  <c:v>0.7391036260090292</c:v>
                </c:pt>
                <c:pt idx="191">
                  <c:v>0.7505530687379872</c:v>
                </c:pt>
                <c:pt idx="192">
                  <c:v>0.7608452130361228</c:v>
                </c:pt>
                <c:pt idx="193">
                  <c:v>0.7699641891629179</c:v>
                </c:pt>
                <c:pt idx="194">
                  <c:v>0.7778959363181414</c:v>
                </c:pt>
                <c:pt idx="195">
                  <c:v>0.7846282243225843</c:v>
                </c:pt>
                <c:pt idx="196">
                  <c:v>0.7901506724761101</c:v>
                </c:pt>
                <c:pt idx="197">
                  <c:v>0.794454765563941</c:v>
                </c:pt>
                <c:pt idx="198">
                  <c:v>0.7975338669865024</c:v>
                </c:pt>
                <c:pt idx="199">
                  <c:v>0.7993832289925784</c:v>
                </c:pt>
                <c:pt idx="200">
                  <c:v>0.8</c:v>
                </c:pt>
                <c:pt idx="201">
                  <c:v>0.7993832289925784</c:v>
                </c:pt>
                <c:pt idx="202">
                  <c:v>0.7975338669865024</c:v>
                </c:pt>
                <c:pt idx="203">
                  <c:v>0.7944547655639411</c:v>
                </c:pt>
                <c:pt idx="204">
                  <c:v>0.7901506724761104</c:v>
                </c:pt>
                <c:pt idx="205">
                  <c:v>0.7846282243225846</c:v>
                </c:pt>
                <c:pt idx="206">
                  <c:v>0.7778959363181415</c:v>
                </c:pt>
                <c:pt idx="207">
                  <c:v>0.769964189162918</c:v>
                </c:pt>
                <c:pt idx="208">
                  <c:v>0.760845213036123</c:v>
                </c:pt>
                <c:pt idx="209">
                  <c:v>0.7505530687379873</c:v>
                </c:pt>
                <c:pt idx="210">
                  <c:v>0.7391036260090295</c:v>
                </c:pt>
                <c:pt idx="211">
                  <c:v>0.7265145390600649</c:v>
                </c:pt>
                <c:pt idx="212">
                  <c:v>0.7128052193506949</c:v>
                </c:pt>
                <c:pt idx="213">
                  <c:v>0.6979968056582382</c:v>
                </c:pt>
                <c:pt idx="214">
                  <c:v>0.6821121314832734</c:v>
                </c:pt>
                <c:pt idx="215">
                  <c:v>0.6651756898420365</c:v>
                </c:pt>
                <c:pt idx="216">
                  <c:v>0.647213595499958</c:v>
                </c:pt>
                <c:pt idx="217">
                  <c:v>0.628253544704596</c:v>
                </c:pt>
                <c:pt idx="218">
                  <c:v>0.6083247724800247</c:v>
                </c:pt>
                <c:pt idx="219">
                  <c:v>0.5874580075485483</c:v>
                </c:pt>
                <c:pt idx="220">
                  <c:v>0.5656854249492387</c:v>
                </c:pt>
                <c:pt idx="221">
                  <c:v>0.5430405964263539</c:v>
                </c:pt>
                <c:pt idx="222">
                  <c:v>0.5195584386641474</c:v>
                </c:pt>
                <c:pt idx="223">
                  <c:v>0.49527515944786754</c:v>
                </c:pt>
                <c:pt idx="224">
                  <c:v>0.47022820183397873</c:v>
                </c:pt>
                <c:pt idx="225">
                  <c:v>0.44445618641568185</c:v>
                </c:pt>
                <c:pt idx="226">
                  <c:v>0.4179988517727591</c:v>
                </c:pt>
                <c:pt idx="227">
                  <c:v>0.390896993197565</c:v>
                </c:pt>
                <c:pt idx="228">
                  <c:v>0.36319239979163837</c:v>
                </c:pt>
                <c:pt idx="229">
                  <c:v>0.33492779002994194</c:v>
                </c:pt>
                <c:pt idx="230">
                  <c:v>0.3061467458920724</c:v>
                </c:pt>
                <c:pt idx="231">
                  <c:v>0.2768936456619948</c:v>
                </c:pt>
                <c:pt idx="232">
                  <c:v>0.24721359549995825</c:v>
                </c:pt>
                <c:pt idx="233">
                  <c:v>0.2171523598920595</c:v>
                </c:pt>
                <c:pt idx="234">
                  <c:v>0.18675629108472427</c:v>
                </c:pt>
                <c:pt idx="235">
                  <c:v>0.15607225761290378</c:v>
                </c:pt>
                <c:pt idx="236">
                  <c:v>0.12514757203218568</c:v>
                </c:pt>
                <c:pt idx="237">
                  <c:v>0.09402991796626953</c:v>
                </c:pt>
                <c:pt idx="238">
                  <c:v>0.0627672765822766</c:v>
                </c:pt>
                <c:pt idx="239">
                  <c:v>0.031407852607255364</c:v>
                </c:pt>
                <c:pt idx="240">
                  <c:v>2.9391523179536476e-16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time (arbitrary units)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40"/>
      </c:catAx>
      <c:valAx>
        <c:axId val="2094734552"/>
        <c:scaling>
          <c:orientation val="minMax"/>
          <c:max val="1.5"/>
          <c:min val="-1.5"/>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|X[k]| (RF, real signal)</c:v>
                </c:pt>
              </c:strCache>
            </c:strRef>
          </c:tx>
          <c:spPr>
            <a:solidFill>
              <a:srgbClr val="2EC4B6"/>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dPt>
            <c:idx val="0"/>
            <c:invertIfNegative val="0"/>
            <c:bubble3D val="0"/>
            <c:spPr>
              <a:solidFill>
                <a:srgbClr val="2EC4B6"/>
              </a:solidFill>
              <a:effectLst/>
            </c:spPr>
          </c:dPt>
          <c:dPt>
            <c:idx val="1"/>
            <c:invertIfNegative val="0"/>
            <c:bubble3D val="0"/>
            <c:spPr>
              <a:solidFill>
                <a:srgbClr val="E76F51"/>
              </a:solidFill>
              <a:effectLst/>
            </c:spPr>
          </c:dPt>
          <c:dPt>
            <c:idx val="2"/>
            <c:invertIfNegative val="0"/>
            <c:bubble3D val="0"/>
            <c:spPr>
              <a:solidFill>
                <a:srgbClr val="FFB703"/>
              </a:solidFill>
              <a:effectLst/>
            </c:spPr>
          </c:dPt>
          <c:dPt>
            <c:idx val="3"/>
            <c:invertIfNegative val="0"/>
            <c:bubble3D val="0"/>
            <c:spPr>
              <a:solidFill>
                <a:srgbClr val="0B1F3A"/>
              </a:solidFill>
              <a:effectLst/>
            </c:spPr>
          </c:dPt>
          <c:dPt>
            <c:idx val="4"/>
            <c:invertIfNegative val="0"/>
            <c:bubble3D val="0"/>
            <c:spPr>
              <a:solidFill>
                <a:srgbClr val="5B6B7F"/>
              </a:solidFill>
              <a:effectLst/>
            </c:spPr>
          </c:dPt>
          <c:dPt>
            <c:idx val="5"/>
            <c:invertIfNegative val="0"/>
            <c:bubble3D val="0"/>
            <c:spPr>
              <a:solidFill>
                <a:srgbClr val="2EC4B6"/>
              </a:solidFill>
              <a:effectLst/>
            </c:spPr>
          </c:dPt>
          <c:dPt>
            <c:idx val="6"/>
            <c:invertIfNegative val="0"/>
            <c:bubble3D val="0"/>
            <c:spPr>
              <a:solidFill>
                <a:srgbClr val="E76F51"/>
              </a:solidFill>
              <a:effectLst/>
            </c:spPr>
          </c:dPt>
          <c:dPt>
            <c:idx val="7"/>
            <c:invertIfNegative val="0"/>
            <c:bubble3D val="0"/>
            <c:spPr>
              <a:solidFill>
                <a:srgbClr val="FFB703"/>
              </a:solidFill>
              <a:effectLst/>
            </c:spPr>
          </c:dPt>
          <c:dPt>
            <c:idx val="8"/>
            <c:invertIfNegative val="0"/>
            <c:bubble3D val="0"/>
            <c:spPr>
              <a:solidFill>
                <a:srgbClr val="0B1F3A"/>
              </a:solidFill>
              <a:effectLst/>
            </c:spPr>
          </c:dPt>
          <c:dPt>
            <c:idx val="9"/>
            <c:invertIfNegative val="0"/>
            <c:bubble3D val="0"/>
            <c:spPr>
              <a:solidFill>
                <a:srgbClr val="5B6B7F"/>
              </a:solidFill>
              <a:effectLst/>
            </c:spPr>
          </c:dPt>
          <c:dPt>
            <c:idx val="10"/>
            <c:invertIfNegative val="0"/>
            <c:bubble3D val="0"/>
            <c:spPr>
              <a:solidFill>
                <a:srgbClr val="2EC4B6"/>
              </a:solidFill>
              <a:effectLst/>
            </c:spPr>
          </c:dPt>
          <c:dPt>
            <c:idx val="11"/>
            <c:invertIfNegative val="0"/>
            <c:bubble3D val="0"/>
            <c:spPr>
              <a:solidFill>
                <a:srgbClr val="E76F51"/>
              </a:solidFill>
              <a:effectLst/>
            </c:spPr>
          </c:dPt>
          <c:dPt>
            <c:idx val="12"/>
            <c:invertIfNegative val="0"/>
            <c:bubble3D val="0"/>
            <c:spPr>
              <a:solidFill>
                <a:srgbClr val="FFB703"/>
              </a:solidFill>
              <a:effectLst/>
            </c:spPr>
          </c:dPt>
          <c:dPt>
            <c:idx val="13"/>
            <c:invertIfNegative val="0"/>
            <c:bubble3D val="0"/>
            <c:spPr>
              <a:solidFill>
                <a:srgbClr val="0B1F3A"/>
              </a:solidFill>
              <a:effectLst/>
            </c:spPr>
          </c:dPt>
          <c:dPt>
            <c:idx val="14"/>
            <c:invertIfNegative val="0"/>
            <c:bubble3D val="0"/>
            <c:spPr>
              <a:solidFill>
                <a:srgbClr val="5B6B7F"/>
              </a:solidFill>
              <a:effectLst/>
            </c:spPr>
          </c:dPt>
          <c:dPt>
            <c:idx val="15"/>
            <c:invertIfNegative val="0"/>
            <c:bubble3D val="0"/>
            <c:spPr>
              <a:solidFill>
                <a:srgbClr val="2EC4B6"/>
              </a:solidFill>
              <a:effectLst/>
            </c:spPr>
          </c:dPt>
          <c:dPt>
            <c:idx val="16"/>
            <c:invertIfNegative val="0"/>
            <c:bubble3D val="0"/>
            <c:spPr>
              <a:solidFill>
                <a:srgbClr val="E76F51"/>
              </a:solidFill>
              <a:effectLst/>
            </c:spPr>
          </c:dPt>
          <c:dPt>
            <c:idx val="17"/>
            <c:invertIfNegative val="0"/>
            <c:bubble3D val="0"/>
            <c:spPr>
              <a:solidFill>
                <a:srgbClr val="FFB703"/>
              </a:solidFill>
              <a:effectLst/>
            </c:spPr>
          </c:dPt>
          <c:dPt>
            <c:idx val="18"/>
            <c:invertIfNegative val="0"/>
            <c:bubble3D val="0"/>
            <c:spPr>
              <a:solidFill>
                <a:srgbClr val="0B1F3A"/>
              </a:solidFill>
              <a:effectLst/>
            </c:spPr>
          </c:dPt>
          <c:dPt>
            <c:idx val="19"/>
            <c:invertIfNegative val="0"/>
            <c:bubble3D val="0"/>
            <c:spPr>
              <a:solidFill>
                <a:srgbClr val="5B6B7F"/>
              </a:solidFill>
              <a:effectLst/>
            </c:spPr>
          </c:dPt>
          <c:dPt>
            <c:idx val="20"/>
            <c:invertIfNegative val="0"/>
            <c:bubble3D val="0"/>
            <c:spPr>
              <a:solidFill>
                <a:srgbClr val="2EC4B6"/>
              </a:solidFill>
              <a:effectLst/>
            </c:spPr>
          </c:dPt>
          <c:dPt>
            <c:idx val="21"/>
            <c:invertIfNegative val="0"/>
            <c:bubble3D val="0"/>
            <c:spPr>
              <a:solidFill>
                <a:srgbClr val="E76F51"/>
              </a:solidFill>
              <a:effectLst/>
            </c:spPr>
          </c:dPt>
          <c:dPt>
            <c:idx val="22"/>
            <c:invertIfNegative val="0"/>
            <c:bubble3D val="0"/>
            <c:spPr>
              <a:solidFill>
                <a:srgbClr val="FFB703"/>
              </a:solidFill>
              <a:effectLst/>
            </c:spPr>
          </c:dPt>
          <c:dPt>
            <c:idx val="23"/>
            <c:invertIfNegative val="0"/>
            <c:bubble3D val="0"/>
            <c:spPr>
              <a:solidFill>
                <a:srgbClr val="0B1F3A"/>
              </a:solidFill>
              <a:effectLst/>
            </c:spPr>
          </c:dPt>
          <c:dPt>
            <c:idx val="24"/>
            <c:invertIfNegative val="0"/>
            <c:bubble3D val="0"/>
            <c:spPr>
              <a:solidFill>
                <a:srgbClr val="5B6B7F"/>
              </a:solidFill>
              <a:effectLst/>
            </c:spPr>
          </c:dPt>
          <c:dPt>
            <c:idx val="25"/>
            <c:invertIfNegative val="0"/>
            <c:bubble3D val="0"/>
            <c:spPr>
              <a:solidFill>
                <a:srgbClr val="2EC4B6"/>
              </a:solidFill>
              <a:effectLst/>
            </c:spPr>
          </c:dPt>
          <c:dPt>
            <c:idx val="26"/>
            <c:invertIfNegative val="0"/>
            <c:bubble3D val="0"/>
            <c:spPr>
              <a:solidFill>
                <a:srgbClr val="E76F51"/>
              </a:solidFill>
              <a:effectLst/>
            </c:spPr>
          </c:dPt>
          <c:dPt>
            <c:idx val="27"/>
            <c:invertIfNegative val="0"/>
            <c:bubble3D val="0"/>
            <c:spPr>
              <a:solidFill>
                <a:srgbClr val="FFB703"/>
              </a:solidFill>
              <a:effectLst/>
            </c:spPr>
          </c:dPt>
          <c:dPt>
            <c:idx val="28"/>
            <c:invertIfNegative val="0"/>
            <c:bubble3D val="0"/>
            <c:spPr>
              <a:solidFill>
                <a:srgbClr val="0B1F3A"/>
              </a:solidFill>
              <a:effectLst/>
            </c:spPr>
          </c:dPt>
          <c:dPt>
            <c:idx val="29"/>
            <c:invertIfNegative val="0"/>
            <c:bubble3D val="0"/>
            <c:spPr>
              <a:solidFill>
                <a:srgbClr val="5B6B7F"/>
              </a:solidFill>
              <a:effectLst/>
            </c:spPr>
          </c:dPt>
          <c:dPt>
            <c:idx val="30"/>
            <c:invertIfNegative val="0"/>
            <c:bubble3D val="0"/>
            <c:spPr>
              <a:solidFill>
                <a:srgbClr val="2EC4B6"/>
              </a:solidFill>
              <a:effectLst/>
            </c:spPr>
          </c:dPt>
          <c:dPt>
            <c:idx val="31"/>
            <c:invertIfNegative val="0"/>
            <c:bubble3D val="0"/>
            <c:spPr>
              <a:solidFill>
                <a:srgbClr val="E76F51"/>
              </a:solidFill>
              <a:effectLst/>
            </c:spPr>
          </c:dPt>
          <c:dPt>
            <c:idx val="32"/>
            <c:invertIfNegative val="0"/>
            <c:bubble3D val="0"/>
            <c:spPr>
              <a:solidFill>
                <a:srgbClr val="FFB703"/>
              </a:solidFill>
              <a:effectLst/>
            </c:spPr>
          </c:dPt>
          <c:dPt>
            <c:idx val="33"/>
            <c:invertIfNegative val="0"/>
            <c:bubble3D val="0"/>
            <c:spPr>
              <a:solidFill>
                <a:srgbClr val="0B1F3A"/>
              </a:solidFill>
              <a:effectLst/>
            </c:spPr>
          </c:dPt>
          <c:dPt>
            <c:idx val="34"/>
            <c:invertIfNegative val="0"/>
            <c:bubble3D val="0"/>
            <c:spPr>
              <a:solidFill>
                <a:srgbClr val="5B6B7F"/>
              </a:solidFill>
              <a:effectLst/>
            </c:spPr>
          </c:dPt>
          <c:dPt>
            <c:idx val="35"/>
            <c:invertIfNegative val="0"/>
            <c:bubble3D val="0"/>
            <c:spPr>
              <a:solidFill>
                <a:srgbClr val="2EC4B6"/>
              </a:solidFill>
              <a:effectLst/>
            </c:spPr>
          </c:dPt>
          <c:dPt>
            <c:idx val="36"/>
            <c:invertIfNegative val="0"/>
            <c:bubble3D val="0"/>
            <c:spPr>
              <a:solidFill>
                <a:srgbClr val="E76F51"/>
              </a:solidFill>
              <a:effectLst/>
            </c:spPr>
          </c:dPt>
          <c:dPt>
            <c:idx val="37"/>
            <c:invertIfNegative val="0"/>
            <c:bubble3D val="0"/>
            <c:spPr>
              <a:solidFill>
                <a:srgbClr val="FFB703"/>
              </a:solidFill>
              <a:effectLst/>
            </c:spPr>
          </c:dPt>
          <c:dPt>
            <c:idx val="38"/>
            <c:invertIfNegative val="0"/>
            <c:bubble3D val="0"/>
            <c:spPr>
              <a:solidFill>
                <a:srgbClr val="0B1F3A"/>
              </a:solidFill>
              <a:effectLst/>
            </c:spPr>
          </c:dPt>
          <c:dPt>
            <c:idx val="39"/>
            <c:invertIfNegative val="0"/>
            <c:bubble3D val="0"/>
            <c:spPr>
              <a:solidFill>
                <a:srgbClr val="5B6B7F"/>
              </a:solidFill>
              <a:effectLst/>
            </c:spPr>
          </c:dPt>
          <c:dPt>
            <c:idx val="40"/>
            <c:invertIfNegative val="0"/>
            <c:bubble3D val="0"/>
            <c:spPr>
              <a:solidFill>
                <a:srgbClr val="2EC4B6"/>
              </a:solidFill>
              <a:effectLst/>
            </c:spPr>
          </c:dPt>
          <c:dPt>
            <c:idx val="41"/>
            <c:invertIfNegative val="0"/>
            <c:bubble3D val="0"/>
            <c:spPr>
              <a:solidFill>
                <a:srgbClr val="E76F51"/>
              </a:solidFill>
              <a:effectLst/>
            </c:spPr>
          </c:dPt>
          <c:dPt>
            <c:idx val="42"/>
            <c:invertIfNegative val="0"/>
            <c:bubble3D val="0"/>
            <c:spPr>
              <a:solidFill>
                <a:srgbClr val="FFB703"/>
              </a:solidFill>
              <a:effectLst/>
            </c:spPr>
          </c:dPt>
          <c:dPt>
            <c:idx val="43"/>
            <c:invertIfNegative val="0"/>
            <c:bubble3D val="0"/>
            <c:spPr>
              <a:solidFill>
                <a:srgbClr val="0B1F3A"/>
              </a:solidFill>
              <a:effectLst/>
            </c:spPr>
          </c:dPt>
          <c:dPt>
            <c:idx val="44"/>
            <c:invertIfNegative val="0"/>
            <c:bubble3D val="0"/>
            <c:spPr>
              <a:solidFill>
                <a:srgbClr val="5B6B7F"/>
              </a:solidFill>
              <a:effectLst/>
            </c:spPr>
          </c:dPt>
          <c:dPt>
            <c:idx val="45"/>
            <c:invertIfNegative val="0"/>
            <c:bubble3D val="0"/>
            <c:spPr>
              <a:solidFill>
                <a:srgbClr val="2EC4B6"/>
              </a:solidFill>
              <a:effectLst/>
            </c:spPr>
          </c:dPt>
          <c:dPt>
            <c:idx val="46"/>
            <c:invertIfNegative val="0"/>
            <c:bubble3D val="0"/>
            <c:spPr>
              <a:solidFill>
                <a:srgbClr val="E76F51"/>
              </a:solidFill>
              <a:effectLst/>
            </c:spPr>
          </c:dPt>
          <c:dPt>
            <c:idx val="47"/>
            <c:invertIfNegative val="0"/>
            <c:bubble3D val="0"/>
            <c:spPr>
              <a:solidFill>
                <a:srgbClr val="FFB703"/>
              </a:solidFill>
              <a:effectLst/>
            </c:spPr>
          </c:dPt>
          <c:dPt>
            <c:idx val="48"/>
            <c:invertIfNegative val="0"/>
            <c:bubble3D val="0"/>
            <c:spPr>
              <a:solidFill>
                <a:srgbClr val="0B1F3A"/>
              </a:solidFill>
              <a:effectLst/>
            </c:spPr>
          </c:dPt>
          <c:dPt>
            <c:idx val="49"/>
            <c:invertIfNegative val="0"/>
            <c:bubble3D val="0"/>
            <c:spPr>
              <a:solidFill>
                <a:srgbClr val="5B6B7F"/>
              </a:solidFill>
              <a:effectLst/>
            </c:spPr>
          </c:dPt>
          <c:dPt>
            <c:idx val="50"/>
            <c:invertIfNegative val="0"/>
            <c:bubble3D val="0"/>
            <c:spPr>
              <a:solidFill>
                <a:srgbClr val="2EC4B6"/>
              </a:solidFill>
              <a:effectLst/>
            </c:spPr>
          </c:dPt>
          <c:dPt>
            <c:idx val="51"/>
            <c:invertIfNegative val="0"/>
            <c:bubble3D val="0"/>
            <c:spPr>
              <a:solidFill>
                <a:srgbClr val="E76F51"/>
              </a:solidFill>
              <a:effectLst/>
            </c:spPr>
          </c:dPt>
          <c:dPt>
            <c:idx val="52"/>
            <c:invertIfNegative val="0"/>
            <c:bubble3D val="0"/>
            <c:spPr>
              <a:solidFill>
                <a:srgbClr val="FFB703"/>
              </a:solidFill>
              <a:effectLst/>
            </c:spPr>
          </c:dPt>
          <c:dPt>
            <c:idx val="53"/>
            <c:invertIfNegative val="0"/>
            <c:bubble3D val="0"/>
            <c:spPr>
              <a:solidFill>
                <a:srgbClr val="0B1F3A"/>
              </a:solidFill>
              <a:effectLst/>
            </c:spPr>
          </c:dPt>
          <c:dPt>
            <c:idx val="54"/>
            <c:invertIfNegative val="0"/>
            <c:bubble3D val="0"/>
            <c:spPr>
              <a:solidFill>
                <a:srgbClr val="5B6B7F"/>
              </a:solidFill>
              <a:effectLst/>
            </c:spPr>
          </c:dPt>
          <c:dPt>
            <c:idx val="55"/>
            <c:invertIfNegative val="0"/>
            <c:bubble3D val="0"/>
            <c:spPr>
              <a:solidFill>
                <a:srgbClr val="2EC4B6"/>
              </a:solidFill>
              <a:effectLst/>
            </c:spPr>
          </c:dPt>
          <c:dPt>
            <c:idx val="56"/>
            <c:invertIfNegative val="0"/>
            <c:bubble3D val="0"/>
            <c:spPr>
              <a:solidFill>
                <a:srgbClr val="E76F51"/>
              </a:solidFill>
              <a:effectLst/>
            </c:spPr>
          </c:dPt>
          <c:dPt>
            <c:idx val="57"/>
            <c:invertIfNegative val="0"/>
            <c:bubble3D val="0"/>
            <c:spPr>
              <a:solidFill>
                <a:srgbClr val="FFB703"/>
              </a:solidFill>
              <a:effectLst/>
            </c:spPr>
          </c:dPt>
          <c:dPt>
            <c:idx val="58"/>
            <c:invertIfNegative val="0"/>
            <c:bubble3D val="0"/>
            <c:spPr>
              <a:solidFill>
                <a:srgbClr val="0B1F3A"/>
              </a:solidFill>
              <a:effectLst/>
            </c:spPr>
          </c:dPt>
          <c:dPt>
            <c:idx val="59"/>
            <c:invertIfNegative val="0"/>
            <c:bubble3D val="0"/>
            <c:spPr>
              <a:solidFill>
                <a:srgbClr val="5B6B7F"/>
              </a:solidFill>
              <a:effectLst/>
            </c:spPr>
          </c:dPt>
          <c:dPt>
            <c:idx val="60"/>
            <c:invertIfNegative val="0"/>
            <c:bubble3D val="0"/>
            <c:spPr>
              <a:solidFill>
                <a:srgbClr val="2EC4B6"/>
              </a:solidFill>
              <a:effectLst/>
            </c:spPr>
          </c:dPt>
          <c:dPt>
            <c:idx val="61"/>
            <c:invertIfNegative val="0"/>
            <c:bubble3D val="0"/>
            <c:spPr>
              <a:solidFill>
                <a:srgbClr val="E76F51"/>
              </a:solidFill>
              <a:effectLst/>
            </c:spPr>
          </c:dPt>
          <c:dPt>
            <c:idx val="62"/>
            <c:invertIfNegative val="0"/>
            <c:bubble3D val="0"/>
            <c:spPr>
              <a:solidFill>
                <a:srgbClr val="FFB703"/>
              </a:solidFill>
              <a:effectLst/>
            </c:spPr>
          </c:dPt>
          <c:dPt>
            <c:idx val="63"/>
            <c:invertIfNegative val="0"/>
            <c:bubble3D val="0"/>
            <c:spPr>
              <a:solidFill>
                <a:srgbClr val="0B1F3A"/>
              </a:solidFill>
              <a:effectLst/>
            </c:spPr>
          </c:dPt>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Sheet1!$B$2:$B$65</c:f>
              <c:numCache>
                <c:formatCode>General</c:formatCode>
                <c:ptCount val="64"/>
                <c:pt idx="0">
                  <c:v>1.3441007783036113e-16</c:v>
                </c:pt>
                <c:pt idx="1">
                  <c:v>9.189846792973059e-17</c:v>
                </c:pt>
                <c:pt idx="2">
                  <c:v>3.8225106414196433e-16</c:v>
                </c:pt>
                <c:pt idx="3">
                  <c:v>1.5626362228722367e-16</c:v>
                </c:pt>
                <c:pt idx="4">
                  <c:v>3.5863893021805046e-16</c:v>
                </c:pt>
                <c:pt idx="5">
                  <c:v>1.955540267851254e-16</c:v>
                </c:pt>
                <c:pt idx="6">
                  <c:v>4.04691341887311e-16</c:v>
                </c:pt>
                <c:pt idx="7">
                  <c:v>7.495529186863328e-17</c:v>
                </c:pt>
                <c:pt idx="8">
                  <c:v>4.717743738380305e-16</c:v>
                </c:pt>
                <c:pt idx="9">
                  <c:v>6.778830681016338e-17</c:v>
                </c:pt>
                <c:pt idx="10">
                  <c:v>1.2084099262149453e-15</c:v>
                </c:pt>
                <c:pt idx="11">
                  <c:v>1.369730989437826e-15</c:v>
                </c:pt>
                <c:pt idx="12">
                  <c:v>1.678935005039309e-16</c:v>
                </c:pt>
                <c:pt idx="13">
                  <c:v>1.368650439592164e-15</c:v>
                </c:pt>
                <c:pt idx="14">
                  <c:v>1.0286501631394525e-15</c:v>
                </c:pt>
                <c:pt idx="15">
                  <c:v>2.0747447677367984e-16</c:v>
                </c:pt>
                <c:pt idx="16">
                  <c:v>3.7906807105877377e-16</c:v>
                </c:pt>
                <c:pt idx="17">
                  <c:v>8.448037683096274e-16</c:v>
                </c:pt>
                <c:pt idx="18">
                  <c:v>0.24999999999999928</c:v>
                </c:pt>
                <c:pt idx="19">
                  <c:v>8.305504145619125e-16</c:v>
                </c:pt>
                <c:pt idx="20">
                  <c:v>0.9999999999999998</c:v>
                </c:pt>
                <c:pt idx="21">
                  <c:v>9.29075495620192e-16</c:v>
                </c:pt>
                <c:pt idx="22">
                  <c:v>0.2500000000000001</c:v>
                </c:pt>
                <c:pt idx="23">
                  <c:v>8.402756421404488e-16</c:v>
                </c:pt>
                <c:pt idx="24">
                  <c:v>3.8474330570479305e-17</c:v>
                </c:pt>
                <c:pt idx="25">
                  <c:v>1.7186565258890055e-16</c:v>
                </c:pt>
                <c:pt idx="26">
                  <c:v>3.276091812182262e-16</c:v>
                </c:pt>
                <c:pt idx="27">
                  <c:v>3.7729787203334704e-16</c:v>
                </c:pt>
                <c:pt idx="28">
                  <c:v>3.4800047865427227e-16</c:v>
                </c:pt>
                <c:pt idx="29">
                  <c:v>3.8705352302950105e-16</c:v>
                </c:pt>
                <c:pt idx="30">
                  <c:v>3.2472262097901016e-16</c:v>
                </c:pt>
                <c:pt idx="31">
                  <c:v>1.2397923960859094e-16</c:v>
                </c:pt>
                <c:pt idx="32">
                  <c:v>1.7090125394155692e-16</c:v>
                </c:pt>
                <c:pt idx="33">
                  <c:v>1.2397923960859104e-16</c:v>
                </c:pt>
                <c:pt idx="34">
                  <c:v>3.1040766935793474e-16</c:v>
                </c:pt>
                <c:pt idx="35">
                  <c:v>3.87053523029501e-16</c:v>
                </c:pt>
                <c:pt idx="36">
                  <c:v>3.648109471685249e-16</c:v>
                </c:pt>
                <c:pt idx="37">
                  <c:v>3.7729787203334684e-16</c:v>
                </c:pt>
                <c:pt idx="38">
                  <c:v>3.331318655043594e-16</c:v>
                </c:pt>
                <c:pt idx="39">
                  <c:v>1.7186565258890035e-16</c:v>
                </c:pt>
                <c:pt idx="40">
                  <c:v>3.8474330570479323e-17</c:v>
                </c:pt>
                <c:pt idx="41">
                  <c:v>8.4027564214044885e-16</c:v>
                </c:pt>
                <c:pt idx="42">
                  <c:v>0.2500000000000001</c:v>
                </c:pt>
                <c:pt idx="43">
                  <c:v>9.29075495620192e-16</c:v>
                </c:pt>
                <c:pt idx="44">
                  <c:v>0.9999999999999998</c:v>
                </c:pt>
                <c:pt idx="45">
                  <c:v>8.305504145619127e-16</c:v>
                </c:pt>
                <c:pt idx="46">
                  <c:v>0.24999999999999928</c:v>
                </c:pt>
                <c:pt idx="47">
                  <c:v>8.448037683096276e-16</c:v>
                </c:pt>
                <c:pt idx="48">
                  <c:v>3.7906807105877377e-16</c:v>
                </c:pt>
                <c:pt idx="49">
                  <c:v>2.0747447677367984e-16</c:v>
                </c:pt>
                <c:pt idx="50">
                  <c:v>1.0715643125963274e-15</c:v>
                </c:pt>
                <c:pt idx="51">
                  <c:v>1.368650439592164e-15</c:v>
                </c:pt>
                <c:pt idx="52">
                  <c:v>2.39860727370059e-16</c:v>
                </c:pt>
                <c:pt idx="53">
                  <c:v>1.3697309894378263e-15</c:v>
                </c:pt>
                <c:pt idx="54">
                  <c:v>1.2025909510107636e-15</c:v>
                </c:pt>
                <c:pt idx="55">
                  <c:v>6.778830681016329e-17</c:v>
                </c:pt>
                <c:pt idx="56">
                  <c:v>4.717743738380305e-16</c:v>
                </c:pt>
                <c:pt idx="57">
                  <c:v>7.49552918686332e-17</c:v>
                </c:pt>
                <c:pt idx="58">
                  <c:v>3.9138796709953255e-16</c:v>
                </c:pt>
                <c:pt idx="59">
                  <c:v>1.9555402678512548e-16</c:v>
                </c:pt>
                <c:pt idx="60">
                  <c:v>3.4822451064285497e-16</c:v>
                </c:pt>
                <c:pt idx="61">
                  <c:v>1.5626362228722357e-16</c:v>
                </c:pt>
                <c:pt idx="62">
                  <c:v>3.7401369800967466e-16</c:v>
                </c:pt>
                <c:pt idx="63">
                  <c:v>9.189846792973053e-17</c:v>
                </c:pt>
              </c:numCache>
            </c:numRef>
          </c:val>
        </c:ser>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bin  (carrier at 20, mirror at 44)</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|S[k]| (complex baseband after I/Q mix + LPF)</c:v>
                </c:pt>
              </c:strCache>
            </c:strRef>
          </c:tx>
          <c:spPr>
            <a:solidFill>
              <a:srgbClr val="E76F51"/>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cat>
            <c:multiLvlStrRef>
              <c:f>Sheet1!$A$2:$A$65</c:f>
              <c:multiLvlStrCache>
                <c:ptCount val="64"/>
                <c:lvl>
                  <c:pt idx="0">
                    <c:v>-32</c:v>
                  </c:pt>
                  <c:pt idx="1">
                    <c:v>-31</c:v>
                  </c:pt>
                  <c:pt idx="2">
                    <c:v>-30</c:v>
                  </c:pt>
                  <c:pt idx="3">
                    <c:v>-29</c:v>
                  </c:pt>
                  <c:pt idx="4">
                    <c:v>-28</c:v>
                  </c:pt>
                  <c:pt idx="5">
                    <c:v>-27</c:v>
                  </c:pt>
                  <c:pt idx="6">
                    <c:v>-26</c:v>
                  </c:pt>
                  <c:pt idx="7">
                    <c:v>-25</c:v>
                  </c:pt>
                  <c:pt idx="8">
                    <c:v>-24</c:v>
                  </c:pt>
                  <c:pt idx="9">
                    <c:v>-23</c:v>
                  </c:pt>
                  <c:pt idx="10">
                    <c:v>-22</c:v>
                  </c:pt>
                  <c:pt idx="11">
                    <c:v>-21</c:v>
                  </c:pt>
                  <c:pt idx="12">
                    <c:v>-20</c:v>
                  </c:pt>
                  <c:pt idx="13">
                    <c:v>-19</c:v>
                  </c:pt>
                  <c:pt idx="14">
                    <c:v>-18</c:v>
                  </c:pt>
                  <c:pt idx="15">
                    <c:v>-17</c:v>
                  </c:pt>
                  <c:pt idx="16">
                    <c:v>-16</c:v>
                  </c:pt>
                  <c:pt idx="17">
                    <c:v>-15</c:v>
                  </c:pt>
                  <c:pt idx="18">
                    <c:v>-14</c:v>
                  </c:pt>
                  <c:pt idx="19">
                    <c:v>-13</c:v>
                  </c:pt>
                  <c:pt idx="20">
                    <c:v>-12</c:v>
                  </c:pt>
                  <c:pt idx="21">
                    <c:v>-11</c:v>
                  </c:pt>
                  <c:pt idx="22">
                    <c:v>-10</c:v>
                  </c:pt>
                  <c:pt idx="23">
                    <c:v>-9</c:v>
                  </c:pt>
                  <c:pt idx="24">
                    <c:v>-8</c:v>
                  </c:pt>
                  <c:pt idx="25">
                    <c:v>-7</c:v>
                  </c:pt>
                  <c:pt idx="26">
                    <c:v>-6</c:v>
                  </c:pt>
                  <c:pt idx="27">
                    <c:v>-5</c:v>
                  </c:pt>
                  <c:pt idx="28">
                    <c:v>-4</c:v>
                  </c:pt>
                  <c:pt idx="29">
                    <c:v>-3</c:v>
                  </c:pt>
                  <c:pt idx="30">
                    <c:v>-2</c:v>
                  </c:pt>
                  <c:pt idx="31">
                    <c:v>-1</c:v>
                  </c:pt>
                  <c:pt idx="32">
                    <c:v>0</c:v>
                  </c:pt>
                  <c:pt idx="33">
                    <c:v>1</c:v>
                  </c:pt>
                  <c:pt idx="34">
                    <c:v>2</c:v>
                  </c:pt>
                  <c:pt idx="35">
                    <c:v>3</c:v>
                  </c:pt>
                  <c:pt idx="36">
                    <c:v>4</c:v>
                  </c:pt>
                  <c:pt idx="37">
                    <c:v>5</c:v>
                  </c:pt>
                  <c:pt idx="38">
                    <c:v>6</c:v>
                  </c:pt>
                  <c:pt idx="39">
                    <c:v>7</c:v>
                  </c:pt>
                  <c:pt idx="40">
                    <c:v>8</c:v>
                  </c:pt>
                  <c:pt idx="41">
                    <c:v>9</c:v>
                  </c:pt>
                  <c:pt idx="42">
                    <c:v>10</c:v>
                  </c:pt>
                  <c:pt idx="43">
                    <c:v>11</c:v>
                  </c:pt>
                  <c:pt idx="44">
                    <c:v>12</c:v>
                  </c:pt>
                  <c:pt idx="45">
                    <c:v>13</c:v>
                  </c:pt>
                  <c:pt idx="46">
                    <c:v>14</c:v>
                  </c:pt>
                  <c:pt idx="47">
                    <c:v>15</c:v>
                  </c:pt>
                  <c:pt idx="48">
                    <c:v>16</c:v>
                  </c:pt>
                  <c:pt idx="49">
                    <c:v>17</c:v>
                  </c:pt>
                  <c:pt idx="50">
                    <c:v>18</c:v>
                  </c:pt>
                  <c:pt idx="51">
                    <c:v>19</c:v>
                  </c:pt>
                  <c:pt idx="52">
                    <c:v>20</c:v>
                  </c:pt>
                  <c:pt idx="53">
                    <c:v>21</c:v>
                  </c:pt>
                  <c:pt idx="54">
                    <c:v>22</c:v>
                  </c:pt>
                  <c:pt idx="55">
                    <c:v>23</c:v>
                  </c:pt>
                  <c:pt idx="56">
                    <c:v>24</c:v>
                  </c:pt>
                  <c:pt idx="57">
                    <c:v>25</c:v>
                  </c:pt>
                  <c:pt idx="58">
                    <c:v>26</c:v>
                  </c:pt>
                  <c:pt idx="59">
                    <c:v>27</c:v>
                  </c:pt>
                  <c:pt idx="60">
                    <c:v>28</c:v>
                  </c:pt>
                  <c:pt idx="61">
                    <c:v>29</c:v>
                  </c:pt>
                  <c:pt idx="62">
                    <c:v>30</c:v>
                  </c:pt>
                  <c:pt idx="63">
                    <c:v>31</c:v>
                  </c:pt>
                </c:lvl>
              </c:multiLvlStrCache>
            </c:multiLvlStrRef>
          </c:cat>
          <c:val>
            <c:numRef>
              <c:f>Sheet1!$B$2:$B$65</c:f>
              <c:numCache>
                <c:formatCode>General</c:formatCode>
                <c:ptCount val="6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1.7332525590316573e-16</c:v>
                </c:pt>
                <c:pt idx="25">
                  <c:v>2.481311237999135e-15</c:v>
                </c:pt>
                <c:pt idx="26">
                  <c:v>2.3149053484304394e-15</c:v>
                </c:pt>
                <c:pt idx="27">
                  <c:v>2.521286606342163e-16</c:v>
                </c:pt>
                <c:pt idx="28">
                  <c:v>7.368575328619258e-16</c:v>
                </c:pt>
                <c:pt idx="29">
                  <c:v>1.935475343140375e-16</c:v>
                </c:pt>
                <c:pt idx="30">
                  <c:v>0.2499999999999994</c:v>
                </c:pt>
                <c:pt idx="31">
                  <c:v>4.0701700408736776e-16</c:v>
                </c:pt>
                <c:pt idx="32">
                  <c:v>0.9999999999999996</c:v>
                </c:pt>
                <c:pt idx="33">
                  <c:v>1.1314211218444734e-16</c:v>
                </c:pt>
                <c:pt idx="34">
                  <c:v>0.24999999999999944</c:v>
                </c:pt>
                <c:pt idx="35">
                  <c:v>2.016283497028802e-16</c:v>
                </c:pt>
                <c:pt idx="36">
                  <c:v>1.071685855618158e-16</c:v>
                </c:pt>
                <c:pt idx="37">
                  <c:v>9.504932781484418e-17</c:v>
                </c:pt>
                <c:pt idx="38">
                  <c:v>2.394811482477942e-16</c:v>
                </c:pt>
                <c:pt idx="39">
                  <c:v>3.8728577589493686e-16</c:v>
                </c:pt>
                <c:pt idx="40">
                  <c:v>2.970726805786089e-16</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numCache>
            </c:numRef>
          </c:val>
        </c:ser>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bin  (negative frequencies are real here)</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x[n]: samples at 12 kSPS</c:v>
                </c:pt>
              </c:strCache>
            </c:strRef>
          </c:tx>
          <c:spPr>
            <a:solidFill>
              <a:srgbClr val="0B1F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Sheet1!$A$2:$A$434</c:f>
              <c:multiLvlStrCache>
                <c:ptCount val="433"/>
                <c:lvl>
                  <c:pt idx="0">
                    <c:v>0.00</c:v>
                  </c:pt>
                  <c:pt idx="1">
                    <c:v>0.01</c:v>
                  </c:pt>
                  <c:pt idx="2">
                    <c:v>0.01</c:v>
                  </c:pt>
                  <c:pt idx="3">
                    <c:v>0.02</c:v>
                  </c:pt>
                  <c:pt idx="4">
                    <c:v>0.03</c:v>
                  </c:pt>
                  <c:pt idx="5">
                    <c:v>0.03</c:v>
                  </c:pt>
                  <c:pt idx="6">
                    <c:v>0.04</c:v>
                  </c:pt>
                  <c:pt idx="7">
                    <c:v>0.05</c:v>
                  </c:pt>
                  <c:pt idx="8">
                    <c:v>0.06</c:v>
                  </c:pt>
                  <c:pt idx="9">
                    <c:v>0.06</c:v>
                  </c:pt>
                  <c:pt idx="10">
                    <c:v>0.07</c:v>
                  </c:pt>
                  <c:pt idx="11">
                    <c:v>0.08</c:v>
                  </c:pt>
                  <c:pt idx="12">
                    <c:v>0.08</c:v>
                  </c:pt>
                  <c:pt idx="13">
                    <c:v>0.09</c:v>
                  </c:pt>
                  <c:pt idx="14">
                    <c:v>0.10</c:v>
                  </c:pt>
                  <c:pt idx="15">
                    <c:v>0.10</c:v>
                  </c:pt>
                  <c:pt idx="16">
                    <c:v>0.11</c:v>
                  </c:pt>
                  <c:pt idx="17">
                    <c:v>0.12</c:v>
                  </c:pt>
                  <c:pt idx="18">
                    <c:v>0.13</c:v>
                  </c:pt>
                  <c:pt idx="19">
                    <c:v>0.13</c:v>
                  </c:pt>
                  <c:pt idx="20">
                    <c:v>0.14</c:v>
                  </c:pt>
                  <c:pt idx="21">
                    <c:v>0.15</c:v>
                  </c:pt>
                  <c:pt idx="22">
                    <c:v>0.15</c:v>
                  </c:pt>
                  <c:pt idx="23">
                    <c:v>0.16</c:v>
                  </c:pt>
                  <c:pt idx="24">
                    <c:v>0.17</c:v>
                  </c:pt>
                  <c:pt idx="25">
                    <c:v>0.17</c:v>
                  </c:pt>
                  <c:pt idx="26">
                    <c:v>0.18</c:v>
                  </c:pt>
                  <c:pt idx="27">
                    <c:v>0.19</c:v>
                  </c:pt>
                  <c:pt idx="28">
                    <c:v>0.19</c:v>
                  </c:pt>
                  <c:pt idx="29">
                    <c:v>0.20</c:v>
                  </c:pt>
                  <c:pt idx="30">
                    <c:v>0.21</c:v>
                  </c:pt>
                  <c:pt idx="31">
                    <c:v>0.22</c:v>
                  </c:pt>
                  <c:pt idx="32">
                    <c:v>0.22</c:v>
                  </c:pt>
                  <c:pt idx="33">
                    <c:v>0.23</c:v>
                  </c:pt>
                  <c:pt idx="34">
                    <c:v>0.24</c:v>
                  </c:pt>
                  <c:pt idx="35">
                    <c:v>0.24</c:v>
                  </c:pt>
                  <c:pt idx="36">
                    <c:v>0.25</c:v>
                  </c:pt>
                  <c:pt idx="37">
                    <c:v>0.26</c:v>
                  </c:pt>
                  <c:pt idx="38">
                    <c:v>0.26</c:v>
                  </c:pt>
                  <c:pt idx="39">
                    <c:v>0.27</c:v>
                  </c:pt>
                  <c:pt idx="40">
                    <c:v>0.28</c:v>
                  </c:pt>
                  <c:pt idx="41">
                    <c:v>0.28</c:v>
                  </c:pt>
                  <c:pt idx="42">
                    <c:v>0.29</c:v>
                  </c:pt>
                  <c:pt idx="43">
                    <c:v>0.30</c:v>
                  </c:pt>
                  <c:pt idx="44">
                    <c:v>0.31</c:v>
                  </c:pt>
                  <c:pt idx="45">
                    <c:v>0.31</c:v>
                  </c:pt>
                  <c:pt idx="46">
                    <c:v>0.32</c:v>
                  </c:pt>
                  <c:pt idx="47">
                    <c:v>0.33</c:v>
                  </c:pt>
                  <c:pt idx="48">
                    <c:v>0.33</c:v>
                  </c:pt>
                  <c:pt idx="49">
                    <c:v>0.34</c:v>
                  </c:pt>
                  <c:pt idx="50">
                    <c:v>0.35</c:v>
                  </c:pt>
                  <c:pt idx="51">
                    <c:v>0.35</c:v>
                  </c:pt>
                  <c:pt idx="52">
                    <c:v>0.36</c:v>
                  </c:pt>
                  <c:pt idx="53">
                    <c:v>0.37</c:v>
                  </c:pt>
                  <c:pt idx="54">
                    <c:v>0.38</c:v>
                  </c:pt>
                  <c:pt idx="55">
                    <c:v>0.38</c:v>
                  </c:pt>
                  <c:pt idx="56">
                    <c:v>0.39</c:v>
                  </c:pt>
                  <c:pt idx="57">
                    <c:v>0.40</c:v>
                  </c:pt>
                  <c:pt idx="58">
                    <c:v>0.40</c:v>
                  </c:pt>
                  <c:pt idx="59">
                    <c:v>0.41</c:v>
                  </c:pt>
                  <c:pt idx="60">
                    <c:v>0.42</c:v>
                  </c:pt>
                  <c:pt idx="61">
                    <c:v>0.42</c:v>
                  </c:pt>
                  <c:pt idx="62">
                    <c:v>0.43</c:v>
                  </c:pt>
                  <c:pt idx="63">
                    <c:v>0.44</c:v>
                  </c:pt>
                  <c:pt idx="64">
                    <c:v>0.44</c:v>
                  </c:pt>
                  <c:pt idx="65">
                    <c:v>0.45</c:v>
                  </c:pt>
                  <c:pt idx="66">
                    <c:v>0.46</c:v>
                  </c:pt>
                  <c:pt idx="67">
                    <c:v>0.47</c:v>
                  </c:pt>
                  <c:pt idx="68">
                    <c:v>0.47</c:v>
                  </c:pt>
                  <c:pt idx="69">
                    <c:v>0.48</c:v>
                  </c:pt>
                  <c:pt idx="70">
                    <c:v>0.49</c:v>
                  </c:pt>
                  <c:pt idx="71">
                    <c:v>0.49</c:v>
                  </c:pt>
                  <c:pt idx="72">
                    <c:v>0.50</c:v>
                  </c:pt>
                  <c:pt idx="73">
                    <c:v>0.51</c:v>
                  </c:pt>
                  <c:pt idx="74">
                    <c:v>0.51</c:v>
                  </c:pt>
                  <c:pt idx="75">
                    <c:v>0.52</c:v>
                  </c:pt>
                  <c:pt idx="76">
                    <c:v>0.53</c:v>
                  </c:pt>
                  <c:pt idx="77">
                    <c:v>0.53</c:v>
                  </c:pt>
                  <c:pt idx="78">
                    <c:v>0.54</c:v>
                  </c:pt>
                  <c:pt idx="79">
                    <c:v>0.55</c:v>
                  </c:pt>
                  <c:pt idx="80">
                    <c:v>0.56</c:v>
                  </c:pt>
                  <c:pt idx="81">
                    <c:v>0.56</c:v>
                  </c:pt>
                  <c:pt idx="82">
                    <c:v>0.57</c:v>
                  </c:pt>
                  <c:pt idx="83">
                    <c:v>0.58</c:v>
                  </c:pt>
                  <c:pt idx="84">
                    <c:v>0.58</c:v>
                  </c:pt>
                  <c:pt idx="85">
                    <c:v>0.59</c:v>
                  </c:pt>
                  <c:pt idx="86">
                    <c:v>0.60</c:v>
                  </c:pt>
                  <c:pt idx="87">
                    <c:v>0.60</c:v>
                  </c:pt>
                  <c:pt idx="88">
                    <c:v>0.61</c:v>
                  </c:pt>
                  <c:pt idx="89">
                    <c:v>0.62</c:v>
                  </c:pt>
                  <c:pt idx="90">
                    <c:v>0.63</c:v>
                  </c:pt>
                  <c:pt idx="91">
                    <c:v>0.63</c:v>
                  </c:pt>
                  <c:pt idx="92">
                    <c:v>0.64</c:v>
                  </c:pt>
                  <c:pt idx="93">
                    <c:v>0.65</c:v>
                  </c:pt>
                  <c:pt idx="94">
                    <c:v>0.65</c:v>
                  </c:pt>
                  <c:pt idx="95">
                    <c:v>0.66</c:v>
                  </c:pt>
                  <c:pt idx="96">
                    <c:v>0.67</c:v>
                  </c:pt>
                  <c:pt idx="97">
                    <c:v>0.67</c:v>
                  </c:pt>
                  <c:pt idx="98">
                    <c:v>0.68</c:v>
                  </c:pt>
                  <c:pt idx="99">
                    <c:v>0.69</c:v>
                  </c:pt>
                  <c:pt idx="100">
                    <c:v>0.69</c:v>
                  </c:pt>
                  <c:pt idx="101">
                    <c:v>0.70</c:v>
                  </c:pt>
                  <c:pt idx="102">
                    <c:v>0.71</c:v>
                  </c:pt>
                  <c:pt idx="103">
                    <c:v>0.72</c:v>
                  </c:pt>
                  <c:pt idx="104">
                    <c:v>0.72</c:v>
                  </c:pt>
                  <c:pt idx="105">
                    <c:v>0.73</c:v>
                  </c:pt>
                  <c:pt idx="106">
                    <c:v>0.74</c:v>
                  </c:pt>
                  <c:pt idx="107">
                    <c:v>0.74</c:v>
                  </c:pt>
                  <c:pt idx="108">
                    <c:v>0.75</c:v>
                  </c:pt>
                  <c:pt idx="109">
                    <c:v>0.76</c:v>
                  </c:pt>
                  <c:pt idx="110">
                    <c:v>0.76</c:v>
                  </c:pt>
                  <c:pt idx="111">
                    <c:v>0.77</c:v>
                  </c:pt>
                  <c:pt idx="112">
                    <c:v>0.78</c:v>
                  </c:pt>
                  <c:pt idx="113">
                    <c:v>0.78</c:v>
                  </c:pt>
                  <c:pt idx="114">
                    <c:v>0.79</c:v>
                  </c:pt>
                  <c:pt idx="115">
                    <c:v>0.80</c:v>
                  </c:pt>
                  <c:pt idx="116">
                    <c:v>0.81</c:v>
                  </c:pt>
                  <c:pt idx="117">
                    <c:v>0.81</c:v>
                  </c:pt>
                  <c:pt idx="118">
                    <c:v>0.82</c:v>
                  </c:pt>
                  <c:pt idx="119">
                    <c:v>0.83</c:v>
                  </c:pt>
                  <c:pt idx="120">
                    <c:v>0.83</c:v>
                  </c:pt>
                  <c:pt idx="121">
                    <c:v>0.84</c:v>
                  </c:pt>
                  <c:pt idx="122">
                    <c:v>0.85</c:v>
                  </c:pt>
                  <c:pt idx="123">
                    <c:v>0.85</c:v>
                  </c:pt>
                  <c:pt idx="124">
                    <c:v>0.86</c:v>
                  </c:pt>
                  <c:pt idx="125">
                    <c:v>0.87</c:v>
                  </c:pt>
                  <c:pt idx="126">
                    <c:v>0.88</c:v>
                  </c:pt>
                  <c:pt idx="127">
                    <c:v>0.88</c:v>
                  </c:pt>
                  <c:pt idx="128">
                    <c:v>0.89</c:v>
                  </c:pt>
                  <c:pt idx="129">
                    <c:v>0.90</c:v>
                  </c:pt>
                  <c:pt idx="130">
                    <c:v>0.90</c:v>
                  </c:pt>
                  <c:pt idx="131">
                    <c:v>0.91</c:v>
                  </c:pt>
                  <c:pt idx="132">
                    <c:v>0.92</c:v>
                  </c:pt>
                  <c:pt idx="133">
                    <c:v>0.92</c:v>
                  </c:pt>
                  <c:pt idx="134">
                    <c:v>0.93</c:v>
                  </c:pt>
                  <c:pt idx="135">
                    <c:v>0.94</c:v>
                  </c:pt>
                  <c:pt idx="136">
                    <c:v>0.94</c:v>
                  </c:pt>
                  <c:pt idx="137">
                    <c:v>0.95</c:v>
                  </c:pt>
                  <c:pt idx="138">
                    <c:v>0.96</c:v>
                  </c:pt>
                  <c:pt idx="139">
                    <c:v>0.97</c:v>
                  </c:pt>
                  <c:pt idx="140">
                    <c:v>0.97</c:v>
                  </c:pt>
                  <c:pt idx="141">
                    <c:v>0.98</c:v>
                  </c:pt>
                  <c:pt idx="142">
                    <c:v>0.99</c:v>
                  </c:pt>
                  <c:pt idx="143">
                    <c:v>0.99</c:v>
                  </c:pt>
                  <c:pt idx="144">
                    <c:v>1.00</c:v>
                  </c:pt>
                  <c:pt idx="145">
                    <c:v>1.01</c:v>
                  </c:pt>
                  <c:pt idx="146">
                    <c:v>1.01</c:v>
                  </c:pt>
                  <c:pt idx="147">
                    <c:v>1.02</c:v>
                  </c:pt>
                  <c:pt idx="148">
                    <c:v>1.03</c:v>
                  </c:pt>
                  <c:pt idx="149">
                    <c:v>1.03</c:v>
                  </c:pt>
                  <c:pt idx="150">
                    <c:v>1.04</c:v>
                  </c:pt>
                  <c:pt idx="151">
                    <c:v>1.05</c:v>
                  </c:pt>
                  <c:pt idx="152">
                    <c:v>1.06</c:v>
                  </c:pt>
                  <c:pt idx="153">
                    <c:v>1.06</c:v>
                  </c:pt>
                  <c:pt idx="154">
                    <c:v>1.07</c:v>
                  </c:pt>
                  <c:pt idx="155">
                    <c:v>1.08</c:v>
                  </c:pt>
                  <c:pt idx="156">
                    <c:v>1.08</c:v>
                  </c:pt>
                  <c:pt idx="157">
                    <c:v>1.09</c:v>
                  </c:pt>
                  <c:pt idx="158">
                    <c:v>1.10</c:v>
                  </c:pt>
                  <c:pt idx="159">
                    <c:v>1.10</c:v>
                  </c:pt>
                  <c:pt idx="160">
                    <c:v>1.11</c:v>
                  </c:pt>
                  <c:pt idx="161">
                    <c:v>1.12</c:v>
                  </c:pt>
                  <c:pt idx="162">
                    <c:v>1.13</c:v>
                  </c:pt>
                  <c:pt idx="163">
                    <c:v>1.13</c:v>
                  </c:pt>
                  <c:pt idx="164">
                    <c:v>1.14</c:v>
                  </c:pt>
                  <c:pt idx="165">
                    <c:v>1.15</c:v>
                  </c:pt>
                  <c:pt idx="166">
                    <c:v>1.15</c:v>
                  </c:pt>
                  <c:pt idx="167">
                    <c:v>1.16</c:v>
                  </c:pt>
                  <c:pt idx="168">
                    <c:v>1.17</c:v>
                  </c:pt>
                  <c:pt idx="169">
                    <c:v>1.17</c:v>
                  </c:pt>
                  <c:pt idx="170">
                    <c:v>1.18</c:v>
                  </c:pt>
                  <c:pt idx="171">
                    <c:v>1.19</c:v>
                  </c:pt>
                  <c:pt idx="172">
                    <c:v>1.19</c:v>
                  </c:pt>
                  <c:pt idx="173">
                    <c:v>1.20</c:v>
                  </c:pt>
                  <c:pt idx="174">
                    <c:v>1.21</c:v>
                  </c:pt>
                  <c:pt idx="175">
                    <c:v>1.22</c:v>
                  </c:pt>
                  <c:pt idx="176">
                    <c:v>1.22</c:v>
                  </c:pt>
                  <c:pt idx="177">
                    <c:v>1.23</c:v>
                  </c:pt>
                  <c:pt idx="178">
                    <c:v>1.24</c:v>
                  </c:pt>
                  <c:pt idx="179">
                    <c:v>1.24</c:v>
                  </c:pt>
                  <c:pt idx="180">
                    <c:v>1.25</c:v>
                  </c:pt>
                  <c:pt idx="181">
                    <c:v>1.26</c:v>
                  </c:pt>
                  <c:pt idx="182">
                    <c:v>1.26</c:v>
                  </c:pt>
                  <c:pt idx="183">
                    <c:v>1.27</c:v>
                  </c:pt>
                  <c:pt idx="184">
                    <c:v>1.28</c:v>
                  </c:pt>
                  <c:pt idx="185">
                    <c:v>1.28</c:v>
                  </c:pt>
                  <c:pt idx="186">
                    <c:v>1.29</c:v>
                  </c:pt>
                  <c:pt idx="187">
                    <c:v>1.30</c:v>
                  </c:pt>
                  <c:pt idx="188">
                    <c:v>1.31</c:v>
                  </c:pt>
                  <c:pt idx="189">
                    <c:v>1.31</c:v>
                  </c:pt>
                  <c:pt idx="190">
                    <c:v>1.32</c:v>
                  </c:pt>
                  <c:pt idx="191">
                    <c:v>1.33</c:v>
                  </c:pt>
                  <c:pt idx="192">
                    <c:v>1.33</c:v>
                  </c:pt>
                  <c:pt idx="193">
                    <c:v>1.34</c:v>
                  </c:pt>
                  <c:pt idx="194">
                    <c:v>1.35</c:v>
                  </c:pt>
                  <c:pt idx="195">
                    <c:v>1.35</c:v>
                  </c:pt>
                  <c:pt idx="196">
                    <c:v>1.36</c:v>
                  </c:pt>
                  <c:pt idx="197">
                    <c:v>1.37</c:v>
                  </c:pt>
                  <c:pt idx="198">
                    <c:v>1.38</c:v>
                  </c:pt>
                  <c:pt idx="199">
                    <c:v>1.38</c:v>
                  </c:pt>
                  <c:pt idx="200">
                    <c:v>1.39</c:v>
                  </c:pt>
                  <c:pt idx="201">
                    <c:v>1.40</c:v>
                  </c:pt>
                  <c:pt idx="202">
                    <c:v>1.40</c:v>
                  </c:pt>
                  <c:pt idx="203">
                    <c:v>1.41</c:v>
                  </c:pt>
                  <c:pt idx="204">
                    <c:v>1.42</c:v>
                  </c:pt>
                  <c:pt idx="205">
                    <c:v>1.42</c:v>
                  </c:pt>
                  <c:pt idx="206">
                    <c:v>1.43</c:v>
                  </c:pt>
                  <c:pt idx="207">
                    <c:v>1.44</c:v>
                  </c:pt>
                  <c:pt idx="208">
                    <c:v>1.44</c:v>
                  </c:pt>
                  <c:pt idx="209">
                    <c:v>1.45</c:v>
                  </c:pt>
                  <c:pt idx="210">
                    <c:v>1.46</c:v>
                  </c:pt>
                  <c:pt idx="211">
                    <c:v>1.47</c:v>
                  </c:pt>
                  <c:pt idx="212">
                    <c:v>1.47</c:v>
                  </c:pt>
                  <c:pt idx="213">
                    <c:v>1.48</c:v>
                  </c:pt>
                  <c:pt idx="214">
                    <c:v>1.49</c:v>
                  </c:pt>
                  <c:pt idx="215">
                    <c:v>1.49</c:v>
                  </c:pt>
                  <c:pt idx="216">
                    <c:v>1.50</c:v>
                  </c:pt>
                  <c:pt idx="217">
                    <c:v>1.51</c:v>
                  </c:pt>
                  <c:pt idx="218">
                    <c:v>1.51</c:v>
                  </c:pt>
                  <c:pt idx="219">
                    <c:v>1.52</c:v>
                  </c:pt>
                  <c:pt idx="220">
                    <c:v>1.53</c:v>
                  </c:pt>
                  <c:pt idx="221">
                    <c:v>1.53</c:v>
                  </c:pt>
                  <c:pt idx="222">
                    <c:v>1.54</c:v>
                  </c:pt>
                  <c:pt idx="223">
                    <c:v>1.55</c:v>
                  </c:pt>
                  <c:pt idx="224">
                    <c:v>1.56</c:v>
                  </c:pt>
                  <c:pt idx="225">
                    <c:v>1.56</c:v>
                  </c:pt>
                  <c:pt idx="226">
                    <c:v>1.57</c:v>
                  </c:pt>
                  <c:pt idx="227">
                    <c:v>1.58</c:v>
                  </c:pt>
                  <c:pt idx="228">
                    <c:v>1.58</c:v>
                  </c:pt>
                  <c:pt idx="229">
                    <c:v>1.59</c:v>
                  </c:pt>
                  <c:pt idx="230">
                    <c:v>1.60</c:v>
                  </c:pt>
                  <c:pt idx="231">
                    <c:v>1.60</c:v>
                  </c:pt>
                  <c:pt idx="232">
                    <c:v>1.61</c:v>
                  </c:pt>
                  <c:pt idx="233">
                    <c:v>1.62</c:v>
                  </c:pt>
                  <c:pt idx="234">
                    <c:v>1.63</c:v>
                  </c:pt>
                  <c:pt idx="235">
                    <c:v>1.63</c:v>
                  </c:pt>
                  <c:pt idx="236">
                    <c:v>1.64</c:v>
                  </c:pt>
                  <c:pt idx="237">
                    <c:v>1.65</c:v>
                  </c:pt>
                  <c:pt idx="238">
                    <c:v>1.65</c:v>
                  </c:pt>
                  <c:pt idx="239">
                    <c:v>1.66</c:v>
                  </c:pt>
                  <c:pt idx="240">
                    <c:v>1.67</c:v>
                  </c:pt>
                  <c:pt idx="241">
                    <c:v>1.67</c:v>
                  </c:pt>
                  <c:pt idx="242">
                    <c:v>1.68</c:v>
                  </c:pt>
                  <c:pt idx="243">
                    <c:v>1.69</c:v>
                  </c:pt>
                  <c:pt idx="244">
                    <c:v>1.69</c:v>
                  </c:pt>
                  <c:pt idx="245">
                    <c:v>1.70</c:v>
                  </c:pt>
                  <c:pt idx="246">
                    <c:v>1.71</c:v>
                  </c:pt>
                  <c:pt idx="247">
                    <c:v>1.72</c:v>
                  </c:pt>
                  <c:pt idx="248">
                    <c:v>1.72</c:v>
                  </c:pt>
                  <c:pt idx="249">
                    <c:v>1.73</c:v>
                  </c:pt>
                  <c:pt idx="250">
                    <c:v>1.74</c:v>
                  </c:pt>
                  <c:pt idx="251">
                    <c:v>1.74</c:v>
                  </c:pt>
                  <c:pt idx="252">
                    <c:v>1.75</c:v>
                  </c:pt>
                  <c:pt idx="253">
                    <c:v>1.76</c:v>
                  </c:pt>
                  <c:pt idx="254">
                    <c:v>1.76</c:v>
                  </c:pt>
                  <c:pt idx="255">
                    <c:v>1.77</c:v>
                  </c:pt>
                  <c:pt idx="256">
                    <c:v>1.78</c:v>
                  </c:pt>
                  <c:pt idx="257">
                    <c:v>1.78</c:v>
                  </c:pt>
                  <c:pt idx="258">
                    <c:v>1.79</c:v>
                  </c:pt>
                  <c:pt idx="259">
                    <c:v>1.80</c:v>
                  </c:pt>
                  <c:pt idx="260">
                    <c:v>1.81</c:v>
                  </c:pt>
                  <c:pt idx="261">
                    <c:v>1.81</c:v>
                  </c:pt>
                  <c:pt idx="262">
                    <c:v>1.82</c:v>
                  </c:pt>
                  <c:pt idx="263">
                    <c:v>1.83</c:v>
                  </c:pt>
                  <c:pt idx="264">
                    <c:v>1.83</c:v>
                  </c:pt>
                  <c:pt idx="265">
                    <c:v>1.84</c:v>
                  </c:pt>
                  <c:pt idx="266">
                    <c:v>1.85</c:v>
                  </c:pt>
                  <c:pt idx="267">
                    <c:v>1.85</c:v>
                  </c:pt>
                  <c:pt idx="268">
                    <c:v>1.86</c:v>
                  </c:pt>
                  <c:pt idx="269">
                    <c:v>1.87</c:v>
                  </c:pt>
                  <c:pt idx="270">
                    <c:v>1.88</c:v>
                  </c:pt>
                  <c:pt idx="271">
                    <c:v>1.88</c:v>
                  </c:pt>
                  <c:pt idx="272">
                    <c:v>1.89</c:v>
                  </c:pt>
                  <c:pt idx="273">
                    <c:v>1.90</c:v>
                  </c:pt>
                  <c:pt idx="274">
                    <c:v>1.90</c:v>
                  </c:pt>
                  <c:pt idx="275">
                    <c:v>1.91</c:v>
                  </c:pt>
                  <c:pt idx="276">
                    <c:v>1.92</c:v>
                  </c:pt>
                  <c:pt idx="277">
                    <c:v>1.92</c:v>
                  </c:pt>
                  <c:pt idx="278">
                    <c:v>1.93</c:v>
                  </c:pt>
                  <c:pt idx="279">
                    <c:v>1.94</c:v>
                  </c:pt>
                  <c:pt idx="280">
                    <c:v>1.94</c:v>
                  </c:pt>
                  <c:pt idx="281">
                    <c:v>1.95</c:v>
                  </c:pt>
                  <c:pt idx="282">
                    <c:v>1.96</c:v>
                  </c:pt>
                  <c:pt idx="283">
                    <c:v>1.97</c:v>
                  </c:pt>
                  <c:pt idx="284">
                    <c:v>1.97</c:v>
                  </c:pt>
                  <c:pt idx="285">
                    <c:v>1.98</c:v>
                  </c:pt>
                  <c:pt idx="286">
                    <c:v>1.99</c:v>
                  </c:pt>
                  <c:pt idx="287">
                    <c:v>1.99</c:v>
                  </c:pt>
                  <c:pt idx="288">
                    <c:v>2.00</c:v>
                  </c:pt>
                  <c:pt idx="289">
                    <c:v>2.01</c:v>
                  </c:pt>
                  <c:pt idx="290">
                    <c:v>2.01</c:v>
                  </c:pt>
                  <c:pt idx="291">
                    <c:v>2.02</c:v>
                  </c:pt>
                  <c:pt idx="292">
                    <c:v>2.03</c:v>
                  </c:pt>
                  <c:pt idx="293">
                    <c:v>2.03</c:v>
                  </c:pt>
                  <c:pt idx="294">
                    <c:v>2.04</c:v>
                  </c:pt>
                  <c:pt idx="295">
                    <c:v>2.05</c:v>
                  </c:pt>
                  <c:pt idx="296">
                    <c:v>2.06</c:v>
                  </c:pt>
                  <c:pt idx="297">
                    <c:v>2.06</c:v>
                  </c:pt>
                  <c:pt idx="298">
                    <c:v>2.07</c:v>
                  </c:pt>
                  <c:pt idx="299">
                    <c:v>2.08</c:v>
                  </c:pt>
                  <c:pt idx="300">
                    <c:v>2.08</c:v>
                  </c:pt>
                  <c:pt idx="301">
                    <c:v>2.09</c:v>
                  </c:pt>
                  <c:pt idx="302">
                    <c:v>2.10</c:v>
                  </c:pt>
                  <c:pt idx="303">
                    <c:v>2.10</c:v>
                  </c:pt>
                  <c:pt idx="304">
                    <c:v>2.11</c:v>
                  </c:pt>
                  <c:pt idx="305">
                    <c:v>2.12</c:v>
                  </c:pt>
                  <c:pt idx="306">
                    <c:v>2.13</c:v>
                  </c:pt>
                  <c:pt idx="307">
                    <c:v>2.13</c:v>
                  </c:pt>
                  <c:pt idx="308">
                    <c:v>2.14</c:v>
                  </c:pt>
                  <c:pt idx="309">
                    <c:v>2.15</c:v>
                  </c:pt>
                  <c:pt idx="310">
                    <c:v>2.15</c:v>
                  </c:pt>
                  <c:pt idx="311">
                    <c:v>2.16</c:v>
                  </c:pt>
                  <c:pt idx="312">
                    <c:v>2.17</c:v>
                  </c:pt>
                  <c:pt idx="313">
                    <c:v>2.17</c:v>
                  </c:pt>
                  <c:pt idx="314">
                    <c:v>2.18</c:v>
                  </c:pt>
                  <c:pt idx="315">
                    <c:v>2.19</c:v>
                  </c:pt>
                  <c:pt idx="316">
                    <c:v>2.19</c:v>
                  </c:pt>
                  <c:pt idx="317">
                    <c:v>2.20</c:v>
                  </c:pt>
                  <c:pt idx="318">
                    <c:v>2.21</c:v>
                  </c:pt>
                  <c:pt idx="319">
                    <c:v>2.22</c:v>
                  </c:pt>
                  <c:pt idx="320">
                    <c:v>2.22</c:v>
                  </c:pt>
                  <c:pt idx="321">
                    <c:v>2.23</c:v>
                  </c:pt>
                  <c:pt idx="322">
                    <c:v>2.24</c:v>
                  </c:pt>
                  <c:pt idx="323">
                    <c:v>2.24</c:v>
                  </c:pt>
                  <c:pt idx="324">
                    <c:v>2.25</c:v>
                  </c:pt>
                  <c:pt idx="325">
                    <c:v>2.26</c:v>
                  </c:pt>
                  <c:pt idx="326">
                    <c:v>2.26</c:v>
                  </c:pt>
                  <c:pt idx="327">
                    <c:v>2.27</c:v>
                  </c:pt>
                  <c:pt idx="328">
                    <c:v>2.28</c:v>
                  </c:pt>
                  <c:pt idx="329">
                    <c:v>2.28</c:v>
                  </c:pt>
                  <c:pt idx="330">
                    <c:v>2.29</c:v>
                  </c:pt>
                  <c:pt idx="331">
                    <c:v>2.30</c:v>
                  </c:pt>
                  <c:pt idx="332">
                    <c:v>2.31</c:v>
                  </c:pt>
                  <c:pt idx="333">
                    <c:v>2.31</c:v>
                  </c:pt>
                  <c:pt idx="334">
                    <c:v>2.32</c:v>
                  </c:pt>
                  <c:pt idx="335">
                    <c:v>2.33</c:v>
                  </c:pt>
                  <c:pt idx="336">
                    <c:v>2.33</c:v>
                  </c:pt>
                  <c:pt idx="337">
                    <c:v>2.34</c:v>
                  </c:pt>
                  <c:pt idx="338">
                    <c:v>2.35</c:v>
                  </c:pt>
                  <c:pt idx="339">
                    <c:v>2.35</c:v>
                  </c:pt>
                  <c:pt idx="340">
                    <c:v>2.36</c:v>
                  </c:pt>
                  <c:pt idx="341">
                    <c:v>2.37</c:v>
                  </c:pt>
                  <c:pt idx="342">
                    <c:v>2.38</c:v>
                  </c:pt>
                  <c:pt idx="343">
                    <c:v>2.38</c:v>
                  </c:pt>
                  <c:pt idx="344">
                    <c:v>2.39</c:v>
                  </c:pt>
                  <c:pt idx="345">
                    <c:v>2.40</c:v>
                  </c:pt>
                  <c:pt idx="346">
                    <c:v>2.40</c:v>
                  </c:pt>
                  <c:pt idx="347">
                    <c:v>2.41</c:v>
                  </c:pt>
                  <c:pt idx="348">
                    <c:v>2.42</c:v>
                  </c:pt>
                  <c:pt idx="349">
                    <c:v>2.42</c:v>
                  </c:pt>
                  <c:pt idx="350">
                    <c:v>2.43</c:v>
                  </c:pt>
                  <c:pt idx="351">
                    <c:v>2.44</c:v>
                  </c:pt>
                  <c:pt idx="352">
                    <c:v>2.44</c:v>
                  </c:pt>
                  <c:pt idx="353">
                    <c:v>2.45</c:v>
                  </c:pt>
                  <c:pt idx="354">
                    <c:v>2.46</c:v>
                  </c:pt>
                  <c:pt idx="355">
                    <c:v>2.47</c:v>
                  </c:pt>
                  <c:pt idx="356">
                    <c:v>2.47</c:v>
                  </c:pt>
                  <c:pt idx="357">
                    <c:v>2.48</c:v>
                  </c:pt>
                  <c:pt idx="358">
                    <c:v>2.49</c:v>
                  </c:pt>
                  <c:pt idx="359">
                    <c:v>2.49</c:v>
                  </c:pt>
                  <c:pt idx="360">
                    <c:v>2.50</c:v>
                  </c:pt>
                  <c:pt idx="361">
                    <c:v>2.51</c:v>
                  </c:pt>
                  <c:pt idx="362">
                    <c:v>2.51</c:v>
                  </c:pt>
                  <c:pt idx="363">
                    <c:v>2.52</c:v>
                  </c:pt>
                  <c:pt idx="364">
                    <c:v>2.53</c:v>
                  </c:pt>
                  <c:pt idx="365">
                    <c:v>2.53</c:v>
                  </c:pt>
                  <c:pt idx="366">
                    <c:v>2.54</c:v>
                  </c:pt>
                  <c:pt idx="367">
                    <c:v>2.55</c:v>
                  </c:pt>
                  <c:pt idx="368">
                    <c:v>2.56</c:v>
                  </c:pt>
                  <c:pt idx="369">
                    <c:v>2.56</c:v>
                  </c:pt>
                  <c:pt idx="370">
                    <c:v>2.57</c:v>
                  </c:pt>
                  <c:pt idx="371">
                    <c:v>2.58</c:v>
                  </c:pt>
                  <c:pt idx="372">
                    <c:v>2.58</c:v>
                  </c:pt>
                  <c:pt idx="373">
                    <c:v>2.59</c:v>
                  </c:pt>
                  <c:pt idx="374">
                    <c:v>2.60</c:v>
                  </c:pt>
                  <c:pt idx="375">
                    <c:v>2.60</c:v>
                  </c:pt>
                  <c:pt idx="376">
                    <c:v>2.61</c:v>
                  </c:pt>
                  <c:pt idx="377">
                    <c:v>2.62</c:v>
                  </c:pt>
                  <c:pt idx="378">
                    <c:v>2.63</c:v>
                  </c:pt>
                  <c:pt idx="379">
                    <c:v>2.63</c:v>
                  </c:pt>
                  <c:pt idx="380">
                    <c:v>2.64</c:v>
                  </c:pt>
                  <c:pt idx="381">
                    <c:v>2.65</c:v>
                  </c:pt>
                  <c:pt idx="382">
                    <c:v>2.65</c:v>
                  </c:pt>
                  <c:pt idx="383">
                    <c:v>2.66</c:v>
                  </c:pt>
                  <c:pt idx="384">
                    <c:v>2.67</c:v>
                  </c:pt>
                  <c:pt idx="385">
                    <c:v>2.67</c:v>
                  </c:pt>
                  <c:pt idx="386">
                    <c:v>2.68</c:v>
                  </c:pt>
                  <c:pt idx="387">
                    <c:v>2.69</c:v>
                  </c:pt>
                  <c:pt idx="388">
                    <c:v>2.69</c:v>
                  </c:pt>
                  <c:pt idx="389">
                    <c:v>2.70</c:v>
                  </c:pt>
                  <c:pt idx="390">
                    <c:v>2.71</c:v>
                  </c:pt>
                  <c:pt idx="391">
                    <c:v>2.72</c:v>
                  </c:pt>
                  <c:pt idx="392">
                    <c:v>2.72</c:v>
                  </c:pt>
                  <c:pt idx="393">
                    <c:v>2.73</c:v>
                  </c:pt>
                  <c:pt idx="394">
                    <c:v>2.74</c:v>
                  </c:pt>
                  <c:pt idx="395">
                    <c:v>2.74</c:v>
                  </c:pt>
                  <c:pt idx="396">
                    <c:v>2.75</c:v>
                  </c:pt>
                  <c:pt idx="397">
                    <c:v>2.76</c:v>
                  </c:pt>
                  <c:pt idx="398">
                    <c:v>2.76</c:v>
                  </c:pt>
                  <c:pt idx="399">
                    <c:v>2.77</c:v>
                  </c:pt>
                  <c:pt idx="400">
                    <c:v>2.78</c:v>
                  </c:pt>
                  <c:pt idx="401">
                    <c:v>2.78</c:v>
                  </c:pt>
                  <c:pt idx="402">
                    <c:v>2.79</c:v>
                  </c:pt>
                  <c:pt idx="403">
                    <c:v>2.80</c:v>
                  </c:pt>
                  <c:pt idx="404">
                    <c:v>2.81</c:v>
                  </c:pt>
                  <c:pt idx="405">
                    <c:v>2.81</c:v>
                  </c:pt>
                  <c:pt idx="406">
                    <c:v>2.82</c:v>
                  </c:pt>
                  <c:pt idx="407">
                    <c:v>2.83</c:v>
                  </c:pt>
                  <c:pt idx="408">
                    <c:v>2.83</c:v>
                  </c:pt>
                  <c:pt idx="409">
                    <c:v>2.84</c:v>
                  </c:pt>
                  <c:pt idx="410">
                    <c:v>2.85</c:v>
                  </c:pt>
                  <c:pt idx="411">
                    <c:v>2.85</c:v>
                  </c:pt>
                  <c:pt idx="412">
                    <c:v>2.86</c:v>
                  </c:pt>
                  <c:pt idx="413">
                    <c:v>2.87</c:v>
                  </c:pt>
                  <c:pt idx="414">
                    <c:v>2.88</c:v>
                  </c:pt>
                  <c:pt idx="415">
                    <c:v>2.88</c:v>
                  </c:pt>
                  <c:pt idx="416">
                    <c:v>2.89</c:v>
                  </c:pt>
                  <c:pt idx="417">
                    <c:v>2.90</c:v>
                  </c:pt>
                  <c:pt idx="418">
                    <c:v>2.90</c:v>
                  </c:pt>
                  <c:pt idx="419">
                    <c:v>2.91</c:v>
                  </c:pt>
                  <c:pt idx="420">
                    <c:v>2.92</c:v>
                  </c:pt>
                  <c:pt idx="421">
                    <c:v>2.92</c:v>
                  </c:pt>
                  <c:pt idx="422">
                    <c:v>2.93</c:v>
                  </c:pt>
                  <c:pt idx="423">
                    <c:v>2.94</c:v>
                  </c:pt>
                  <c:pt idx="424">
                    <c:v>2.94</c:v>
                  </c:pt>
                  <c:pt idx="425">
                    <c:v>2.95</c:v>
                  </c:pt>
                  <c:pt idx="426">
                    <c:v>2.96</c:v>
                  </c:pt>
                  <c:pt idx="427">
                    <c:v>2.97</c:v>
                  </c:pt>
                  <c:pt idx="428">
                    <c:v>2.97</c:v>
                  </c:pt>
                  <c:pt idx="429">
                    <c:v>2.98</c:v>
                  </c:pt>
                  <c:pt idx="430">
                    <c:v>2.99</c:v>
                  </c:pt>
                  <c:pt idx="431">
                    <c:v>2.99</c:v>
                  </c:pt>
                  <c:pt idx="432">
                    <c:v>3.00</c:v>
                  </c:pt>
                </c:lvl>
              </c:multiLvlStrCache>
            </c:multiLvlStrRef>
          </c:cat>
          <c:val>
            <c:numRef>
              <c:f>Sheet1!$B$2:$B$434</c:f>
              <c:numCache>
                <c:formatCode>General</c:formatCode>
                <c:ptCount val="433"/>
                <c:pt idx="0">
                  <c:v>1</c:v>
                </c:pt>
                <c:pt idx="1">
                  <c:v>0</c:v>
                </c:pt>
                <c:pt idx="2">
                  <c:v>0</c:v>
                </c:pt>
                <c:pt idx="3">
                  <c:v>0</c:v>
                </c:pt>
                <c:pt idx="4">
                  <c:v>0</c:v>
                </c:pt>
                <c:pt idx="5">
                  <c:v>0</c:v>
                </c:pt>
                <c:pt idx="6">
                  <c:v>0</c:v>
                </c:pt>
                <c:pt idx="7">
                  <c:v>0</c:v>
                </c:pt>
                <c:pt idx="8">
                  <c:v>0</c:v>
                </c:pt>
                <c:pt idx="9">
                  <c:v>0</c:v>
                </c:pt>
                <c:pt idx="10">
                  <c:v>0</c:v>
                </c:pt>
                <c:pt idx="11">
                  <c:v>0</c:v>
                </c:pt>
                <c:pt idx="12">
                  <c:v>0.8660254037844387</c:v>
                </c:pt>
                <c:pt idx="13">
                  <c:v>0</c:v>
                </c:pt>
                <c:pt idx="14">
                  <c:v>0</c:v>
                </c:pt>
                <c:pt idx="15">
                  <c:v>0</c:v>
                </c:pt>
                <c:pt idx="16">
                  <c:v>0</c:v>
                </c:pt>
                <c:pt idx="17">
                  <c:v>0</c:v>
                </c:pt>
                <c:pt idx="18">
                  <c:v>0</c:v>
                </c:pt>
                <c:pt idx="19">
                  <c:v>0</c:v>
                </c:pt>
                <c:pt idx="20">
                  <c:v>0</c:v>
                </c:pt>
                <c:pt idx="21">
                  <c:v>0</c:v>
                </c:pt>
                <c:pt idx="22">
                  <c:v>0</c:v>
                </c:pt>
                <c:pt idx="23">
                  <c:v>0</c:v>
                </c:pt>
                <c:pt idx="24">
                  <c:v>0.5000000000000001</c:v>
                </c:pt>
                <c:pt idx="25">
                  <c:v>0</c:v>
                </c:pt>
                <c:pt idx="26">
                  <c:v>0</c:v>
                </c:pt>
                <c:pt idx="27">
                  <c:v>0</c:v>
                </c:pt>
                <c:pt idx="28">
                  <c:v>0</c:v>
                </c:pt>
                <c:pt idx="29">
                  <c:v>0</c:v>
                </c:pt>
                <c:pt idx="30">
                  <c:v>0</c:v>
                </c:pt>
                <c:pt idx="31">
                  <c:v>0</c:v>
                </c:pt>
                <c:pt idx="32">
                  <c:v>0</c:v>
                </c:pt>
                <c:pt idx="33">
                  <c:v>0</c:v>
                </c:pt>
                <c:pt idx="34">
                  <c:v>0</c:v>
                </c:pt>
                <c:pt idx="35">
                  <c:v>0</c:v>
                </c:pt>
                <c:pt idx="36">
                  <c:v>6.123233995736766e-17</c:v>
                </c:pt>
                <c:pt idx="37">
                  <c:v>0</c:v>
                </c:pt>
                <c:pt idx="38">
                  <c:v>0</c:v>
                </c:pt>
                <c:pt idx="39">
                  <c:v>0</c:v>
                </c:pt>
                <c:pt idx="40">
                  <c:v>0</c:v>
                </c:pt>
                <c:pt idx="41">
                  <c:v>0</c:v>
                </c:pt>
                <c:pt idx="42">
                  <c:v>0</c:v>
                </c:pt>
                <c:pt idx="43">
                  <c:v>0</c:v>
                </c:pt>
                <c:pt idx="44">
                  <c:v>0</c:v>
                </c:pt>
                <c:pt idx="45">
                  <c:v>0</c:v>
                </c:pt>
                <c:pt idx="46">
                  <c:v>0</c:v>
                </c:pt>
                <c:pt idx="47">
                  <c:v>0</c:v>
                </c:pt>
                <c:pt idx="48">
                  <c:v>-0.4999999999999998</c:v>
                </c:pt>
                <c:pt idx="49">
                  <c:v>0</c:v>
                </c:pt>
                <c:pt idx="50">
                  <c:v>0</c:v>
                </c:pt>
                <c:pt idx="51">
                  <c:v>0</c:v>
                </c:pt>
                <c:pt idx="52">
                  <c:v>0</c:v>
                </c:pt>
                <c:pt idx="53">
                  <c:v>0</c:v>
                </c:pt>
                <c:pt idx="54">
                  <c:v>0</c:v>
                </c:pt>
                <c:pt idx="55">
                  <c:v>0</c:v>
                </c:pt>
                <c:pt idx="56">
                  <c:v>0</c:v>
                </c:pt>
                <c:pt idx="57">
                  <c:v>0</c:v>
                </c:pt>
                <c:pt idx="58">
                  <c:v>0</c:v>
                </c:pt>
                <c:pt idx="59">
                  <c:v>0</c:v>
                </c:pt>
                <c:pt idx="60">
                  <c:v>-0.8660254037844387</c:v>
                </c:pt>
                <c:pt idx="61">
                  <c:v>0</c:v>
                </c:pt>
                <c:pt idx="62">
                  <c:v>0</c:v>
                </c:pt>
                <c:pt idx="63">
                  <c:v>0</c:v>
                </c:pt>
                <c:pt idx="64">
                  <c:v>0</c:v>
                </c:pt>
                <c:pt idx="65">
                  <c:v>0</c:v>
                </c:pt>
                <c:pt idx="66">
                  <c:v>0</c:v>
                </c:pt>
                <c:pt idx="67">
                  <c:v>0</c:v>
                </c:pt>
                <c:pt idx="68">
                  <c:v>0</c:v>
                </c:pt>
                <c:pt idx="69">
                  <c:v>0</c:v>
                </c:pt>
                <c:pt idx="70">
                  <c:v>0</c:v>
                </c:pt>
                <c:pt idx="71">
                  <c:v>0</c:v>
                </c:pt>
                <c:pt idx="72">
                  <c:v>-1</c:v>
                </c:pt>
                <c:pt idx="73">
                  <c:v>0</c:v>
                </c:pt>
                <c:pt idx="74">
                  <c:v>0</c:v>
                </c:pt>
                <c:pt idx="75">
                  <c:v>0</c:v>
                </c:pt>
                <c:pt idx="76">
                  <c:v>0</c:v>
                </c:pt>
                <c:pt idx="77">
                  <c:v>0</c:v>
                </c:pt>
                <c:pt idx="78">
                  <c:v>0</c:v>
                </c:pt>
                <c:pt idx="79">
                  <c:v>0</c:v>
                </c:pt>
                <c:pt idx="80">
                  <c:v>0</c:v>
                </c:pt>
                <c:pt idx="81">
                  <c:v>0</c:v>
                </c:pt>
                <c:pt idx="82">
                  <c:v>0</c:v>
                </c:pt>
                <c:pt idx="83">
                  <c:v>0</c:v>
                </c:pt>
                <c:pt idx="84">
                  <c:v>-0.8660254037844388</c:v>
                </c:pt>
                <c:pt idx="85">
                  <c:v>0</c:v>
                </c:pt>
                <c:pt idx="86">
                  <c:v>0</c:v>
                </c:pt>
                <c:pt idx="87">
                  <c:v>0</c:v>
                </c:pt>
                <c:pt idx="88">
                  <c:v>0</c:v>
                </c:pt>
                <c:pt idx="89">
                  <c:v>0</c:v>
                </c:pt>
                <c:pt idx="90">
                  <c:v>0</c:v>
                </c:pt>
                <c:pt idx="91">
                  <c:v>0</c:v>
                </c:pt>
                <c:pt idx="92">
                  <c:v>0</c:v>
                </c:pt>
                <c:pt idx="93">
                  <c:v>0</c:v>
                </c:pt>
                <c:pt idx="94">
                  <c:v>0</c:v>
                </c:pt>
                <c:pt idx="95">
                  <c:v>0</c:v>
                </c:pt>
                <c:pt idx="96">
                  <c:v>-0.5000000000000004</c:v>
                </c:pt>
                <c:pt idx="97">
                  <c:v>0</c:v>
                </c:pt>
                <c:pt idx="98">
                  <c:v>0</c:v>
                </c:pt>
                <c:pt idx="99">
                  <c:v>0</c:v>
                </c:pt>
                <c:pt idx="100">
                  <c:v>0</c:v>
                </c:pt>
                <c:pt idx="101">
                  <c:v>0</c:v>
                </c:pt>
                <c:pt idx="102">
                  <c:v>0</c:v>
                </c:pt>
                <c:pt idx="103">
                  <c:v>0</c:v>
                </c:pt>
                <c:pt idx="104">
                  <c:v>0</c:v>
                </c:pt>
                <c:pt idx="105">
                  <c:v>0</c:v>
                </c:pt>
                <c:pt idx="106">
                  <c:v>0</c:v>
                </c:pt>
                <c:pt idx="107">
                  <c:v>0</c:v>
                </c:pt>
                <c:pt idx="108">
                  <c:v>-1.8369701987210297e-16</c:v>
                </c:pt>
                <c:pt idx="109">
                  <c:v>0</c:v>
                </c:pt>
                <c:pt idx="110">
                  <c:v>0</c:v>
                </c:pt>
                <c:pt idx="111">
                  <c:v>0</c:v>
                </c:pt>
                <c:pt idx="112">
                  <c:v>0</c:v>
                </c:pt>
                <c:pt idx="113">
                  <c:v>0</c:v>
                </c:pt>
                <c:pt idx="114">
                  <c:v>0</c:v>
                </c:pt>
                <c:pt idx="115">
                  <c:v>0</c:v>
                </c:pt>
                <c:pt idx="116">
                  <c:v>0</c:v>
                </c:pt>
                <c:pt idx="117">
                  <c:v>0</c:v>
                </c:pt>
                <c:pt idx="118">
                  <c:v>0</c:v>
                </c:pt>
                <c:pt idx="119">
                  <c:v>0</c:v>
                </c:pt>
                <c:pt idx="120">
                  <c:v>0.5000000000000001</c:v>
                </c:pt>
                <c:pt idx="121">
                  <c:v>0</c:v>
                </c:pt>
                <c:pt idx="122">
                  <c:v>0</c:v>
                </c:pt>
                <c:pt idx="123">
                  <c:v>0</c:v>
                </c:pt>
                <c:pt idx="124">
                  <c:v>0</c:v>
                </c:pt>
                <c:pt idx="125">
                  <c:v>0</c:v>
                </c:pt>
                <c:pt idx="126">
                  <c:v>0</c:v>
                </c:pt>
                <c:pt idx="127">
                  <c:v>0</c:v>
                </c:pt>
                <c:pt idx="128">
                  <c:v>0</c:v>
                </c:pt>
                <c:pt idx="129">
                  <c:v>0</c:v>
                </c:pt>
                <c:pt idx="130">
                  <c:v>0</c:v>
                </c:pt>
                <c:pt idx="131">
                  <c:v>0</c:v>
                </c:pt>
                <c:pt idx="132">
                  <c:v>0.8660254037844384</c:v>
                </c:pt>
                <c:pt idx="133">
                  <c:v>0</c:v>
                </c:pt>
                <c:pt idx="134">
                  <c:v>0</c:v>
                </c:pt>
                <c:pt idx="135">
                  <c:v>0</c:v>
                </c:pt>
                <c:pt idx="136">
                  <c:v>0</c:v>
                </c:pt>
                <c:pt idx="137">
                  <c:v>0</c:v>
                </c:pt>
                <c:pt idx="138">
                  <c:v>0</c:v>
                </c:pt>
                <c:pt idx="139">
                  <c:v>0</c:v>
                </c:pt>
                <c:pt idx="140">
                  <c:v>0</c:v>
                </c:pt>
                <c:pt idx="141">
                  <c:v>0</c:v>
                </c:pt>
                <c:pt idx="142">
                  <c:v>0</c:v>
                </c:pt>
                <c:pt idx="143">
                  <c:v>0</c:v>
                </c:pt>
                <c:pt idx="144">
                  <c:v>1</c:v>
                </c:pt>
                <c:pt idx="145">
                  <c:v>0</c:v>
                </c:pt>
                <c:pt idx="146">
                  <c:v>0</c:v>
                </c:pt>
                <c:pt idx="147">
                  <c:v>0</c:v>
                </c:pt>
                <c:pt idx="148">
                  <c:v>0</c:v>
                </c:pt>
                <c:pt idx="149">
                  <c:v>0</c:v>
                </c:pt>
                <c:pt idx="150">
                  <c:v>0</c:v>
                </c:pt>
                <c:pt idx="151">
                  <c:v>0</c:v>
                </c:pt>
                <c:pt idx="152">
                  <c:v>0</c:v>
                </c:pt>
                <c:pt idx="153">
                  <c:v>0</c:v>
                </c:pt>
                <c:pt idx="154">
                  <c:v>0</c:v>
                </c:pt>
                <c:pt idx="155">
                  <c:v>0</c:v>
                </c:pt>
                <c:pt idx="156">
                  <c:v>0.866025403784439</c:v>
                </c:pt>
                <c:pt idx="157">
                  <c:v>0</c:v>
                </c:pt>
                <c:pt idx="158">
                  <c:v>0</c:v>
                </c:pt>
                <c:pt idx="159">
                  <c:v>0</c:v>
                </c:pt>
                <c:pt idx="160">
                  <c:v>0</c:v>
                </c:pt>
                <c:pt idx="161">
                  <c:v>0</c:v>
                </c:pt>
                <c:pt idx="162">
                  <c:v>0</c:v>
                </c:pt>
                <c:pt idx="163">
                  <c:v>0</c:v>
                </c:pt>
                <c:pt idx="164">
                  <c:v>0</c:v>
                </c:pt>
                <c:pt idx="165">
                  <c:v>0</c:v>
                </c:pt>
                <c:pt idx="166">
                  <c:v>0</c:v>
                </c:pt>
                <c:pt idx="167">
                  <c:v>0</c:v>
                </c:pt>
                <c:pt idx="168">
                  <c:v>0.5000000000000006</c:v>
                </c:pt>
                <c:pt idx="169">
                  <c:v>0</c:v>
                </c:pt>
                <c:pt idx="170">
                  <c:v>0</c:v>
                </c:pt>
                <c:pt idx="171">
                  <c:v>0</c:v>
                </c:pt>
                <c:pt idx="172">
                  <c:v>0</c:v>
                </c:pt>
                <c:pt idx="173">
                  <c:v>0</c:v>
                </c:pt>
                <c:pt idx="174">
                  <c:v>0</c:v>
                </c:pt>
                <c:pt idx="175">
                  <c:v>0</c:v>
                </c:pt>
                <c:pt idx="176">
                  <c:v>0</c:v>
                </c:pt>
                <c:pt idx="177">
                  <c:v>0</c:v>
                </c:pt>
                <c:pt idx="178">
                  <c:v>0</c:v>
                </c:pt>
                <c:pt idx="179">
                  <c:v>0</c:v>
                </c:pt>
                <c:pt idx="180">
                  <c:v>3.061616997868383e-16</c:v>
                </c:pt>
                <c:pt idx="181">
                  <c:v>0</c:v>
                </c:pt>
                <c:pt idx="182">
                  <c:v>0</c:v>
                </c:pt>
                <c:pt idx="183">
                  <c:v>0</c:v>
                </c:pt>
                <c:pt idx="184">
                  <c:v>0</c:v>
                </c:pt>
                <c:pt idx="185">
                  <c:v>0</c:v>
                </c:pt>
                <c:pt idx="186">
                  <c:v>0</c:v>
                </c:pt>
                <c:pt idx="187">
                  <c:v>0</c:v>
                </c:pt>
                <c:pt idx="188">
                  <c:v>0</c:v>
                </c:pt>
                <c:pt idx="189">
                  <c:v>0</c:v>
                </c:pt>
                <c:pt idx="190">
                  <c:v>0</c:v>
                </c:pt>
                <c:pt idx="191">
                  <c:v>0</c:v>
                </c:pt>
                <c:pt idx="192">
                  <c:v>-0.4999999999999992</c:v>
                </c:pt>
                <c:pt idx="193">
                  <c:v>0</c:v>
                </c:pt>
                <c:pt idx="194">
                  <c:v>0</c:v>
                </c:pt>
                <c:pt idx="195">
                  <c:v>0</c:v>
                </c:pt>
                <c:pt idx="196">
                  <c:v>0</c:v>
                </c:pt>
                <c:pt idx="197">
                  <c:v>0</c:v>
                </c:pt>
                <c:pt idx="198">
                  <c:v>0</c:v>
                </c:pt>
                <c:pt idx="199">
                  <c:v>0</c:v>
                </c:pt>
                <c:pt idx="200">
                  <c:v>0</c:v>
                </c:pt>
                <c:pt idx="201">
                  <c:v>0</c:v>
                </c:pt>
                <c:pt idx="202">
                  <c:v>0</c:v>
                </c:pt>
                <c:pt idx="203">
                  <c:v>0</c:v>
                </c:pt>
                <c:pt idx="204">
                  <c:v>-0.8660254037844388</c:v>
                </c:pt>
                <c:pt idx="205">
                  <c:v>0</c:v>
                </c:pt>
                <c:pt idx="206">
                  <c:v>0</c:v>
                </c:pt>
                <c:pt idx="207">
                  <c:v>0</c:v>
                </c:pt>
                <c:pt idx="208">
                  <c:v>0</c:v>
                </c:pt>
                <c:pt idx="209">
                  <c:v>0</c:v>
                </c:pt>
                <c:pt idx="210">
                  <c:v>0</c:v>
                </c:pt>
                <c:pt idx="211">
                  <c:v>0</c:v>
                </c:pt>
                <c:pt idx="212">
                  <c:v>0</c:v>
                </c:pt>
                <c:pt idx="213">
                  <c:v>0</c:v>
                </c:pt>
                <c:pt idx="214">
                  <c:v>0</c:v>
                </c:pt>
                <c:pt idx="215">
                  <c:v>0</c:v>
                </c:pt>
                <c:pt idx="216">
                  <c:v>-1</c:v>
                </c:pt>
                <c:pt idx="217">
                  <c:v>0</c:v>
                </c:pt>
                <c:pt idx="218">
                  <c:v>0</c:v>
                </c:pt>
                <c:pt idx="219">
                  <c:v>0</c:v>
                </c:pt>
                <c:pt idx="220">
                  <c:v>0</c:v>
                </c:pt>
                <c:pt idx="221">
                  <c:v>0</c:v>
                </c:pt>
                <c:pt idx="222">
                  <c:v>0</c:v>
                </c:pt>
                <c:pt idx="223">
                  <c:v>0</c:v>
                </c:pt>
                <c:pt idx="224">
                  <c:v>0</c:v>
                </c:pt>
                <c:pt idx="225">
                  <c:v>0</c:v>
                </c:pt>
                <c:pt idx="226">
                  <c:v>0</c:v>
                </c:pt>
                <c:pt idx="227">
                  <c:v>0</c:v>
                </c:pt>
                <c:pt idx="228">
                  <c:v>-0.8660254037844392</c:v>
                </c:pt>
                <c:pt idx="229">
                  <c:v>0</c:v>
                </c:pt>
                <c:pt idx="230">
                  <c:v>0</c:v>
                </c:pt>
                <c:pt idx="231">
                  <c:v>0</c:v>
                </c:pt>
                <c:pt idx="232">
                  <c:v>0</c:v>
                </c:pt>
                <c:pt idx="233">
                  <c:v>0</c:v>
                </c:pt>
                <c:pt idx="234">
                  <c:v>0</c:v>
                </c:pt>
                <c:pt idx="235">
                  <c:v>0</c:v>
                </c:pt>
                <c:pt idx="236">
                  <c:v>0</c:v>
                </c:pt>
                <c:pt idx="237">
                  <c:v>0</c:v>
                </c:pt>
                <c:pt idx="238">
                  <c:v>0</c:v>
                </c:pt>
                <c:pt idx="239">
                  <c:v>0</c:v>
                </c:pt>
                <c:pt idx="240">
                  <c:v>-0.49999999999999983</c:v>
                </c:pt>
                <c:pt idx="241">
                  <c:v>0</c:v>
                </c:pt>
                <c:pt idx="242">
                  <c:v>0</c:v>
                </c:pt>
                <c:pt idx="243">
                  <c:v>0</c:v>
                </c:pt>
                <c:pt idx="244">
                  <c:v>0</c:v>
                </c:pt>
                <c:pt idx="245">
                  <c:v>0</c:v>
                </c:pt>
                <c:pt idx="246">
                  <c:v>0</c:v>
                </c:pt>
                <c:pt idx="247">
                  <c:v>0</c:v>
                </c:pt>
                <c:pt idx="248">
                  <c:v>0</c:v>
                </c:pt>
                <c:pt idx="249">
                  <c:v>0</c:v>
                </c:pt>
                <c:pt idx="250">
                  <c:v>0</c:v>
                </c:pt>
                <c:pt idx="251">
                  <c:v>0</c:v>
                </c:pt>
                <c:pt idx="252">
                  <c:v>-4.286263797015736e-16</c:v>
                </c:pt>
                <c:pt idx="253">
                  <c:v>0</c:v>
                </c:pt>
                <c:pt idx="254">
                  <c:v>0</c:v>
                </c:pt>
                <c:pt idx="255">
                  <c:v>0</c:v>
                </c:pt>
                <c:pt idx="256">
                  <c:v>0</c:v>
                </c:pt>
                <c:pt idx="257">
                  <c:v>0</c:v>
                </c:pt>
                <c:pt idx="258">
                  <c:v>0</c:v>
                </c:pt>
                <c:pt idx="259">
                  <c:v>0</c:v>
                </c:pt>
                <c:pt idx="260">
                  <c:v>0</c:v>
                </c:pt>
                <c:pt idx="261">
                  <c:v>0</c:v>
                </c:pt>
                <c:pt idx="262">
                  <c:v>0</c:v>
                </c:pt>
                <c:pt idx="263">
                  <c:v>0</c:v>
                </c:pt>
                <c:pt idx="264">
                  <c:v>0.4999999999999991</c:v>
                </c:pt>
                <c:pt idx="265">
                  <c:v>0</c:v>
                </c:pt>
                <c:pt idx="266">
                  <c:v>0</c:v>
                </c:pt>
                <c:pt idx="267">
                  <c:v>0</c:v>
                </c:pt>
                <c:pt idx="268">
                  <c:v>0</c:v>
                </c:pt>
                <c:pt idx="269">
                  <c:v>0</c:v>
                </c:pt>
                <c:pt idx="270">
                  <c:v>0</c:v>
                </c:pt>
                <c:pt idx="271">
                  <c:v>0</c:v>
                </c:pt>
                <c:pt idx="272">
                  <c:v>0</c:v>
                </c:pt>
                <c:pt idx="273">
                  <c:v>0</c:v>
                </c:pt>
                <c:pt idx="274">
                  <c:v>0</c:v>
                </c:pt>
                <c:pt idx="275">
                  <c:v>0</c:v>
                </c:pt>
                <c:pt idx="276">
                  <c:v>0.8660254037844378</c:v>
                </c:pt>
                <c:pt idx="277">
                  <c:v>0</c:v>
                </c:pt>
                <c:pt idx="278">
                  <c:v>0</c:v>
                </c:pt>
                <c:pt idx="279">
                  <c:v>0</c:v>
                </c:pt>
                <c:pt idx="280">
                  <c:v>0</c:v>
                </c:pt>
                <c:pt idx="281">
                  <c:v>0</c:v>
                </c:pt>
                <c:pt idx="282">
                  <c:v>0</c:v>
                </c:pt>
                <c:pt idx="283">
                  <c:v>0</c:v>
                </c:pt>
                <c:pt idx="284">
                  <c:v>0</c:v>
                </c:pt>
                <c:pt idx="285">
                  <c:v>0</c:v>
                </c:pt>
                <c:pt idx="286">
                  <c:v>0</c:v>
                </c:pt>
                <c:pt idx="287">
                  <c:v>0</c:v>
                </c:pt>
                <c:pt idx="288">
                  <c:v>1</c:v>
                </c:pt>
                <c:pt idx="289">
                  <c:v>0</c:v>
                </c:pt>
                <c:pt idx="290">
                  <c:v>0</c:v>
                </c:pt>
                <c:pt idx="291">
                  <c:v>0</c:v>
                </c:pt>
                <c:pt idx="292">
                  <c:v>0</c:v>
                </c:pt>
                <c:pt idx="293">
                  <c:v>0</c:v>
                </c:pt>
                <c:pt idx="294">
                  <c:v>0</c:v>
                </c:pt>
                <c:pt idx="295">
                  <c:v>0</c:v>
                </c:pt>
                <c:pt idx="296">
                  <c:v>0</c:v>
                </c:pt>
                <c:pt idx="297">
                  <c:v>0</c:v>
                </c:pt>
                <c:pt idx="298">
                  <c:v>0</c:v>
                </c:pt>
                <c:pt idx="299">
                  <c:v>0</c:v>
                </c:pt>
                <c:pt idx="300">
                  <c:v>0.8660254037844392</c:v>
                </c:pt>
                <c:pt idx="301">
                  <c:v>0</c:v>
                </c:pt>
                <c:pt idx="302">
                  <c:v>0</c:v>
                </c:pt>
                <c:pt idx="303">
                  <c:v>0</c:v>
                </c:pt>
                <c:pt idx="304">
                  <c:v>0</c:v>
                </c:pt>
                <c:pt idx="305">
                  <c:v>0</c:v>
                </c:pt>
                <c:pt idx="306">
                  <c:v>0</c:v>
                </c:pt>
                <c:pt idx="307">
                  <c:v>0</c:v>
                </c:pt>
                <c:pt idx="308">
                  <c:v>0</c:v>
                </c:pt>
                <c:pt idx="309">
                  <c:v>0</c:v>
                </c:pt>
                <c:pt idx="310">
                  <c:v>0</c:v>
                </c:pt>
                <c:pt idx="311">
                  <c:v>0</c:v>
                </c:pt>
                <c:pt idx="312">
                  <c:v>0.5000000000000014</c:v>
                </c:pt>
                <c:pt idx="313">
                  <c:v>0</c:v>
                </c:pt>
                <c:pt idx="314">
                  <c:v>0</c:v>
                </c:pt>
                <c:pt idx="315">
                  <c:v>0</c:v>
                </c:pt>
                <c:pt idx="316">
                  <c:v>0</c:v>
                </c:pt>
                <c:pt idx="317">
                  <c:v>0</c:v>
                </c:pt>
                <c:pt idx="318">
                  <c:v>0</c:v>
                </c:pt>
                <c:pt idx="319">
                  <c:v>0</c:v>
                </c:pt>
                <c:pt idx="320">
                  <c:v>0</c:v>
                </c:pt>
                <c:pt idx="321">
                  <c:v>0</c:v>
                </c:pt>
                <c:pt idx="322">
                  <c:v>0</c:v>
                </c:pt>
                <c:pt idx="323">
                  <c:v>0</c:v>
                </c:pt>
                <c:pt idx="324">
                  <c:v>2.3274478990165594e-15</c:v>
                </c:pt>
                <c:pt idx="325">
                  <c:v>0</c:v>
                </c:pt>
                <c:pt idx="326">
                  <c:v>0</c:v>
                </c:pt>
                <c:pt idx="327">
                  <c:v>0</c:v>
                </c:pt>
                <c:pt idx="328">
                  <c:v>0</c:v>
                </c:pt>
                <c:pt idx="329">
                  <c:v>0</c:v>
                </c:pt>
                <c:pt idx="330">
                  <c:v>0</c:v>
                </c:pt>
                <c:pt idx="331">
                  <c:v>0</c:v>
                </c:pt>
                <c:pt idx="332">
                  <c:v>0</c:v>
                </c:pt>
                <c:pt idx="333">
                  <c:v>0</c:v>
                </c:pt>
                <c:pt idx="334">
                  <c:v>0</c:v>
                </c:pt>
                <c:pt idx="335">
                  <c:v>0</c:v>
                </c:pt>
                <c:pt idx="336">
                  <c:v>-0.499999999999999</c:v>
                </c:pt>
                <c:pt idx="337">
                  <c:v>0</c:v>
                </c:pt>
                <c:pt idx="338">
                  <c:v>0</c:v>
                </c:pt>
                <c:pt idx="339">
                  <c:v>0</c:v>
                </c:pt>
                <c:pt idx="340">
                  <c:v>0</c:v>
                </c:pt>
                <c:pt idx="341">
                  <c:v>0</c:v>
                </c:pt>
                <c:pt idx="342">
                  <c:v>0</c:v>
                </c:pt>
                <c:pt idx="343">
                  <c:v>0</c:v>
                </c:pt>
                <c:pt idx="344">
                  <c:v>0</c:v>
                </c:pt>
                <c:pt idx="345">
                  <c:v>0</c:v>
                </c:pt>
                <c:pt idx="346">
                  <c:v>0</c:v>
                </c:pt>
                <c:pt idx="347">
                  <c:v>0</c:v>
                </c:pt>
                <c:pt idx="348">
                  <c:v>-0.8660254037844386</c:v>
                </c:pt>
                <c:pt idx="349">
                  <c:v>0</c:v>
                </c:pt>
                <c:pt idx="350">
                  <c:v>0</c:v>
                </c:pt>
                <c:pt idx="351">
                  <c:v>0</c:v>
                </c:pt>
                <c:pt idx="352">
                  <c:v>0</c:v>
                </c:pt>
                <c:pt idx="353">
                  <c:v>0</c:v>
                </c:pt>
                <c:pt idx="354">
                  <c:v>0</c:v>
                </c:pt>
                <c:pt idx="355">
                  <c:v>0</c:v>
                </c:pt>
                <c:pt idx="356">
                  <c:v>0</c:v>
                </c:pt>
                <c:pt idx="357">
                  <c:v>0</c:v>
                </c:pt>
                <c:pt idx="358">
                  <c:v>0</c:v>
                </c:pt>
                <c:pt idx="359">
                  <c:v>0</c:v>
                </c:pt>
                <c:pt idx="360">
                  <c:v>-1</c:v>
                </c:pt>
                <c:pt idx="361">
                  <c:v>0</c:v>
                </c:pt>
                <c:pt idx="362">
                  <c:v>0</c:v>
                </c:pt>
                <c:pt idx="363">
                  <c:v>0</c:v>
                </c:pt>
                <c:pt idx="364">
                  <c:v>0</c:v>
                </c:pt>
                <c:pt idx="365">
                  <c:v>0</c:v>
                </c:pt>
                <c:pt idx="366">
                  <c:v>0</c:v>
                </c:pt>
                <c:pt idx="367">
                  <c:v>0</c:v>
                </c:pt>
                <c:pt idx="368">
                  <c:v>0</c:v>
                </c:pt>
                <c:pt idx="369">
                  <c:v>0</c:v>
                </c:pt>
                <c:pt idx="370">
                  <c:v>0</c:v>
                </c:pt>
                <c:pt idx="371">
                  <c:v>0</c:v>
                </c:pt>
                <c:pt idx="372">
                  <c:v>-0.8660254037844393</c:v>
                </c:pt>
                <c:pt idx="373">
                  <c:v>0</c:v>
                </c:pt>
                <c:pt idx="374">
                  <c:v>0</c:v>
                </c:pt>
                <c:pt idx="375">
                  <c:v>0</c:v>
                </c:pt>
                <c:pt idx="376">
                  <c:v>0</c:v>
                </c:pt>
                <c:pt idx="377">
                  <c:v>0</c:v>
                </c:pt>
                <c:pt idx="378">
                  <c:v>0</c:v>
                </c:pt>
                <c:pt idx="379">
                  <c:v>0</c:v>
                </c:pt>
                <c:pt idx="380">
                  <c:v>0</c:v>
                </c:pt>
                <c:pt idx="381">
                  <c:v>0</c:v>
                </c:pt>
                <c:pt idx="382">
                  <c:v>0</c:v>
                </c:pt>
                <c:pt idx="383">
                  <c:v>0</c:v>
                </c:pt>
                <c:pt idx="384">
                  <c:v>-0.5000000000000016</c:v>
                </c:pt>
                <c:pt idx="385">
                  <c:v>0</c:v>
                </c:pt>
                <c:pt idx="386">
                  <c:v>0</c:v>
                </c:pt>
                <c:pt idx="387">
                  <c:v>0</c:v>
                </c:pt>
                <c:pt idx="388">
                  <c:v>0</c:v>
                </c:pt>
                <c:pt idx="389">
                  <c:v>0</c:v>
                </c:pt>
                <c:pt idx="390">
                  <c:v>0</c:v>
                </c:pt>
                <c:pt idx="391">
                  <c:v>0</c:v>
                </c:pt>
                <c:pt idx="392">
                  <c:v>0</c:v>
                </c:pt>
                <c:pt idx="393">
                  <c:v>0</c:v>
                </c:pt>
                <c:pt idx="394">
                  <c:v>0</c:v>
                </c:pt>
                <c:pt idx="395">
                  <c:v>0</c:v>
                </c:pt>
                <c:pt idx="396">
                  <c:v>-2.4499125789312946e-15</c:v>
                </c:pt>
                <c:pt idx="397">
                  <c:v>0</c:v>
                </c:pt>
                <c:pt idx="398">
                  <c:v>0</c:v>
                </c:pt>
                <c:pt idx="399">
                  <c:v>0</c:v>
                </c:pt>
                <c:pt idx="400">
                  <c:v>0</c:v>
                </c:pt>
                <c:pt idx="401">
                  <c:v>0</c:v>
                </c:pt>
                <c:pt idx="402">
                  <c:v>0</c:v>
                </c:pt>
                <c:pt idx="403">
                  <c:v>0</c:v>
                </c:pt>
                <c:pt idx="404">
                  <c:v>0</c:v>
                </c:pt>
                <c:pt idx="405">
                  <c:v>0</c:v>
                </c:pt>
                <c:pt idx="406">
                  <c:v>0</c:v>
                </c:pt>
                <c:pt idx="407">
                  <c:v>0</c:v>
                </c:pt>
                <c:pt idx="408">
                  <c:v>0.5000000000000004</c:v>
                </c:pt>
                <c:pt idx="409">
                  <c:v>0</c:v>
                </c:pt>
                <c:pt idx="410">
                  <c:v>0</c:v>
                </c:pt>
                <c:pt idx="411">
                  <c:v>0</c:v>
                </c:pt>
                <c:pt idx="412">
                  <c:v>0</c:v>
                </c:pt>
                <c:pt idx="413">
                  <c:v>0</c:v>
                </c:pt>
                <c:pt idx="414">
                  <c:v>0</c:v>
                </c:pt>
                <c:pt idx="415">
                  <c:v>0</c:v>
                </c:pt>
                <c:pt idx="416">
                  <c:v>0</c:v>
                </c:pt>
                <c:pt idx="417">
                  <c:v>0</c:v>
                </c:pt>
                <c:pt idx="418">
                  <c:v>0</c:v>
                </c:pt>
                <c:pt idx="419">
                  <c:v>0</c:v>
                </c:pt>
                <c:pt idx="420">
                  <c:v>0.8660254037844386</c:v>
                </c:pt>
                <c:pt idx="421">
                  <c:v>0</c:v>
                </c:pt>
                <c:pt idx="422">
                  <c:v>0</c:v>
                </c:pt>
                <c:pt idx="423">
                  <c:v>0</c:v>
                </c:pt>
                <c:pt idx="424">
                  <c:v>0</c:v>
                </c:pt>
                <c:pt idx="425">
                  <c:v>0</c:v>
                </c:pt>
                <c:pt idx="426">
                  <c:v>0</c:v>
                </c:pt>
                <c:pt idx="427">
                  <c:v>0</c:v>
                </c:pt>
                <c:pt idx="428">
                  <c:v>0</c:v>
                </c:pt>
                <c:pt idx="429">
                  <c:v>0</c:v>
                </c:pt>
                <c:pt idx="430">
                  <c:v>0</c:v>
                </c:pt>
                <c:pt idx="431">
                  <c:v>0</c:v>
                </c:pt>
                <c:pt idx="43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lineChart>
        <c:varyColors val="0"/>
        <c:ser>
          <c:idx val="1"/>
          <c:order val="1"/>
          <c:tx>
            <c:strRef>
              <c:f>Sheet1!$C$1</c:f>
              <c:strCache>
                <c:ptCount val="1"/>
                <c:pt idx="0">
                  <c:v>x(t): 1 kHz sine</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2EC4B6"/>
                </a:solidFill>
                <a:prstDash val="solid"/>
                <a:round/>
              </a:ln>
              <a:effectLst/>
            </c:spPr>
          </c:marker>
          <c:cat>
            <c:multiLvlStrRef>
              <c:f>Sheet1!$A$2:$A$434</c:f>
              <c:multiLvlStrCache>
                <c:ptCount val="433"/>
                <c:lvl>
                  <c:pt idx="0">
                    <c:v>0.00</c:v>
                  </c:pt>
                  <c:pt idx="1">
                    <c:v>0.01</c:v>
                  </c:pt>
                  <c:pt idx="2">
                    <c:v>0.01</c:v>
                  </c:pt>
                  <c:pt idx="3">
                    <c:v>0.02</c:v>
                  </c:pt>
                  <c:pt idx="4">
                    <c:v>0.03</c:v>
                  </c:pt>
                  <c:pt idx="5">
                    <c:v>0.03</c:v>
                  </c:pt>
                  <c:pt idx="6">
                    <c:v>0.04</c:v>
                  </c:pt>
                  <c:pt idx="7">
                    <c:v>0.05</c:v>
                  </c:pt>
                  <c:pt idx="8">
                    <c:v>0.06</c:v>
                  </c:pt>
                  <c:pt idx="9">
                    <c:v>0.06</c:v>
                  </c:pt>
                  <c:pt idx="10">
                    <c:v>0.07</c:v>
                  </c:pt>
                  <c:pt idx="11">
                    <c:v>0.08</c:v>
                  </c:pt>
                  <c:pt idx="12">
                    <c:v>0.08</c:v>
                  </c:pt>
                  <c:pt idx="13">
                    <c:v>0.09</c:v>
                  </c:pt>
                  <c:pt idx="14">
                    <c:v>0.10</c:v>
                  </c:pt>
                  <c:pt idx="15">
                    <c:v>0.10</c:v>
                  </c:pt>
                  <c:pt idx="16">
                    <c:v>0.11</c:v>
                  </c:pt>
                  <c:pt idx="17">
                    <c:v>0.12</c:v>
                  </c:pt>
                  <c:pt idx="18">
                    <c:v>0.13</c:v>
                  </c:pt>
                  <c:pt idx="19">
                    <c:v>0.13</c:v>
                  </c:pt>
                  <c:pt idx="20">
                    <c:v>0.14</c:v>
                  </c:pt>
                  <c:pt idx="21">
                    <c:v>0.15</c:v>
                  </c:pt>
                  <c:pt idx="22">
                    <c:v>0.15</c:v>
                  </c:pt>
                  <c:pt idx="23">
                    <c:v>0.16</c:v>
                  </c:pt>
                  <c:pt idx="24">
                    <c:v>0.17</c:v>
                  </c:pt>
                  <c:pt idx="25">
                    <c:v>0.17</c:v>
                  </c:pt>
                  <c:pt idx="26">
                    <c:v>0.18</c:v>
                  </c:pt>
                  <c:pt idx="27">
                    <c:v>0.19</c:v>
                  </c:pt>
                  <c:pt idx="28">
                    <c:v>0.19</c:v>
                  </c:pt>
                  <c:pt idx="29">
                    <c:v>0.20</c:v>
                  </c:pt>
                  <c:pt idx="30">
                    <c:v>0.21</c:v>
                  </c:pt>
                  <c:pt idx="31">
                    <c:v>0.22</c:v>
                  </c:pt>
                  <c:pt idx="32">
                    <c:v>0.22</c:v>
                  </c:pt>
                  <c:pt idx="33">
                    <c:v>0.23</c:v>
                  </c:pt>
                  <c:pt idx="34">
                    <c:v>0.24</c:v>
                  </c:pt>
                  <c:pt idx="35">
                    <c:v>0.24</c:v>
                  </c:pt>
                  <c:pt idx="36">
                    <c:v>0.25</c:v>
                  </c:pt>
                  <c:pt idx="37">
                    <c:v>0.26</c:v>
                  </c:pt>
                  <c:pt idx="38">
                    <c:v>0.26</c:v>
                  </c:pt>
                  <c:pt idx="39">
                    <c:v>0.27</c:v>
                  </c:pt>
                  <c:pt idx="40">
                    <c:v>0.28</c:v>
                  </c:pt>
                  <c:pt idx="41">
                    <c:v>0.28</c:v>
                  </c:pt>
                  <c:pt idx="42">
                    <c:v>0.29</c:v>
                  </c:pt>
                  <c:pt idx="43">
                    <c:v>0.30</c:v>
                  </c:pt>
                  <c:pt idx="44">
                    <c:v>0.31</c:v>
                  </c:pt>
                  <c:pt idx="45">
                    <c:v>0.31</c:v>
                  </c:pt>
                  <c:pt idx="46">
                    <c:v>0.32</c:v>
                  </c:pt>
                  <c:pt idx="47">
                    <c:v>0.33</c:v>
                  </c:pt>
                  <c:pt idx="48">
                    <c:v>0.33</c:v>
                  </c:pt>
                  <c:pt idx="49">
                    <c:v>0.34</c:v>
                  </c:pt>
                  <c:pt idx="50">
                    <c:v>0.35</c:v>
                  </c:pt>
                  <c:pt idx="51">
                    <c:v>0.35</c:v>
                  </c:pt>
                  <c:pt idx="52">
                    <c:v>0.36</c:v>
                  </c:pt>
                  <c:pt idx="53">
                    <c:v>0.37</c:v>
                  </c:pt>
                  <c:pt idx="54">
                    <c:v>0.38</c:v>
                  </c:pt>
                  <c:pt idx="55">
                    <c:v>0.38</c:v>
                  </c:pt>
                  <c:pt idx="56">
                    <c:v>0.39</c:v>
                  </c:pt>
                  <c:pt idx="57">
                    <c:v>0.40</c:v>
                  </c:pt>
                  <c:pt idx="58">
                    <c:v>0.40</c:v>
                  </c:pt>
                  <c:pt idx="59">
                    <c:v>0.41</c:v>
                  </c:pt>
                  <c:pt idx="60">
                    <c:v>0.42</c:v>
                  </c:pt>
                  <c:pt idx="61">
                    <c:v>0.42</c:v>
                  </c:pt>
                  <c:pt idx="62">
                    <c:v>0.43</c:v>
                  </c:pt>
                  <c:pt idx="63">
                    <c:v>0.44</c:v>
                  </c:pt>
                  <c:pt idx="64">
                    <c:v>0.44</c:v>
                  </c:pt>
                  <c:pt idx="65">
                    <c:v>0.45</c:v>
                  </c:pt>
                  <c:pt idx="66">
                    <c:v>0.46</c:v>
                  </c:pt>
                  <c:pt idx="67">
                    <c:v>0.47</c:v>
                  </c:pt>
                  <c:pt idx="68">
                    <c:v>0.47</c:v>
                  </c:pt>
                  <c:pt idx="69">
                    <c:v>0.48</c:v>
                  </c:pt>
                  <c:pt idx="70">
                    <c:v>0.49</c:v>
                  </c:pt>
                  <c:pt idx="71">
                    <c:v>0.49</c:v>
                  </c:pt>
                  <c:pt idx="72">
                    <c:v>0.50</c:v>
                  </c:pt>
                  <c:pt idx="73">
                    <c:v>0.51</c:v>
                  </c:pt>
                  <c:pt idx="74">
                    <c:v>0.51</c:v>
                  </c:pt>
                  <c:pt idx="75">
                    <c:v>0.52</c:v>
                  </c:pt>
                  <c:pt idx="76">
                    <c:v>0.53</c:v>
                  </c:pt>
                  <c:pt idx="77">
                    <c:v>0.53</c:v>
                  </c:pt>
                  <c:pt idx="78">
                    <c:v>0.54</c:v>
                  </c:pt>
                  <c:pt idx="79">
                    <c:v>0.55</c:v>
                  </c:pt>
                  <c:pt idx="80">
                    <c:v>0.56</c:v>
                  </c:pt>
                  <c:pt idx="81">
                    <c:v>0.56</c:v>
                  </c:pt>
                  <c:pt idx="82">
                    <c:v>0.57</c:v>
                  </c:pt>
                  <c:pt idx="83">
                    <c:v>0.58</c:v>
                  </c:pt>
                  <c:pt idx="84">
                    <c:v>0.58</c:v>
                  </c:pt>
                  <c:pt idx="85">
                    <c:v>0.59</c:v>
                  </c:pt>
                  <c:pt idx="86">
                    <c:v>0.60</c:v>
                  </c:pt>
                  <c:pt idx="87">
                    <c:v>0.60</c:v>
                  </c:pt>
                  <c:pt idx="88">
                    <c:v>0.61</c:v>
                  </c:pt>
                  <c:pt idx="89">
                    <c:v>0.62</c:v>
                  </c:pt>
                  <c:pt idx="90">
                    <c:v>0.63</c:v>
                  </c:pt>
                  <c:pt idx="91">
                    <c:v>0.63</c:v>
                  </c:pt>
                  <c:pt idx="92">
                    <c:v>0.64</c:v>
                  </c:pt>
                  <c:pt idx="93">
                    <c:v>0.65</c:v>
                  </c:pt>
                  <c:pt idx="94">
                    <c:v>0.65</c:v>
                  </c:pt>
                  <c:pt idx="95">
                    <c:v>0.66</c:v>
                  </c:pt>
                  <c:pt idx="96">
                    <c:v>0.67</c:v>
                  </c:pt>
                  <c:pt idx="97">
                    <c:v>0.67</c:v>
                  </c:pt>
                  <c:pt idx="98">
                    <c:v>0.68</c:v>
                  </c:pt>
                  <c:pt idx="99">
                    <c:v>0.69</c:v>
                  </c:pt>
                  <c:pt idx="100">
                    <c:v>0.69</c:v>
                  </c:pt>
                  <c:pt idx="101">
                    <c:v>0.70</c:v>
                  </c:pt>
                  <c:pt idx="102">
                    <c:v>0.71</c:v>
                  </c:pt>
                  <c:pt idx="103">
                    <c:v>0.72</c:v>
                  </c:pt>
                  <c:pt idx="104">
                    <c:v>0.72</c:v>
                  </c:pt>
                  <c:pt idx="105">
                    <c:v>0.73</c:v>
                  </c:pt>
                  <c:pt idx="106">
                    <c:v>0.74</c:v>
                  </c:pt>
                  <c:pt idx="107">
                    <c:v>0.74</c:v>
                  </c:pt>
                  <c:pt idx="108">
                    <c:v>0.75</c:v>
                  </c:pt>
                  <c:pt idx="109">
                    <c:v>0.76</c:v>
                  </c:pt>
                  <c:pt idx="110">
                    <c:v>0.76</c:v>
                  </c:pt>
                  <c:pt idx="111">
                    <c:v>0.77</c:v>
                  </c:pt>
                  <c:pt idx="112">
                    <c:v>0.78</c:v>
                  </c:pt>
                  <c:pt idx="113">
                    <c:v>0.78</c:v>
                  </c:pt>
                  <c:pt idx="114">
                    <c:v>0.79</c:v>
                  </c:pt>
                  <c:pt idx="115">
                    <c:v>0.80</c:v>
                  </c:pt>
                  <c:pt idx="116">
                    <c:v>0.81</c:v>
                  </c:pt>
                  <c:pt idx="117">
                    <c:v>0.81</c:v>
                  </c:pt>
                  <c:pt idx="118">
                    <c:v>0.82</c:v>
                  </c:pt>
                  <c:pt idx="119">
                    <c:v>0.83</c:v>
                  </c:pt>
                  <c:pt idx="120">
                    <c:v>0.83</c:v>
                  </c:pt>
                  <c:pt idx="121">
                    <c:v>0.84</c:v>
                  </c:pt>
                  <c:pt idx="122">
                    <c:v>0.85</c:v>
                  </c:pt>
                  <c:pt idx="123">
                    <c:v>0.85</c:v>
                  </c:pt>
                  <c:pt idx="124">
                    <c:v>0.86</c:v>
                  </c:pt>
                  <c:pt idx="125">
                    <c:v>0.87</c:v>
                  </c:pt>
                  <c:pt idx="126">
                    <c:v>0.88</c:v>
                  </c:pt>
                  <c:pt idx="127">
                    <c:v>0.88</c:v>
                  </c:pt>
                  <c:pt idx="128">
                    <c:v>0.89</c:v>
                  </c:pt>
                  <c:pt idx="129">
                    <c:v>0.90</c:v>
                  </c:pt>
                  <c:pt idx="130">
                    <c:v>0.90</c:v>
                  </c:pt>
                  <c:pt idx="131">
                    <c:v>0.91</c:v>
                  </c:pt>
                  <c:pt idx="132">
                    <c:v>0.92</c:v>
                  </c:pt>
                  <c:pt idx="133">
                    <c:v>0.92</c:v>
                  </c:pt>
                  <c:pt idx="134">
                    <c:v>0.93</c:v>
                  </c:pt>
                  <c:pt idx="135">
                    <c:v>0.94</c:v>
                  </c:pt>
                  <c:pt idx="136">
                    <c:v>0.94</c:v>
                  </c:pt>
                  <c:pt idx="137">
                    <c:v>0.95</c:v>
                  </c:pt>
                  <c:pt idx="138">
                    <c:v>0.96</c:v>
                  </c:pt>
                  <c:pt idx="139">
                    <c:v>0.97</c:v>
                  </c:pt>
                  <c:pt idx="140">
                    <c:v>0.97</c:v>
                  </c:pt>
                  <c:pt idx="141">
                    <c:v>0.98</c:v>
                  </c:pt>
                  <c:pt idx="142">
                    <c:v>0.99</c:v>
                  </c:pt>
                  <c:pt idx="143">
                    <c:v>0.99</c:v>
                  </c:pt>
                  <c:pt idx="144">
                    <c:v>1.00</c:v>
                  </c:pt>
                  <c:pt idx="145">
                    <c:v>1.01</c:v>
                  </c:pt>
                  <c:pt idx="146">
                    <c:v>1.01</c:v>
                  </c:pt>
                  <c:pt idx="147">
                    <c:v>1.02</c:v>
                  </c:pt>
                  <c:pt idx="148">
                    <c:v>1.03</c:v>
                  </c:pt>
                  <c:pt idx="149">
                    <c:v>1.03</c:v>
                  </c:pt>
                  <c:pt idx="150">
                    <c:v>1.04</c:v>
                  </c:pt>
                  <c:pt idx="151">
                    <c:v>1.05</c:v>
                  </c:pt>
                  <c:pt idx="152">
                    <c:v>1.06</c:v>
                  </c:pt>
                  <c:pt idx="153">
                    <c:v>1.06</c:v>
                  </c:pt>
                  <c:pt idx="154">
                    <c:v>1.07</c:v>
                  </c:pt>
                  <c:pt idx="155">
                    <c:v>1.08</c:v>
                  </c:pt>
                  <c:pt idx="156">
                    <c:v>1.08</c:v>
                  </c:pt>
                  <c:pt idx="157">
                    <c:v>1.09</c:v>
                  </c:pt>
                  <c:pt idx="158">
                    <c:v>1.10</c:v>
                  </c:pt>
                  <c:pt idx="159">
                    <c:v>1.10</c:v>
                  </c:pt>
                  <c:pt idx="160">
                    <c:v>1.11</c:v>
                  </c:pt>
                  <c:pt idx="161">
                    <c:v>1.12</c:v>
                  </c:pt>
                  <c:pt idx="162">
                    <c:v>1.13</c:v>
                  </c:pt>
                  <c:pt idx="163">
                    <c:v>1.13</c:v>
                  </c:pt>
                  <c:pt idx="164">
                    <c:v>1.14</c:v>
                  </c:pt>
                  <c:pt idx="165">
                    <c:v>1.15</c:v>
                  </c:pt>
                  <c:pt idx="166">
                    <c:v>1.15</c:v>
                  </c:pt>
                  <c:pt idx="167">
                    <c:v>1.16</c:v>
                  </c:pt>
                  <c:pt idx="168">
                    <c:v>1.17</c:v>
                  </c:pt>
                  <c:pt idx="169">
                    <c:v>1.17</c:v>
                  </c:pt>
                  <c:pt idx="170">
                    <c:v>1.18</c:v>
                  </c:pt>
                  <c:pt idx="171">
                    <c:v>1.19</c:v>
                  </c:pt>
                  <c:pt idx="172">
                    <c:v>1.19</c:v>
                  </c:pt>
                  <c:pt idx="173">
                    <c:v>1.20</c:v>
                  </c:pt>
                  <c:pt idx="174">
                    <c:v>1.21</c:v>
                  </c:pt>
                  <c:pt idx="175">
                    <c:v>1.22</c:v>
                  </c:pt>
                  <c:pt idx="176">
                    <c:v>1.22</c:v>
                  </c:pt>
                  <c:pt idx="177">
                    <c:v>1.23</c:v>
                  </c:pt>
                  <c:pt idx="178">
                    <c:v>1.24</c:v>
                  </c:pt>
                  <c:pt idx="179">
                    <c:v>1.24</c:v>
                  </c:pt>
                  <c:pt idx="180">
                    <c:v>1.25</c:v>
                  </c:pt>
                  <c:pt idx="181">
                    <c:v>1.26</c:v>
                  </c:pt>
                  <c:pt idx="182">
                    <c:v>1.26</c:v>
                  </c:pt>
                  <c:pt idx="183">
                    <c:v>1.27</c:v>
                  </c:pt>
                  <c:pt idx="184">
                    <c:v>1.28</c:v>
                  </c:pt>
                  <c:pt idx="185">
                    <c:v>1.28</c:v>
                  </c:pt>
                  <c:pt idx="186">
                    <c:v>1.29</c:v>
                  </c:pt>
                  <c:pt idx="187">
                    <c:v>1.30</c:v>
                  </c:pt>
                  <c:pt idx="188">
                    <c:v>1.31</c:v>
                  </c:pt>
                  <c:pt idx="189">
                    <c:v>1.31</c:v>
                  </c:pt>
                  <c:pt idx="190">
                    <c:v>1.32</c:v>
                  </c:pt>
                  <c:pt idx="191">
                    <c:v>1.33</c:v>
                  </c:pt>
                  <c:pt idx="192">
                    <c:v>1.33</c:v>
                  </c:pt>
                  <c:pt idx="193">
                    <c:v>1.34</c:v>
                  </c:pt>
                  <c:pt idx="194">
                    <c:v>1.35</c:v>
                  </c:pt>
                  <c:pt idx="195">
                    <c:v>1.35</c:v>
                  </c:pt>
                  <c:pt idx="196">
                    <c:v>1.36</c:v>
                  </c:pt>
                  <c:pt idx="197">
                    <c:v>1.37</c:v>
                  </c:pt>
                  <c:pt idx="198">
                    <c:v>1.38</c:v>
                  </c:pt>
                  <c:pt idx="199">
                    <c:v>1.38</c:v>
                  </c:pt>
                  <c:pt idx="200">
                    <c:v>1.39</c:v>
                  </c:pt>
                  <c:pt idx="201">
                    <c:v>1.40</c:v>
                  </c:pt>
                  <c:pt idx="202">
                    <c:v>1.40</c:v>
                  </c:pt>
                  <c:pt idx="203">
                    <c:v>1.41</c:v>
                  </c:pt>
                  <c:pt idx="204">
                    <c:v>1.42</c:v>
                  </c:pt>
                  <c:pt idx="205">
                    <c:v>1.42</c:v>
                  </c:pt>
                  <c:pt idx="206">
                    <c:v>1.43</c:v>
                  </c:pt>
                  <c:pt idx="207">
                    <c:v>1.44</c:v>
                  </c:pt>
                  <c:pt idx="208">
                    <c:v>1.44</c:v>
                  </c:pt>
                  <c:pt idx="209">
                    <c:v>1.45</c:v>
                  </c:pt>
                  <c:pt idx="210">
                    <c:v>1.46</c:v>
                  </c:pt>
                  <c:pt idx="211">
                    <c:v>1.47</c:v>
                  </c:pt>
                  <c:pt idx="212">
                    <c:v>1.47</c:v>
                  </c:pt>
                  <c:pt idx="213">
                    <c:v>1.48</c:v>
                  </c:pt>
                  <c:pt idx="214">
                    <c:v>1.49</c:v>
                  </c:pt>
                  <c:pt idx="215">
                    <c:v>1.49</c:v>
                  </c:pt>
                  <c:pt idx="216">
                    <c:v>1.50</c:v>
                  </c:pt>
                  <c:pt idx="217">
                    <c:v>1.51</c:v>
                  </c:pt>
                  <c:pt idx="218">
                    <c:v>1.51</c:v>
                  </c:pt>
                  <c:pt idx="219">
                    <c:v>1.52</c:v>
                  </c:pt>
                  <c:pt idx="220">
                    <c:v>1.53</c:v>
                  </c:pt>
                  <c:pt idx="221">
                    <c:v>1.53</c:v>
                  </c:pt>
                  <c:pt idx="222">
                    <c:v>1.54</c:v>
                  </c:pt>
                  <c:pt idx="223">
                    <c:v>1.55</c:v>
                  </c:pt>
                  <c:pt idx="224">
                    <c:v>1.56</c:v>
                  </c:pt>
                  <c:pt idx="225">
                    <c:v>1.56</c:v>
                  </c:pt>
                  <c:pt idx="226">
                    <c:v>1.57</c:v>
                  </c:pt>
                  <c:pt idx="227">
                    <c:v>1.58</c:v>
                  </c:pt>
                  <c:pt idx="228">
                    <c:v>1.58</c:v>
                  </c:pt>
                  <c:pt idx="229">
                    <c:v>1.59</c:v>
                  </c:pt>
                  <c:pt idx="230">
                    <c:v>1.60</c:v>
                  </c:pt>
                  <c:pt idx="231">
                    <c:v>1.60</c:v>
                  </c:pt>
                  <c:pt idx="232">
                    <c:v>1.61</c:v>
                  </c:pt>
                  <c:pt idx="233">
                    <c:v>1.62</c:v>
                  </c:pt>
                  <c:pt idx="234">
                    <c:v>1.63</c:v>
                  </c:pt>
                  <c:pt idx="235">
                    <c:v>1.63</c:v>
                  </c:pt>
                  <c:pt idx="236">
                    <c:v>1.64</c:v>
                  </c:pt>
                  <c:pt idx="237">
                    <c:v>1.65</c:v>
                  </c:pt>
                  <c:pt idx="238">
                    <c:v>1.65</c:v>
                  </c:pt>
                  <c:pt idx="239">
                    <c:v>1.66</c:v>
                  </c:pt>
                  <c:pt idx="240">
                    <c:v>1.67</c:v>
                  </c:pt>
                  <c:pt idx="241">
                    <c:v>1.67</c:v>
                  </c:pt>
                  <c:pt idx="242">
                    <c:v>1.68</c:v>
                  </c:pt>
                  <c:pt idx="243">
                    <c:v>1.69</c:v>
                  </c:pt>
                  <c:pt idx="244">
                    <c:v>1.69</c:v>
                  </c:pt>
                  <c:pt idx="245">
                    <c:v>1.70</c:v>
                  </c:pt>
                  <c:pt idx="246">
                    <c:v>1.71</c:v>
                  </c:pt>
                  <c:pt idx="247">
                    <c:v>1.72</c:v>
                  </c:pt>
                  <c:pt idx="248">
                    <c:v>1.72</c:v>
                  </c:pt>
                  <c:pt idx="249">
                    <c:v>1.73</c:v>
                  </c:pt>
                  <c:pt idx="250">
                    <c:v>1.74</c:v>
                  </c:pt>
                  <c:pt idx="251">
                    <c:v>1.74</c:v>
                  </c:pt>
                  <c:pt idx="252">
                    <c:v>1.75</c:v>
                  </c:pt>
                  <c:pt idx="253">
                    <c:v>1.76</c:v>
                  </c:pt>
                  <c:pt idx="254">
                    <c:v>1.76</c:v>
                  </c:pt>
                  <c:pt idx="255">
                    <c:v>1.77</c:v>
                  </c:pt>
                  <c:pt idx="256">
                    <c:v>1.78</c:v>
                  </c:pt>
                  <c:pt idx="257">
                    <c:v>1.78</c:v>
                  </c:pt>
                  <c:pt idx="258">
                    <c:v>1.79</c:v>
                  </c:pt>
                  <c:pt idx="259">
                    <c:v>1.80</c:v>
                  </c:pt>
                  <c:pt idx="260">
                    <c:v>1.81</c:v>
                  </c:pt>
                  <c:pt idx="261">
                    <c:v>1.81</c:v>
                  </c:pt>
                  <c:pt idx="262">
                    <c:v>1.82</c:v>
                  </c:pt>
                  <c:pt idx="263">
                    <c:v>1.83</c:v>
                  </c:pt>
                  <c:pt idx="264">
                    <c:v>1.83</c:v>
                  </c:pt>
                  <c:pt idx="265">
                    <c:v>1.84</c:v>
                  </c:pt>
                  <c:pt idx="266">
                    <c:v>1.85</c:v>
                  </c:pt>
                  <c:pt idx="267">
                    <c:v>1.85</c:v>
                  </c:pt>
                  <c:pt idx="268">
                    <c:v>1.86</c:v>
                  </c:pt>
                  <c:pt idx="269">
                    <c:v>1.87</c:v>
                  </c:pt>
                  <c:pt idx="270">
                    <c:v>1.88</c:v>
                  </c:pt>
                  <c:pt idx="271">
                    <c:v>1.88</c:v>
                  </c:pt>
                  <c:pt idx="272">
                    <c:v>1.89</c:v>
                  </c:pt>
                  <c:pt idx="273">
                    <c:v>1.90</c:v>
                  </c:pt>
                  <c:pt idx="274">
                    <c:v>1.90</c:v>
                  </c:pt>
                  <c:pt idx="275">
                    <c:v>1.91</c:v>
                  </c:pt>
                  <c:pt idx="276">
                    <c:v>1.92</c:v>
                  </c:pt>
                  <c:pt idx="277">
                    <c:v>1.92</c:v>
                  </c:pt>
                  <c:pt idx="278">
                    <c:v>1.93</c:v>
                  </c:pt>
                  <c:pt idx="279">
                    <c:v>1.94</c:v>
                  </c:pt>
                  <c:pt idx="280">
                    <c:v>1.94</c:v>
                  </c:pt>
                  <c:pt idx="281">
                    <c:v>1.95</c:v>
                  </c:pt>
                  <c:pt idx="282">
                    <c:v>1.96</c:v>
                  </c:pt>
                  <c:pt idx="283">
                    <c:v>1.97</c:v>
                  </c:pt>
                  <c:pt idx="284">
                    <c:v>1.97</c:v>
                  </c:pt>
                  <c:pt idx="285">
                    <c:v>1.98</c:v>
                  </c:pt>
                  <c:pt idx="286">
                    <c:v>1.99</c:v>
                  </c:pt>
                  <c:pt idx="287">
                    <c:v>1.99</c:v>
                  </c:pt>
                  <c:pt idx="288">
                    <c:v>2.00</c:v>
                  </c:pt>
                  <c:pt idx="289">
                    <c:v>2.01</c:v>
                  </c:pt>
                  <c:pt idx="290">
                    <c:v>2.01</c:v>
                  </c:pt>
                  <c:pt idx="291">
                    <c:v>2.02</c:v>
                  </c:pt>
                  <c:pt idx="292">
                    <c:v>2.03</c:v>
                  </c:pt>
                  <c:pt idx="293">
                    <c:v>2.03</c:v>
                  </c:pt>
                  <c:pt idx="294">
                    <c:v>2.04</c:v>
                  </c:pt>
                  <c:pt idx="295">
                    <c:v>2.05</c:v>
                  </c:pt>
                  <c:pt idx="296">
                    <c:v>2.06</c:v>
                  </c:pt>
                  <c:pt idx="297">
                    <c:v>2.06</c:v>
                  </c:pt>
                  <c:pt idx="298">
                    <c:v>2.07</c:v>
                  </c:pt>
                  <c:pt idx="299">
                    <c:v>2.08</c:v>
                  </c:pt>
                  <c:pt idx="300">
                    <c:v>2.08</c:v>
                  </c:pt>
                  <c:pt idx="301">
                    <c:v>2.09</c:v>
                  </c:pt>
                  <c:pt idx="302">
                    <c:v>2.10</c:v>
                  </c:pt>
                  <c:pt idx="303">
                    <c:v>2.10</c:v>
                  </c:pt>
                  <c:pt idx="304">
                    <c:v>2.11</c:v>
                  </c:pt>
                  <c:pt idx="305">
                    <c:v>2.12</c:v>
                  </c:pt>
                  <c:pt idx="306">
                    <c:v>2.13</c:v>
                  </c:pt>
                  <c:pt idx="307">
                    <c:v>2.13</c:v>
                  </c:pt>
                  <c:pt idx="308">
                    <c:v>2.14</c:v>
                  </c:pt>
                  <c:pt idx="309">
                    <c:v>2.15</c:v>
                  </c:pt>
                  <c:pt idx="310">
                    <c:v>2.15</c:v>
                  </c:pt>
                  <c:pt idx="311">
                    <c:v>2.16</c:v>
                  </c:pt>
                  <c:pt idx="312">
                    <c:v>2.17</c:v>
                  </c:pt>
                  <c:pt idx="313">
                    <c:v>2.17</c:v>
                  </c:pt>
                  <c:pt idx="314">
                    <c:v>2.18</c:v>
                  </c:pt>
                  <c:pt idx="315">
                    <c:v>2.19</c:v>
                  </c:pt>
                  <c:pt idx="316">
                    <c:v>2.19</c:v>
                  </c:pt>
                  <c:pt idx="317">
                    <c:v>2.20</c:v>
                  </c:pt>
                  <c:pt idx="318">
                    <c:v>2.21</c:v>
                  </c:pt>
                  <c:pt idx="319">
                    <c:v>2.22</c:v>
                  </c:pt>
                  <c:pt idx="320">
                    <c:v>2.22</c:v>
                  </c:pt>
                  <c:pt idx="321">
                    <c:v>2.23</c:v>
                  </c:pt>
                  <c:pt idx="322">
                    <c:v>2.24</c:v>
                  </c:pt>
                  <c:pt idx="323">
                    <c:v>2.24</c:v>
                  </c:pt>
                  <c:pt idx="324">
                    <c:v>2.25</c:v>
                  </c:pt>
                  <c:pt idx="325">
                    <c:v>2.26</c:v>
                  </c:pt>
                  <c:pt idx="326">
                    <c:v>2.26</c:v>
                  </c:pt>
                  <c:pt idx="327">
                    <c:v>2.27</c:v>
                  </c:pt>
                  <c:pt idx="328">
                    <c:v>2.28</c:v>
                  </c:pt>
                  <c:pt idx="329">
                    <c:v>2.28</c:v>
                  </c:pt>
                  <c:pt idx="330">
                    <c:v>2.29</c:v>
                  </c:pt>
                  <c:pt idx="331">
                    <c:v>2.30</c:v>
                  </c:pt>
                  <c:pt idx="332">
                    <c:v>2.31</c:v>
                  </c:pt>
                  <c:pt idx="333">
                    <c:v>2.31</c:v>
                  </c:pt>
                  <c:pt idx="334">
                    <c:v>2.32</c:v>
                  </c:pt>
                  <c:pt idx="335">
                    <c:v>2.33</c:v>
                  </c:pt>
                  <c:pt idx="336">
                    <c:v>2.33</c:v>
                  </c:pt>
                  <c:pt idx="337">
                    <c:v>2.34</c:v>
                  </c:pt>
                  <c:pt idx="338">
                    <c:v>2.35</c:v>
                  </c:pt>
                  <c:pt idx="339">
                    <c:v>2.35</c:v>
                  </c:pt>
                  <c:pt idx="340">
                    <c:v>2.36</c:v>
                  </c:pt>
                  <c:pt idx="341">
                    <c:v>2.37</c:v>
                  </c:pt>
                  <c:pt idx="342">
                    <c:v>2.38</c:v>
                  </c:pt>
                  <c:pt idx="343">
                    <c:v>2.38</c:v>
                  </c:pt>
                  <c:pt idx="344">
                    <c:v>2.39</c:v>
                  </c:pt>
                  <c:pt idx="345">
                    <c:v>2.40</c:v>
                  </c:pt>
                  <c:pt idx="346">
                    <c:v>2.40</c:v>
                  </c:pt>
                  <c:pt idx="347">
                    <c:v>2.41</c:v>
                  </c:pt>
                  <c:pt idx="348">
                    <c:v>2.42</c:v>
                  </c:pt>
                  <c:pt idx="349">
                    <c:v>2.42</c:v>
                  </c:pt>
                  <c:pt idx="350">
                    <c:v>2.43</c:v>
                  </c:pt>
                  <c:pt idx="351">
                    <c:v>2.44</c:v>
                  </c:pt>
                  <c:pt idx="352">
                    <c:v>2.44</c:v>
                  </c:pt>
                  <c:pt idx="353">
                    <c:v>2.45</c:v>
                  </c:pt>
                  <c:pt idx="354">
                    <c:v>2.46</c:v>
                  </c:pt>
                  <c:pt idx="355">
                    <c:v>2.47</c:v>
                  </c:pt>
                  <c:pt idx="356">
                    <c:v>2.47</c:v>
                  </c:pt>
                  <c:pt idx="357">
                    <c:v>2.48</c:v>
                  </c:pt>
                  <c:pt idx="358">
                    <c:v>2.49</c:v>
                  </c:pt>
                  <c:pt idx="359">
                    <c:v>2.49</c:v>
                  </c:pt>
                  <c:pt idx="360">
                    <c:v>2.50</c:v>
                  </c:pt>
                  <c:pt idx="361">
                    <c:v>2.51</c:v>
                  </c:pt>
                  <c:pt idx="362">
                    <c:v>2.51</c:v>
                  </c:pt>
                  <c:pt idx="363">
                    <c:v>2.52</c:v>
                  </c:pt>
                  <c:pt idx="364">
                    <c:v>2.53</c:v>
                  </c:pt>
                  <c:pt idx="365">
                    <c:v>2.53</c:v>
                  </c:pt>
                  <c:pt idx="366">
                    <c:v>2.54</c:v>
                  </c:pt>
                  <c:pt idx="367">
                    <c:v>2.55</c:v>
                  </c:pt>
                  <c:pt idx="368">
                    <c:v>2.56</c:v>
                  </c:pt>
                  <c:pt idx="369">
                    <c:v>2.56</c:v>
                  </c:pt>
                  <c:pt idx="370">
                    <c:v>2.57</c:v>
                  </c:pt>
                  <c:pt idx="371">
                    <c:v>2.58</c:v>
                  </c:pt>
                  <c:pt idx="372">
                    <c:v>2.58</c:v>
                  </c:pt>
                  <c:pt idx="373">
                    <c:v>2.59</c:v>
                  </c:pt>
                  <c:pt idx="374">
                    <c:v>2.60</c:v>
                  </c:pt>
                  <c:pt idx="375">
                    <c:v>2.60</c:v>
                  </c:pt>
                  <c:pt idx="376">
                    <c:v>2.61</c:v>
                  </c:pt>
                  <c:pt idx="377">
                    <c:v>2.62</c:v>
                  </c:pt>
                  <c:pt idx="378">
                    <c:v>2.63</c:v>
                  </c:pt>
                  <c:pt idx="379">
                    <c:v>2.63</c:v>
                  </c:pt>
                  <c:pt idx="380">
                    <c:v>2.64</c:v>
                  </c:pt>
                  <c:pt idx="381">
                    <c:v>2.65</c:v>
                  </c:pt>
                  <c:pt idx="382">
                    <c:v>2.65</c:v>
                  </c:pt>
                  <c:pt idx="383">
                    <c:v>2.66</c:v>
                  </c:pt>
                  <c:pt idx="384">
                    <c:v>2.67</c:v>
                  </c:pt>
                  <c:pt idx="385">
                    <c:v>2.67</c:v>
                  </c:pt>
                  <c:pt idx="386">
                    <c:v>2.68</c:v>
                  </c:pt>
                  <c:pt idx="387">
                    <c:v>2.69</c:v>
                  </c:pt>
                  <c:pt idx="388">
                    <c:v>2.69</c:v>
                  </c:pt>
                  <c:pt idx="389">
                    <c:v>2.70</c:v>
                  </c:pt>
                  <c:pt idx="390">
                    <c:v>2.71</c:v>
                  </c:pt>
                  <c:pt idx="391">
                    <c:v>2.72</c:v>
                  </c:pt>
                  <c:pt idx="392">
                    <c:v>2.72</c:v>
                  </c:pt>
                  <c:pt idx="393">
                    <c:v>2.73</c:v>
                  </c:pt>
                  <c:pt idx="394">
                    <c:v>2.74</c:v>
                  </c:pt>
                  <c:pt idx="395">
                    <c:v>2.74</c:v>
                  </c:pt>
                  <c:pt idx="396">
                    <c:v>2.75</c:v>
                  </c:pt>
                  <c:pt idx="397">
                    <c:v>2.76</c:v>
                  </c:pt>
                  <c:pt idx="398">
                    <c:v>2.76</c:v>
                  </c:pt>
                  <c:pt idx="399">
                    <c:v>2.77</c:v>
                  </c:pt>
                  <c:pt idx="400">
                    <c:v>2.78</c:v>
                  </c:pt>
                  <c:pt idx="401">
                    <c:v>2.78</c:v>
                  </c:pt>
                  <c:pt idx="402">
                    <c:v>2.79</c:v>
                  </c:pt>
                  <c:pt idx="403">
                    <c:v>2.80</c:v>
                  </c:pt>
                  <c:pt idx="404">
                    <c:v>2.81</c:v>
                  </c:pt>
                  <c:pt idx="405">
                    <c:v>2.81</c:v>
                  </c:pt>
                  <c:pt idx="406">
                    <c:v>2.82</c:v>
                  </c:pt>
                  <c:pt idx="407">
                    <c:v>2.83</c:v>
                  </c:pt>
                  <c:pt idx="408">
                    <c:v>2.83</c:v>
                  </c:pt>
                  <c:pt idx="409">
                    <c:v>2.84</c:v>
                  </c:pt>
                  <c:pt idx="410">
                    <c:v>2.85</c:v>
                  </c:pt>
                  <c:pt idx="411">
                    <c:v>2.85</c:v>
                  </c:pt>
                  <c:pt idx="412">
                    <c:v>2.86</c:v>
                  </c:pt>
                  <c:pt idx="413">
                    <c:v>2.87</c:v>
                  </c:pt>
                  <c:pt idx="414">
                    <c:v>2.88</c:v>
                  </c:pt>
                  <c:pt idx="415">
                    <c:v>2.88</c:v>
                  </c:pt>
                  <c:pt idx="416">
                    <c:v>2.89</c:v>
                  </c:pt>
                  <c:pt idx="417">
                    <c:v>2.90</c:v>
                  </c:pt>
                  <c:pt idx="418">
                    <c:v>2.90</c:v>
                  </c:pt>
                  <c:pt idx="419">
                    <c:v>2.91</c:v>
                  </c:pt>
                  <c:pt idx="420">
                    <c:v>2.92</c:v>
                  </c:pt>
                  <c:pt idx="421">
                    <c:v>2.92</c:v>
                  </c:pt>
                  <c:pt idx="422">
                    <c:v>2.93</c:v>
                  </c:pt>
                  <c:pt idx="423">
                    <c:v>2.94</c:v>
                  </c:pt>
                  <c:pt idx="424">
                    <c:v>2.94</c:v>
                  </c:pt>
                  <c:pt idx="425">
                    <c:v>2.95</c:v>
                  </c:pt>
                  <c:pt idx="426">
                    <c:v>2.96</c:v>
                  </c:pt>
                  <c:pt idx="427">
                    <c:v>2.97</c:v>
                  </c:pt>
                  <c:pt idx="428">
                    <c:v>2.97</c:v>
                  </c:pt>
                  <c:pt idx="429">
                    <c:v>2.98</c:v>
                  </c:pt>
                  <c:pt idx="430">
                    <c:v>2.99</c:v>
                  </c:pt>
                  <c:pt idx="431">
                    <c:v>2.99</c:v>
                  </c:pt>
                  <c:pt idx="432">
                    <c:v>3.00</c:v>
                  </c:pt>
                </c:lvl>
              </c:multiLvlStrCache>
            </c:multiLvlStrRef>
          </c:cat>
          <c:val>
            <c:numRef>
              <c:f>Sheet1!$C$2:$C$434</c:f>
              <c:numCache>
                <c:formatCode>General</c:formatCode>
                <c:ptCount val="433"/>
                <c:pt idx="0">
                  <c:v>1</c:v>
                </c:pt>
                <c:pt idx="1">
                  <c:v>0.9990482215818578</c:v>
                </c:pt>
                <c:pt idx="2">
                  <c:v>0.9961946980917455</c:v>
                </c:pt>
                <c:pt idx="3">
                  <c:v>0.9914448613738104</c:v>
                </c:pt>
                <c:pt idx="4">
                  <c:v>0.984807753012208</c:v>
                </c:pt>
                <c:pt idx="5">
                  <c:v>0.9762960071199334</c:v>
                </c:pt>
                <c:pt idx="6">
                  <c:v>0.9659258262890683</c:v>
                </c:pt>
                <c:pt idx="7">
                  <c:v>0.9537169507482269</c:v>
                </c:pt>
                <c:pt idx="8">
                  <c:v>0.9396926207859084</c:v>
                </c:pt>
                <c:pt idx="9">
                  <c:v>0.9238795325112867</c:v>
                </c:pt>
                <c:pt idx="10">
                  <c:v>0.9063077870366499</c:v>
                </c:pt>
                <c:pt idx="11">
                  <c:v>0.8870108331782217</c:v>
                </c:pt>
                <c:pt idx="12">
                  <c:v>0.8660254037844387</c:v>
                </c:pt>
                <c:pt idx="13">
                  <c:v>0.8433914458128857</c:v>
                </c:pt>
                <c:pt idx="14">
                  <c:v>0.8191520442889918</c:v>
                </c:pt>
                <c:pt idx="15">
                  <c:v>0.7933533402912352</c:v>
                </c:pt>
                <c:pt idx="16">
                  <c:v>0.766044443118978</c:v>
                </c:pt>
                <c:pt idx="17">
                  <c:v>0.7372773368101241</c:v>
                </c:pt>
                <c:pt idx="18">
                  <c:v>0.7071067811865476</c:v>
                </c:pt>
                <c:pt idx="19">
                  <c:v>0.6755902076156604</c:v>
                </c:pt>
                <c:pt idx="20">
                  <c:v>0.6427876096865395</c:v>
                </c:pt>
                <c:pt idx="21">
                  <c:v>0.6087614290087207</c:v>
                </c:pt>
                <c:pt idx="22">
                  <c:v>0.5735764363510462</c:v>
                </c:pt>
                <c:pt idx="23">
                  <c:v>0.5372996083468239</c:v>
                </c:pt>
                <c:pt idx="24">
                  <c:v>0.5000000000000001</c:v>
                </c:pt>
                <c:pt idx="25">
                  <c:v>0.4617486132350341</c:v>
                </c:pt>
                <c:pt idx="26">
                  <c:v>0.4226182617406996</c:v>
                </c:pt>
                <c:pt idx="27">
                  <c:v>0.38268343236508984</c:v>
                </c:pt>
                <c:pt idx="28">
                  <c:v>0.3420201433256688</c:v>
                </c:pt>
                <c:pt idx="29">
                  <c:v>0.3007057995042733</c:v>
                </c:pt>
                <c:pt idx="30">
                  <c:v>0.25881904510252074</c:v>
                </c:pt>
                <c:pt idx="31">
                  <c:v>0.21643961393810313</c:v>
                </c:pt>
                <c:pt idx="32">
                  <c:v>0.17364817766693041</c:v>
                </c:pt>
                <c:pt idx="33">
                  <c:v>0.1305261922200517</c:v>
                </c:pt>
                <c:pt idx="34">
                  <c:v>0.08715574274765836</c:v>
                </c:pt>
                <c:pt idx="35">
                  <c:v>0.04361938736533623</c:v>
                </c:pt>
                <c:pt idx="36">
                  <c:v>6.123233995736766e-17</c:v>
                </c:pt>
                <c:pt idx="37">
                  <c:v>-0.04361938736533589</c:v>
                </c:pt>
                <c:pt idx="38">
                  <c:v>-0.08715574274765779</c:v>
                </c:pt>
                <c:pt idx="39">
                  <c:v>-0.13052619222005138</c:v>
                </c:pt>
                <c:pt idx="40">
                  <c:v>-0.17364817766693008</c:v>
                </c:pt>
                <c:pt idx="41">
                  <c:v>-0.2164396139381028</c:v>
                </c:pt>
                <c:pt idx="42">
                  <c:v>-0.25881904510252063</c:v>
                </c:pt>
                <c:pt idx="43">
                  <c:v>-0.30070579950427295</c:v>
                </c:pt>
                <c:pt idx="44">
                  <c:v>-0.3420201433256685</c:v>
                </c:pt>
                <c:pt idx="45">
                  <c:v>-0.3826834323650897</c:v>
                </c:pt>
                <c:pt idx="46">
                  <c:v>-0.42261826174069933</c:v>
                </c:pt>
                <c:pt idx="47">
                  <c:v>-0.4617486132350338</c:v>
                </c:pt>
                <c:pt idx="48">
                  <c:v>-0.4999999999999998</c:v>
                </c:pt>
                <c:pt idx="49">
                  <c:v>-0.5372996083468236</c:v>
                </c:pt>
                <c:pt idx="50">
                  <c:v>-0.5735764363510458</c:v>
                </c:pt>
                <c:pt idx="51">
                  <c:v>-0.6087614290087207</c:v>
                </c:pt>
                <c:pt idx="52">
                  <c:v>-0.642787609686539</c:v>
                </c:pt>
                <c:pt idx="53">
                  <c:v>-0.6755902076156599</c:v>
                </c:pt>
                <c:pt idx="54">
                  <c:v>-0.7071067811865475</c:v>
                </c:pt>
                <c:pt idx="55">
                  <c:v>-0.737277336810124</c:v>
                </c:pt>
                <c:pt idx="56">
                  <c:v>-0.7660444431189779</c:v>
                </c:pt>
                <c:pt idx="57">
                  <c:v>-0.793353340291235</c:v>
                </c:pt>
                <c:pt idx="58">
                  <c:v>-0.8191520442889916</c:v>
                </c:pt>
                <c:pt idx="59">
                  <c:v>-0.8433914458128855</c:v>
                </c:pt>
                <c:pt idx="60">
                  <c:v>-0.8660254037844387</c:v>
                </c:pt>
                <c:pt idx="61">
                  <c:v>-0.8870108331782215</c:v>
                </c:pt>
                <c:pt idx="62">
                  <c:v>-0.9063077870366497</c:v>
                </c:pt>
                <c:pt idx="63">
                  <c:v>-0.9238795325112867</c:v>
                </c:pt>
                <c:pt idx="64">
                  <c:v>-0.9396926207859083</c:v>
                </c:pt>
                <c:pt idx="65">
                  <c:v>-0.9537169507482268</c:v>
                </c:pt>
                <c:pt idx="66">
                  <c:v>-0.9659258262890682</c:v>
                </c:pt>
                <c:pt idx="67">
                  <c:v>-0.9762960071199333</c:v>
                </c:pt>
                <c:pt idx="68">
                  <c:v>-0.984807753012208</c:v>
                </c:pt>
                <c:pt idx="69">
                  <c:v>-0.9914448613738104</c:v>
                </c:pt>
                <c:pt idx="70">
                  <c:v>-0.9961946980917455</c:v>
                </c:pt>
                <c:pt idx="71">
                  <c:v>-0.9990482215818578</c:v>
                </c:pt>
                <c:pt idx="72">
                  <c:v>-1</c:v>
                </c:pt>
                <c:pt idx="73">
                  <c:v>-0.9990482215818578</c:v>
                </c:pt>
                <c:pt idx="74">
                  <c:v>-0.9961946980917455</c:v>
                </c:pt>
                <c:pt idx="75">
                  <c:v>-0.9914448613738105</c:v>
                </c:pt>
                <c:pt idx="76">
                  <c:v>-0.9848077530122082</c:v>
                </c:pt>
                <c:pt idx="77">
                  <c:v>-0.9762960071199335</c:v>
                </c:pt>
                <c:pt idx="78">
                  <c:v>-0.9659258262890684</c:v>
                </c:pt>
                <c:pt idx="79">
                  <c:v>-0.9537169507482269</c:v>
                </c:pt>
                <c:pt idx="80">
                  <c:v>-0.9396926207859085</c:v>
                </c:pt>
                <c:pt idx="81">
                  <c:v>-0.923879532511287</c:v>
                </c:pt>
                <c:pt idx="82">
                  <c:v>-0.90630778703665</c:v>
                </c:pt>
                <c:pt idx="83">
                  <c:v>-0.887010833178222</c:v>
                </c:pt>
                <c:pt idx="84">
                  <c:v>-0.8660254037844388</c:v>
                </c:pt>
                <c:pt idx="85">
                  <c:v>-0.8433914458128858</c:v>
                </c:pt>
                <c:pt idx="86">
                  <c:v>-0.819152044288992</c:v>
                </c:pt>
                <c:pt idx="87">
                  <c:v>-0.7933533402912352</c:v>
                </c:pt>
                <c:pt idx="88">
                  <c:v>-0.7660444431189783</c:v>
                </c:pt>
                <c:pt idx="89">
                  <c:v>-0.7372773368101244</c:v>
                </c:pt>
                <c:pt idx="90">
                  <c:v>-0.7071067811865477</c:v>
                </c:pt>
                <c:pt idx="91">
                  <c:v>-0.6755902076156607</c:v>
                </c:pt>
                <c:pt idx="92">
                  <c:v>-0.6427876096865395</c:v>
                </c:pt>
                <c:pt idx="93">
                  <c:v>-0.6087614290087209</c:v>
                </c:pt>
                <c:pt idx="94">
                  <c:v>-0.5735764363510464</c:v>
                </c:pt>
                <c:pt idx="95">
                  <c:v>-0.5372996083468242</c:v>
                </c:pt>
                <c:pt idx="96">
                  <c:v>-0.5000000000000004</c:v>
                </c:pt>
                <c:pt idx="97">
                  <c:v>-0.4617486132350344</c:v>
                </c:pt>
                <c:pt idx="98">
                  <c:v>-0.42261826174069994</c:v>
                </c:pt>
                <c:pt idx="99">
                  <c:v>-0.38268343236509034</c:v>
                </c:pt>
                <c:pt idx="100">
                  <c:v>-0.3420201433256694</c:v>
                </c:pt>
                <c:pt idx="101">
                  <c:v>-0.3007057995042738</c:v>
                </c:pt>
                <c:pt idx="102">
                  <c:v>-0.25881904510252063</c:v>
                </c:pt>
                <c:pt idx="103">
                  <c:v>-0.21643961393810368</c:v>
                </c:pt>
                <c:pt idx="104">
                  <c:v>-0.1736481776669312</c:v>
                </c:pt>
                <c:pt idx="105">
                  <c:v>-0.13052619222005163</c:v>
                </c:pt>
                <c:pt idx="106">
                  <c:v>-0.08715574274765914</c:v>
                </c:pt>
                <c:pt idx="107">
                  <c:v>-0.04361938736533702</c:v>
                </c:pt>
                <c:pt idx="108">
                  <c:v>-1.8369701987210297e-16</c:v>
                </c:pt>
                <c:pt idx="109">
                  <c:v>0.043619387365335764</c:v>
                </c:pt>
                <c:pt idx="110">
                  <c:v>0.08715574274765789</c:v>
                </c:pt>
                <c:pt idx="111">
                  <c:v>0.13052619222005127</c:v>
                </c:pt>
                <c:pt idx="112">
                  <c:v>0.17364817766692997</c:v>
                </c:pt>
                <c:pt idx="113">
                  <c:v>0.21643961393810246</c:v>
                </c:pt>
                <c:pt idx="114">
                  <c:v>0.2588190451025203</c:v>
                </c:pt>
                <c:pt idx="115">
                  <c:v>0.3007057995042726</c:v>
                </c:pt>
                <c:pt idx="116">
                  <c:v>0.34202014332566816</c:v>
                </c:pt>
                <c:pt idx="117">
                  <c:v>0.38268343236508917</c:v>
                </c:pt>
                <c:pt idx="118">
                  <c:v>0.42261826174069883</c:v>
                </c:pt>
                <c:pt idx="119">
                  <c:v>0.46174861323503325</c:v>
                </c:pt>
                <c:pt idx="120">
                  <c:v>0.5000000000000001</c:v>
                </c:pt>
                <c:pt idx="121">
                  <c:v>0.5372996083468231</c:v>
                </c:pt>
                <c:pt idx="122">
                  <c:v>0.5735764363510454</c:v>
                </c:pt>
                <c:pt idx="123">
                  <c:v>0.6087614290087205</c:v>
                </c:pt>
                <c:pt idx="124">
                  <c:v>0.6427876096865386</c:v>
                </c:pt>
                <c:pt idx="125">
                  <c:v>0.6755902076156595</c:v>
                </c:pt>
                <c:pt idx="126">
                  <c:v>0.7071067811865474</c:v>
                </c:pt>
                <c:pt idx="127">
                  <c:v>0.7372773368101233</c:v>
                </c:pt>
                <c:pt idx="128">
                  <c:v>0.7660444431189778</c:v>
                </c:pt>
                <c:pt idx="129">
                  <c:v>0.7933533402912349</c:v>
                </c:pt>
                <c:pt idx="130">
                  <c:v>0.8191520442889916</c:v>
                </c:pt>
                <c:pt idx="131">
                  <c:v>0.8433914458128855</c:v>
                </c:pt>
                <c:pt idx="132">
                  <c:v>0.8660254037844384</c:v>
                </c:pt>
                <c:pt idx="133">
                  <c:v>0.8870108331782214</c:v>
                </c:pt>
                <c:pt idx="134">
                  <c:v>0.9063077870366497</c:v>
                </c:pt>
                <c:pt idx="135">
                  <c:v>0.9238795325112865</c:v>
                </c:pt>
                <c:pt idx="136">
                  <c:v>0.9396926207859081</c:v>
                </c:pt>
                <c:pt idx="137">
                  <c:v>0.9537169507482267</c:v>
                </c:pt>
                <c:pt idx="138">
                  <c:v>0.9659258262890681</c:v>
                </c:pt>
                <c:pt idx="139">
                  <c:v>0.9762960071199331</c:v>
                </c:pt>
                <c:pt idx="140">
                  <c:v>0.9848077530122079</c:v>
                </c:pt>
                <c:pt idx="141">
                  <c:v>0.9914448613738103</c:v>
                </c:pt>
                <c:pt idx="142">
                  <c:v>0.9961946980917455</c:v>
                </c:pt>
                <c:pt idx="143">
                  <c:v>0.9990482215818578</c:v>
                </c:pt>
                <c:pt idx="144">
                  <c:v>1</c:v>
                </c:pt>
                <c:pt idx="145">
                  <c:v>0.9990482215818578</c:v>
                </c:pt>
                <c:pt idx="146">
                  <c:v>0.9961946980917457</c:v>
                </c:pt>
                <c:pt idx="147">
                  <c:v>0.9914448613738106</c:v>
                </c:pt>
                <c:pt idx="148">
                  <c:v>0.9848077530122081</c:v>
                </c:pt>
                <c:pt idx="149">
                  <c:v>0.9762960071199335</c:v>
                </c:pt>
                <c:pt idx="150">
                  <c:v>0.9659258262890684</c:v>
                </c:pt>
                <c:pt idx="151">
                  <c:v>0.9537169507482272</c:v>
                </c:pt>
                <c:pt idx="152">
                  <c:v>0.9396926207859089</c:v>
                </c:pt>
                <c:pt idx="153">
                  <c:v>0.9238795325112867</c:v>
                </c:pt>
                <c:pt idx="154">
                  <c:v>0.9063077870366503</c:v>
                </c:pt>
                <c:pt idx="155">
                  <c:v>0.887010833178222</c:v>
                </c:pt>
                <c:pt idx="156">
                  <c:v>0.866025403784439</c:v>
                </c:pt>
                <c:pt idx="157">
                  <c:v>0.8433914458128862</c:v>
                </c:pt>
                <c:pt idx="158">
                  <c:v>0.8191520442889918</c:v>
                </c:pt>
                <c:pt idx="159">
                  <c:v>0.7933533402912353</c:v>
                </c:pt>
                <c:pt idx="160">
                  <c:v>0.7660444431189787</c:v>
                </c:pt>
                <c:pt idx="161">
                  <c:v>0.7372773368101249</c:v>
                </c:pt>
                <c:pt idx="162">
                  <c:v>0.7071067811865483</c:v>
                </c:pt>
                <c:pt idx="163">
                  <c:v>0.6755902076156605</c:v>
                </c:pt>
                <c:pt idx="164">
                  <c:v>0.6427876096865396</c:v>
                </c:pt>
                <c:pt idx="165">
                  <c:v>0.608761429008721</c:v>
                </c:pt>
                <c:pt idx="166">
                  <c:v>0.5735764363510473</c:v>
                </c:pt>
                <c:pt idx="167">
                  <c:v>0.537299608346825</c:v>
                </c:pt>
                <c:pt idx="168">
                  <c:v>0.5000000000000006</c:v>
                </c:pt>
                <c:pt idx="169">
                  <c:v>0.46174861323503447</c:v>
                </c:pt>
                <c:pt idx="170">
                  <c:v>0.42261826174070005</c:v>
                </c:pt>
                <c:pt idx="171">
                  <c:v>0.38268343236509045</c:v>
                </c:pt>
                <c:pt idx="172">
                  <c:v>0.3420201433256695</c:v>
                </c:pt>
                <c:pt idx="173">
                  <c:v>0.30070579950427306</c:v>
                </c:pt>
                <c:pt idx="174">
                  <c:v>0.25881904510252074</c:v>
                </c:pt>
                <c:pt idx="175">
                  <c:v>0.2164396139381038</c:v>
                </c:pt>
                <c:pt idx="176">
                  <c:v>0.17364817766693133</c:v>
                </c:pt>
                <c:pt idx="177">
                  <c:v>0.13052619222005263</c:v>
                </c:pt>
                <c:pt idx="178">
                  <c:v>0.08715574274765926</c:v>
                </c:pt>
                <c:pt idx="179">
                  <c:v>0.04361938736533626</c:v>
                </c:pt>
                <c:pt idx="180">
                  <c:v>3.061616997868383e-16</c:v>
                </c:pt>
                <c:pt idx="181">
                  <c:v>-0.04361938736533476</c:v>
                </c:pt>
                <c:pt idx="182">
                  <c:v>-0.08715574274765689</c:v>
                </c:pt>
                <c:pt idx="183">
                  <c:v>-0.13052619222005027</c:v>
                </c:pt>
                <c:pt idx="184">
                  <c:v>-0.17364817766692986</c:v>
                </c:pt>
                <c:pt idx="185">
                  <c:v>-0.21643961393810146</c:v>
                </c:pt>
                <c:pt idx="186">
                  <c:v>-0.2588190451025202</c:v>
                </c:pt>
                <c:pt idx="187">
                  <c:v>-0.3007057995042716</c:v>
                </c:pt>
                <c:pt idx="188">
                  <c:v>-0.34202014332566805</c:v>
                </c:pt>
                <c:pt idx="189">
                  <c:v>-0.3826834323650899</c:v>
                </c:pt>
                <c:pt idx="190">
                  <c:v>-0.4226182617406987</c:v>
                </c:pt>
                <c:pt idx="191">
                  <c:v>-0.46174861323503236</c:v>
                </c:pt>
                <c:pt idx="192">
                  <c:v>-0.4999999999999992</c:v>
                </c:pt>
                <c:pt idx="193">
                  <c:v>-0.5372996083468222</c:v>
                </c:pt>
                <c:pt idx="194">
                  <c:v>-0.5735764363510453</c:v>
                </c:pt>
                <c:pt idx="195">
                  <c:v>-0.6087614290087204</c:v>
                </c:pt>
                <c:pt idx="196">
                  <c:v>-0.6427876096865385</c:v>
                </c:pt>
                <c:pt idx="197">
                  <c:v>-0.67559020761566</c:v>
                </c:pt>
                <c:pt idx="198">
                  <c:v>-0.7071067811865467</c:v>
                </c:pt>
                <c:pt idx="199">
                  <c:v>-0.7372773368101238</c:v>
                </c:pt>
                <c:pt idx="200">
                  <c:v>-0.7660444431189772</c:v>
                </c:pt>
                <c:pt idx="201">
                  <c:v>-0.7933533402912348</c:v>
                </c:pt>
                <c:pt idx="202">
                  <c:v>-0.819152044288991</c:v>
                </c:pt>
                <c:pt idx="203">
                  <c:v>-0.8433914458128854</c:v>
                </c:pt>
                <c:pt idx="204">
                  <c:v>-0.8660254037844388</c:v>
                </c:pt>
                <c:pt idx="205">
                  <c:v>-0.8870108331782214</c:v>
                </c:pt>
                <c:pt idx="206">
                  <c:v>-0.9063077870366493</c:v>
                </c:pt>
                <c:pt idx="207">
                  <c:v>-0.9238795325112864</c:v>
                </c:pt>
                <c:pt idx="208">
                  <c:v>-0.9396926207859078</c:v>
                </c:pt>
                <c:pt idx="209">
                  <c:v>-0.9537169507482266</c:v>
                </c:pt>
                <c:pt idx="210">
                  <c:v>-0.9659258262890683</c:v>
                </c:pt>
                <c:pt idx="211">
                  <c:v>-0.9762960071199331</c:v>
                </c:pt>
                <c:pt idx="212">
                  <c:v>-0.9848077530122077</c:v>
                </c:pt>
                <c:pt idx="213">
                  <c:v>-0.9914448613738103</c:v>
                </c:pt>
                <c:pt idx="214">
                  <c:v>-0.9961946980917453</c:v>
                </c:pt>
                <c:pt idx="215">
                  <c:v>-0.9990482215818577</c:v>
                </c:pt>
                <c:pt idx="216">
                  <c:v>-1</c:v>
                </c:pt>
                <c:pt idx="217">
                  <c:v>-0.9990482215818578</c:v>
                </c:pt>
                <c:pt idx="218">
                  <c:v>-0.9961946980917455</c:v>
                </c:pt>
                <c:pt idx="219">
                  <c:v>-0.9914448613738106</c:v>
                </c:pt>
                <c:pt idx="220">
                  <c:v>-0.9848077530122081</c:v>
                </c:pt>
                <c:pt idx="221">
                  <c:v>-0.9762960071199337</c:v>
                </c:pt>
                <c:pt idx="222">
                  <c:v>-0.9659258262890684</c:v>
                </c:pt>
                <c:pt idx="223">
                  <c:v>-0.9537169507482274</c:v>
                </c:pt>
                <c:pt idx="224">
                  <c:v>-0.9396926207859086</c:v>
                </c:pt>
                <c:pt idx="225">
                  <c:v>-0.9238795325112867</c:v>
                </c:pt>
                <c:pt idx="226">
                  <c:v>-0.9063077870366504</c:v>
                </c:pt>
                <c:pt idx="227">
                  <c:v>-0.8870108331782225</c:v>
                </c:pt>
                <c:pt idx="228">
                  <c:v>-0.8660254037844392</c:v>
                </c:pt>
                <c:pt idx="229">
                  <c:v>-0.8433914458128867</c:v>
                </c:pt>
                <c:pt idx="230">
                  <c:v>-0.8191520442889924</c:v>
                </c:pt>
                <c:pt idx="231">
                  <c:v>-0.7933533402912353</c:v>
                </c:pt>
                <c:pt idx="232">
                  <c:v>-0.7660444431189788</c:v>
                </c:pt>
                <c:pt idx="233">
                  <c:v>-0.7372773368101255</c:v>
                </c:pt>
                <c:pt idx="234">
                  <c:v>-0.7071067811865485</c:v>
                </c:pt>
                <c:pt idx="235">
                  <c:v>-0.6755902076156606</c:v>
                </c:pt>
                <c:pt idx="236">
                  <c:v>-0.6427876096865404</c:v>
                </c:pt>
                <c:pt idx="237">
                  <c:v>-0.6087614290087211</c:v>
                </c:pt>
                <c:pt idx="238">
                  <c:v>-0.5735764363510473</c:v>
                </c:pt>
                <c:pt idx="239">
                  <c:v>-0.5372996083468243</c:v>
                </c:pt>
                <c:pt idx="240">
                  <c:v>-0.49999999999999983</c:v>
                </c:pt>
                <c:pt idx="241">
                  <c:v>-0.4617486132350346</c:v>
                </c:pt>
                <c:pt idx="242">
                  <c:v>-0.422618261740701</c:v>
                </c:pt>
                <c:pt idx="243">
                  <c:v>-0.38268343236509056</c:v>
                </c:pt>
                <c:pt idx="244">
                  <c:v>-0.34202014332567043</c:v>
                </c:pt>
                <c:pt idx="245">
                  <c:v>-0.300705799504274</c:v>
                </c:pt>
                <c:pt idx="246">
                  <c:v>-0.2588190451025209</c:v>
                </c:pt>
                <c:pt idx="247">
                  <c:v>-0.2164396139381039</c:v>
                </c:pt>
                <c:pt idx="248">
                  <c:v>-0.17364817766693233</c:v>
                </c:pt>
                <c:pt idx="249">
                  <c:v>-0.13052619222005274</c:v>
                </c:pt>
                <c:pt idx="250">
                  <c:v>-0.08715574274766028</c:v>
                </c:pt>
                <c:pt idx="251">
                  <c:v>-0.04361938736533726</c:v>
                </c:pt>
                <c:pt idx="252">
                  <c:v>-4.286263797015736e-16</c:v>
                </c:pt>
                <c:pt idx="253">
                  <c:v>0.04361938736533463</c:v>
                </c:pt>
                <c:pt idx="254">
                  <c:v>0.08715574274765588</c:v>
                </c:pt>
                <c:pt idx="255">
                  <c:v>0.13052619222005013</c:v>
                </c:pt>
                <c:pt idx="256">
                  <c:v>0.17364817766692972</c:v>
                </c:pt>
                <c:pt idx="257">
                  <c:v>0.21643961393810135</c:v>
                </c:pt>
                <c:pt idx="258">
                  <c:v>0.2588190451025201</c:v>
                </c:pt>
                <c:pt idx="259">
                  <c:v>0.3007057995042715</c:v>
                </c:pt>
                <c:pt idx="260">
                  <c:v>0.34202014332566794</c:v>
                </c:pt>
                <c:pt idx="261">
                  <c:v>0.3826834323650898</c:v>
                </c:pt>
                <c:pt idx="262">
                  <c:v>0.4226182617406986</c:v>
                </c:pt>
                <c:pt idx="263">
                  <c:v>0.46174861323503225</c:v>
                </c:pt>
                <c:pt idx="264">
                  <c:v>0.4999999999999991</c:v>
                </c:pt>
                <c:pt idx="265">
                  <c:v>0.5372996083468221</c:v>
                </c:pt>
                <c:pt idx="266">
                  <c:v>0.5735764363510452</c:v>
                </c:pt>
                <c:pt idx="267">
                  <c:v>0.6087614290087204</c:v>
                </c:pt>
                <c:pt idx="268">
                  <c:v>0.6427876096865384</c:v>
                </c:pt>
                <c:pt idx="269">
                  <c:v>0.6755902076156587</c:v>
                </c:pt>
                <c:pt idx="270">
                  <c:v>0.7071067811865466</c:v>
                </c:pt>
                <c:pt idx="271">
                  <c:v>0.7372773368101238</c:v>
                </c:pt>
                <c:pt idx="272">
                  <c:v>0.7660444431189771</c:v>
                </c:pt>
                <c:pt idx="273">
                  <c:v>0.7933533402912347</c:v>
                </c:pt>
                <c:pt idx="274">
                  <c:v>0.8191520442889909</c:v>
                </c:pt>
                <c:pt idx="275">
                  <c:v>0.8433914458128844</c:v>
                </c:pt>
                <c:pt idx="276">
                  <c:v>0.8660254037844378</c:v>
                </c:pt>
                <c:pt idx="277">
                  <c:v>0.8870108331782213</c:v>
                </c:pt>
                <c:pt idx="278">
                  <c:v>0.9063077870366492</c:v>
                </c:pt>
                <c:pt idx="279">
                  <c:v>0.9238795325112864</c:v>
                </c:pt>
                <c:pt idx="280">
                  <c:v>0.9396926207859078</c:v>
                </c:pt>
                <c:pt idx="281">
                  <c:v>0.9537169507482266</c:v>
                </c:pt>
                <c:pt idx="282">
                  <c:v>0.9659258262890678</c:v>
                </c:pt>
                <c:pt idx="283">
                  <c:v>0.9762960071199327</c:v>
                </c:pt>
                <c:pt idx="284">
                  <c:v>0.984807753012208</c:v>
                </c:pt>
                <c:pt idx="285">
                  <c:v>0.9914448613738105</c:v>
                </c:pt>
                <c:pt idx="286">
                  <c:v>0.9961946980917455</c:v>
                </c:pt>
                <c:pt idx="287">
                  <c:v>0.9990482215818577</c:v>
                </c:pt>
                <c:pt idx="288">
                  <c:v>1</c:v>
                </c:pt>
                <c:pt idx="289">
                  <c:v>0.9990482215818578</c:v>
                </c:pt>
                <c:pt idx="290">
                  <c:v>0.9961946980917458</c:v>
                </c:pt>
                <c:pt idx="291">
                  <c:v>0.9914448613738106</c:v>
                </c:pt>
                <c:pt idx="292">
                  <c:v>0.9848077530122085</c:v>
                </c:pt>
                <c:pt idx="293">
                  <c:v>0.9762960071199337</c:v>
                </c:pt>
                <c:pt idx="294">
                  <c:v>0.965925826289069</c:v>
                </c:pt>
                <c:pt idx="295">
                  <c:v>0.9537169507482269</c:v>
                </c:pt>
                <c:pt idx="296">
                  <c:v>0.9396926207859086</c:v>
                </c:pt>
                <c:pt idx="297">
                  <c:v>0.9238795325112867</c:v>
                </c:pt>
                <c:pt idx="298">
                  <c:v>0.9063077870366504</c:v>
                </c:pt>
                <c:pt idx="299">
                  <c:v>0.8870108331782226</c:v>
                </c:pt>
                <c:pt idx="300">
                  <c:v>0.8660254037844392</c:v>
                </c:pt>
                <c:pt idx="301">
                  <c:v>0.8433914458128868</c:v>
                </c:pt>
                <c:pt idx="302">
                  <c:v>0.8191520442889925</c:v>
                </c:pt>
                <c:pt idx="303">
                  <c:v>0.7933533402912365</c:v>
                </c:pt>
                <c:pt idx="304">
                  <c:v>0.76604444311898</c:v>
                </c:pt>
                <c:pt idx="305">
                  <c:v>0.7372773368101244</c:v>
                </c:pt>
                <c:pt idx="306">
                  <c:v>0.7071067811865472</c:v>
                </c:pt>
                <c:pt idx="307">
                  <c:v>0.6755902076156607</c:v>
                </c:pt>
                <c:pt idx="308">
                  <c:v>0.6427876096865405</c:v>
                </c:pt>
                <c:pt idx="309">
                  <c:v>0.6087614290087212</c:v>
                </c:pt>
                <c:pt idx="310">
                  <c:v>0.5735764363510474</c:v>
                </c:pt>
                <c:pt idx="311">
                  <c:v>0.537299608346826</c:v>
                </c:pt>
                <c:pt idx="312">
                  <c:v>0.5000000000000014</c:v>
                </c:pt>
                <c:pt idx="313">
                  <c:v>0.4617486132350363</c:v>
                </c:pt>
                <c:pt idx="314">
                  <c:v>0.4226182617407011</c:v>
                </c:pt>
                <c:pt idx="315">
                  <c:v>0.38268343236509067</c:v>
                </c:pt>
                <c:pt idx="316">
                  <c:v>0.3420201433256689</c:v>
                </c:pt>
                <c:pt idx="317">
                  <c:v>0.3007057995042742</c:v>
                </c:pt>
                <c:pt idx="318">
                  <c:v>0.258819045102521</c:v>
                </c:pt>
                <c:pt idx="319">
                  <c:v>0.21643961393810404</c:v>
                </c:pt>
                <c:pt idx="320">
                  <c:v>0.17364817766693244</c:v>
                </c:pt>
                <c:pt idx="321">
                  <c:v>0.13052619222005288</c:v>
                </c:pt>
                <c:pt idx="322">
                  <c:v>0.08715574274766039</c:v>
                </c:pt>
                <c:pt idx="323">
                  <c:v>0.04361938736533739</c:v>
                </c:pt>
                <c:pt idx="324">
                  <c:v>2.3274478990165594e-15</c:v>
                </c:pt>
                <c:pt idx="325">
                  <c:v>-0.04361938736533274</c:v>
                </c:pt>
                <c:pt idx="326">
                  <c:v>-0.08715574274765753</c:v>
                </c:pt>
                <c:pt idx="327">
                  <c:v>-0.13052619222005177</c:v>
                </c:pt>
                <c:pt idx="328">
                  <c:v>-0.1736481776669296</c:v>
                </c:pt>
                <c:pt idx="329">
                  <c:v>-0.21643961393810124</c:v>
                </c:pt>
                <c:pt idx="330">
                  <c:v>-0.2588190451025199</c:v>
                </c:pt>
                <c:pt idx="331">
                  <c:v>-0.3007057995042714</c:v>
                </c:pt>
                <c:pt idx="332">
                  <c:v>-0.34202014332566616</c:v>
                </c:pt>
                <c:pt idx="333">
                  <c:v>-0.382683432365088</c:v>
                </c:pt>
                <c:pt idx="334">
                  <c:v>-0.4226182617406969</c:v>
                </c:pt>
                <c:pt idx="335">
                  <c:v>-0.46174861323503213</c:v>
                </c:pt>
                <c:pt idx="336">
                  <c:v>-0.499999999999999</c:v>
                </c:pt>
                <c:pt idx="337">
                  <c:v>-0.5372996083468236</c:v>
                </c:pt>
                <c:pt idx="338">
                  <c:v>-0.573576436351045</c:v>
                </c:pt>
                <c:pt idx="339">
                  <c:v>-0.6087614290087203</c:v>
                </c:pt>
                <c:pt idx="340">
                  <c:v>-0.6427876096865383</c:v>
                </c:pt>
                <c:pt idx="341">
                  <c:v>-0.6755902076156586</c:v>
                </c:pt>
                <c:pt idx="342">
                  <c:v>-0.7071067811865465</c:v>
                </c:pt>
                <c:pt idx="343">
                  <c:v>-0.7372773368101224</c:v>
                </c:pt>
                <c:pt idx="344">
                  <c:v>-0.766044443118977</c:v>
                </c:pt>
                <c:pt idx="345">
                  <c:v>-0.7933533402912336</c:v>
                </c:pt>
                <c:pt idx="346">
                  <c:v>-0.8191520442889918</c:v>
                </c:pt>
                <c:pt idx="347">
                  <c:v>-0.8433914458128853</c:v>
                </c:pt>
                <c:pt idx="348">
                  <c:v>-0.8660254037844386</c:v>
                </c:pt>
                <c:pt idx="349">
                  <c:v>-0.8870108331782213</c:v>
                </c:pt>
                <c:pt idx="350">
                  <c:v>-0.9063077870366492</c:v>
                </c:pt>
                <c:pt idx="351">
                  <c:v>-0.9238795325112864</c:v>
                </c:pt>
                <c:pt idx="352">
                  <c:v>-0.9396926207859078</c:v>
                </c:pt>
                <c:pt idx="353">
                  <c:v>-0.953716950748226</c:v>
                </c:pt>
                <c:pt idx="354">
                  <c:v>-0.9659258262890678</c:v>
                </c:pt>
                <c:pt idx="355">
                  <c:v>-0.9762960071199327</c:v>
                </c:pt>
                <c:pt idx="356">
                  <c:v>-0.9848077530122077</c:v>
                </c:pt>
                <c:pt idx="357">
                  <c:v>-0.9914448613738103</c:v>
                </c:pt>
                <c:pt idx="358">
                  <c:v>-0.9961946980917454</c:v>
                </c:pt>
                <c:pt idx="359">
                  <c:v>-0.9990482215818577</c:v>
                </c:pt>
                <c:pt idx="360">
                  <c:v>-1</c:v>
                </c:pt>
                <c:pt idx="361">
                  <c:v>-0.9990482215818578</c:v>
                </c:pt>
                <c:pt idx="362">
                  <c:v>-0.9961946980917458</c:v>
                </c:pt>
                <c:pt idx="363">
                  <c:v>-0.9914448613738106</c:v>
                </c:pt>
                <c:pt idx="364">
                  <c:v>-0.9848077530122085</c:v>
                </c:pt>
                <c:pt idx="365">
                  <c:v>-0.9762960071199337</c:v>
                </c:pt>
                <c:pt idx="366">
                  <c:v>-0.965925826289069</c:v>
                </c:pt>
                <c:pt idx="367">
                  <c:v>-0.9537169507482269</c:v>
                </c:pt>
                <c:pt idx="368">
                  <c:v>-0.9396926207859088</c:v>
                </c:pt>
                <c:pt idx="369">
                  <c:v>-0.9238795325112875</c:v>
                </c:pt>
                <c:pt idx="370">
                  <c:v>-0.9063077870366512</c:v>
                </c:pt>
                <c:pt idx="371">
                  <c:v>-0.8870108331782218</c:v>
                </c:pt>
                <c:pt idx="372">
                  <c:v>-0.8660254037844393</c:v>
                </c:pt>
                <c:pt idx="373">
                  <c:v>-0.8433914458128868</c:v>
                </c:pt>
                <c:pt idx="374">
                  <c:v>-0.8191520442889936</c:v>
                </c:pt>
                <c:pt idx="375">
                  <c:v>-0.7933533402912376</c:v>
                </c:pt>
                <c:pt idx="376">
                  <c:v>-0.7660444431189789</c:v>
                </c:pt>
                <c:pt idx="377">
                  <c:v>-0.7372773368101232</c:v>
                </c:pt>
                <c:pt idx="378">
                  <c:v>-0.7071067811865474</c:v>
                </c:pt>
                <c:pt idx="379">
                  <c:v>-0.6755902076156608</c:v>
                </c:pt>
                <c:pt idx="380">
                  <c:v>-0.6427876096865406</c:v>
                </c:pt>
                <c:pt idx="381">
                  <c:v>-0.6087614290087227</c:v>
                </c:pt>
                <c:pt idx="382">
                  <c:v>-0.5735764363510489</c:v>
                </c:pt>
                <c:pt idx="383">
                  <c:v>-0.5372996083468246</c:v>
                </c:pt>
                <c:pt idx="384">
                  <c:v>-0.5000000000000016</c:v>
                </c:pt>
                <c:pt idx="385">
                  <c:v>-0.4617486132350364</c:v>
                </c:pt>
                <c:pt idx="386">
                  <c:v>-0.4226182617407028</c:v>
                </c:pt>
                <c:pt idx="387">
                  <c:v>-0.38268343236509406</c:v>
                </c:pt>
                <c:pt idx="388">
                  <c:v>-0.34202014332567066</c:v>
                </c:pt>
                <c:pt idx="389">
                  <c:v>-0.30070579950427256</c:v>
                </c:pt>
                <c:pt idx="390">
                  <c:v>-0.25881904510252113</c:v>
                </c:pt>
                <c:pt idx="391">
                  <c:v>-0.21643961393810415</c:v>
                </c:pt>
                <c:pt idx="392">
                  <c:v>-0.17364817766693255</c:v>
                </c:pt>
                <c:pt idx="393">
                  <c:v>-0.13052619222005474</c:v>
                </c:pt>
                <c:pt idx="394">
                  <c:v>-0.08715574274765875</c:v>
                </c:pt>
                <c:pt idx="395">
                  <c:v>-0.043619387365337506</c:v>
                </c:pt>
                <c:pt idx="396">
                  <c:v>-2.4499125789312946e-15</c:v>
                </c:pt>
                <c:pt idx="397">
                  <c:v>0.043619387365332614</c:v>
                </c:pt>
                <c:pt idx="398">
                  <c:v>0.0871557427476574</c:v>
                </c:pt>
                <c:pt idx="399">
                  <c:v>0.13052619222004988</c:v>
                </c:pt>
                <c:pt idx="400">
                  <c:v>0.17364817766692772</c:v>
                </c:pt>
                <c:pt idx="401">
                  <c:v>0.21643961393810285</c:v>
                </c:pt>
                <c:pt idx="402">
                  <c:v>0.2588190451025198</c:v>
                </c:pt>
                <c:pt idx="403">
                  <c:v>0.3007057995042713</c:v>
                </c:pt>
                <c:pt idx="404">
                  <c:v>0.34202014332566605</c:v>
                </c:pt>
                <c:pt idx="405">
                  <c:v>0.3826834323650863</c:v>
                </c:pt>
                <c:pt idx="406">
                  <c:v>0.4226182617406984</c:v>
                </c:pt>
                <c:pt idx="407">
                  <c:v>0.461748613235032</c:v>
                </c:pt>
                <c:pt idx="408">
                  <c:v>0.5000000000000004</c:v>
                </c:pt>
                <c:pt idx="409">
                  <c:v>0.5372996083468234</c:v>
                </c:pt>
                <c:pt idx="410">
                  <c:v>0.5735764363510449</c:v>
                </c:pt>
                <c:pt idx="411">
                  <c:v>0.6087614290087188</c:v>
                </c:pt>
                <c:pt idx="412">
                  <c:v>0.6427876096865368</c:v>
                </c:pt>
                <c:pt idx="413">
                  <c:v>0.6755902076156598</c:v>
                </c:pt>
                <c:pt idx="414">
                  <c:v>0.7071067811865465</c:v>
                </c:pt>
                <c:pt idx="415">
                  <c:v>0.7372773368101223</c:v>
                </c:pt>
                <c:pt idx="416">
                  <c:v>0.7660444431189758</c:v>
                </c:pt>
                <c:pt idx="417">
                  <c:v>0.7933533402912325</c:v>
                </c:pt>
                <c:pt idx="418">
                  <c:v>0.8191520442889908</c:v>
                </c:pt>
                <c:pt idx="419">
                  <c:v>0.8433914458128862</c:v>
                </c:pt>
                <c:pt idx="420">
                  <c:v>0.8660254037844386</c:v>
                </c:pt>
                <c:pt idx="421">
                  <c:v>0.8870108331782212</c:v>
                </c:pt>
                <c:pt idx="422">
                  <c:v>0.9063077870366492</c:v>
                </c:pt>
                <c:pt idx="423">
                  <c:v>0.9238795325112856</c:v>
                </c:pt>
                <c:pt idx="424">
                  <c:v>0.9396926207859071</c:v>
                </c:pt>
                <c:pt idx="425">
                  <c:v>0.9537169507482265</c:v>
                </c:pt>
                <c:pt idx="426">
                  <c:v>0.9659258262890678</c:v>
                </c:pt>
                <c:pt idx="427">
                  <c:v>0.9762960071199327</c:v>
                </c:pt>
                <c:pt idx="428">
                  <c:v>0.9848077530122074</c:v>
                </c:pt>
                <c:pt idx="429">
                  <c:v>0.9914448613738103</c:v>
                </c:pt>
                <c:pt idx="430">
                  <c:v>0.9961946980917453</c:v>
                </c:pt>
                <c:pt idx="431">
                  <c:v>0.9990482215818578</c:v>
                </c:pt>
                <c:pt idx="432">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time (ms)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autoZero"/>
        <c:auto val="1"/>
        <c:lblAlgn val="ctr"/>
        <c:noMultiLvlLbl val="1"/>
        <c:tickLblSkip val="72"/>
      </c:catAx>
      <c:valAx>
        <c:axId val="2094734552"/>
        <c:scaling>
          <c:orientation val="minMax"/>
          <c:max val="1.2"/>
          <c:min val="-1.2"/>
        </c:scaling>
        <c:delete val="0"/>
        <c:axPos val="l"/>
        <c:majorGridlines>
          <c:spPr>
            <a:ln w="6350" cap="flat">
              <a:solidFill>
                <a:srgbClr val="D9E1EA"/>
              </a:solidFill>
              <a:prstDash val="solid"/>
              <a:round/>
            </a:ln>
          </c:spPr>
        </c:majorGridlines>
        <c:numFmt formatCode="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4"/>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samples at 8 kSPS</c:v>
                </c:pt>
              </c:strCache>
            </c:strRef>
          </c:tx>
          <c:spPr>
            <a:solidFill>
              <a:srgbClr val="0B1F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Sheet1!$A$2:$A$242</c:f>
              <c:multiLvlStrCache>
                <c:ptCount val="241"/>
                <c:lvl>
                  <c:pt idx="0">
                    <c:v>0.000</c:v>
                  </c:pt>
                  <c:pt idx="1">
                    <c:v>0.004</c:v>
                  </c:pt>
                  <c:pt idx="2">
                    <c:v>0.008</c:v>
                  </c:pt>
                  <c:pt idx="3">
                    <c:v>0.013</c:v>
                  </c:pt>
                  <c:pt idx="4">
                    <c:v>0.017</c:v>
                  </c:pt>
                  <c:pt idx="5">
                    <c:v>0.021</c:v>
                  </c:pt>
                  <c:pt idx="6">
                    <c:v>0.025</c:v>
                  </c:pt>
                  <c:pt idx="7">
                    <c:v>0.029</c:v>
                  </c:pt>
                  <c:pt idx="8">
                    <c:v>0.033</c:v>
                  </c:pt>
                  <c:pt idx="9">
                    <c:v>0.037</c:v>
                  </c:pt>
                  <c:pt idx="10">
                    <c:v>0.042</c:v>
                  </c:pt>
                  <c:pt idx="11">
                    <c:v>0.046</c:v>
                  </c:pt>
                  <c:pt idx="12">
                    <c:v>0.050</c:v>
                  </c:pt>
                  <c:pt idx="13">
                    <c:v>0.054</c:v>
                  </c:pt>
                  <c:pt idx="14">
                    <c:v>0.058</c:v>
                  </c:pt>
                  <c:pt idx="15">
                    <c:v>0.063</c:v>
                  </c:pt>
                  <c:pt idx="16">
                    <c:v>0.067</c:v>
                  </c:pt>
                  <c:pt idx="17">
                    <c:v>0.071</c:v>
                  </c:pt>
                  <c:pt idx="18">
                    <c:v>0.075</c:v>
                  </c:pt>
                  <c:pt idx="19">
                    <c:v>0.079</c:v>
                  </c:pt>
                  <c:pt idx="20">
                    <c:v>0.083</c:v>
                  </c:pt>
                  <c:pt idx="21">
                    <c:v>0.087</c:v>
                  </c:pt>
                  <c:pt idx="22">
                    <c:v>0.092</c:v>
                  </c:pt>
                  <c:pt idx="23">
                    <c:v>0.096</c:v>
                  </c:pt>
                  <c:pt idx="24">
                    <c:v>0.100</c:v>
                  </c:pt>
                  <c:pt idx="25">
                    <c:v>0.104</c:v>
                  </c:pt>
                  <c:pt idx="26">
                    <c:v>0.108</c:v>
                  </c:pt>
                  <c:pt idx="27">
                    <c:v>0.113</c:v>
                  </c:pt>
                  <c:pt idx="28">
                    <c:v>0.117</c:v>
                  </c:pt>
                  <c:pt idx="29">
                    <c:v>0.121</c:v>
                  </c:pt>
                  <c:pt idx="30">
                    <c:v>0.125</c:v>
                  </c:pt>
                  <c:pt idx="31">
                    <c:v>0.129</c:v>
                  </c:pt>
                  <c:pt idx="32">
                    <c:v>0.133</c:v>
                  </c:pt>
                  <c:pt idx="33">
                    <c:v>0.138</c:v>
                  </c:pt>
                  <c:pt idx="34">
                    <c:v>0.142</c:v>
                  </c:pt>
                  <c:pt idx="35">
                    <c:v>0.146</c:v>
                  </c:pt>
                  <c:pt idx="36">
                    <c:v>0.150</c:v>
                  </c:pt>
                  <c:pt idx="37">
                    <c:v>0.154</c:v>
                  </c:pt>
                  <c:pt idx="38">
                    <c:v>0.158</c:v>
                  </c:pt>
                  <c:pt idx="39">
                    <c:v>0.163</c:v>
                  </c:pt>
                  <c:pt idx="40">
                    <c:v>0.167</c:v>
                  </c:pt>
                  <c:pt idx="41">
                    <c:v>0.171</c:v>
                  </c:pt>
                  <c:pt idx="42">
                    <c:v>0.175</c:v>
                  </c:pt>
                  <c:pt idx="43">
                    <c:v>0.179</c:v>
                  </c:pt>
                  <c:pt idx="44">
                    <c:v>0.183</c:v>
                  </c:pt>
                  <c:pt idx="45">
                    <c:v>0.188</c:v>
                  </c:pt>
                  <c:pt idx="46">
                    <c:v>0.192</c:v>
                  </c:pt>
                  <c:pt idx="47">
                    <c:v>0.196</c:v>
                  </c:pt>
                  <c:pt idx="48">
                    <c:v>0.200</c:v>
                  </c:pt>
                  <c:pt idx="49">
                    <c:v>0.204</c:v>
                  </c:pt>
                  <c:pt idx="50">
                    <c:v>0.208</c:v>
                  </c:pt>
                  <c:pt idx="51">
                    <c:v>0.212</c:v>
                  </c:pt>
                  <c:pt idx="52">
                    <c:v>0.217</c:v>
                  </c:pt>
                  <c:pt idx="53">
                    <c:v>0.221</c:v>
                  </c:pt>
                  <c:pt idx="54">
                    <c:v>0.225</c:v>
                  </c:pt>
                  <c:pt idx="55">
                    <c:v>0.229</c:v>
                  </c:pt>
                  <c:pt idx="56">
                    <c:v>0.233</c:v>
                  </c:pt>
                  <c:pt idx="57">
                    <c:v>0.237</c:v>
                  </c:pt>
                  <c:pt idx="58">
                    <c:v>0.242</c:v>
                  </c:pt>
                  <c:pt idx="59">
                    <c:v>0.246</c:v>
                  </c:pt>
                  <c:pt idx="60">
                    <c:v>0.250</c:v>
                  </c:pt>
                  <c:pt idx="61">
                    <c:v>0.254</c:v>
                  </c:pt>
                  <c:pt idx="62">
                    <c:v>0.258</c:v>
                  </c:pt>
                  <c:pt idx="63">
                    <c:v>0.263</c:v>
                  </c:pt>
                  <c:pt idx="64">
                    <c:v>0.267</c:v>
                  </c:pt>
                  <c:pt idx="65">
                    <c:v>0.271</c:v>
                  </c:pt>
                  <c:pt idx="66">
                    <c:v>0.275</c:v>
                  </c:pt>
                  <c:pt idx="67">
                    <c:v>0.279</c:v>
                  </c:pt>
                  <c:pt idx="68">
                    <c:v>0.283</c:v>
                  </c:pt>
                  <c:pt idx="69">
                    <c:v>0.287</c:v>
                  </c:pt>
                  <c:pt idx="70">
                    <c:v>0.292</c:v>
                  </c:pt>
                  <c:pt idx="71">
                    <c:v>0.296</c:v>
                  </c:pt>
                  <c:pt idx="72">
                    <c:v>0.300</c:v>
                  </c:pt>
                  <c:pt idx="73">
                    <c:v>0.304</c:v>
                  </c:pt>
                  <c:pt idx="74">
                    <c:v>0.308</c:v>
                  </c:pt>
                  <c:pt idx="75">
                    <c:v>0.313</c:v>
                  </c:pt>
                  <c:pt idx="76">
                    <c:v>0.317</c:v>
                  </c:pt>
                  <c:pt idx="77">
                    <c:v>0.321</c:v>
                  </c:pt>
                  <c:pt idx="78">
                    <c:v>0.325</c:v>
                  </c:pt>
                  <c:pt idx="79">
                    <c:v>0.329</c:v>
                  </c:pt>
                  <c:pt idx="80">
                    <c:v>0.333</c:v>
                  </c:pt>
                  <c:pt idx="81">
                    <c:v>0.338</c:v>
                  </c:pt>
                  <c:pt idx="82">
                    <c:v>0.342</c:v>
                  </c:pt>
                  <c:pt idx="83">
                    <c:v>0.346</c:v>
                  </c:pt>
                  <c:pt idx="84">
                    <c:v>0.350</c:v>
                  </c:pt>
                  <c:pt idx="85">
                    <c:v>0.354</c:v>
                  </c:pt>
                  <c:pt idx="86">
                    <c:v>0.358</c:v>
                  </c:pt>
                  <c:pt idx="87">
                    <c:v>0.362</c:v>
                  </c:pt>
                  <c:pt idx="88">
                    <c:v>0.367</c:v>
                  </c:pt>
                  <c:pt idx="89">
                    <c:v>0.371</c:v>
                  </c:pt>
                  <c:pt idx="90">
                    <c:v>0.375</c:v>
                  </c:pt>
                  <c:pt idx="91">
                    <c:v>0.379</c:v>
                  </c:pt>
                  <c:pt idx="92">
                    <c:v>0.383</c:v>
                  </c:pt>
                  <c:pt idx="93">
                    <c:v>0.388</c:v>
                  </c:pt>
                  <c:pt idx="94">
                    <c:v>0.392</c:v>
                  </c:pt>
                  <c:pt idx="95">
                    <c:v>0.396</c:v>
                  </c:pt>
                  <c:pt idx="96">
                    <c:v>0.400</c:v>
                  </c:pt>
                  <c:pt idx="97">
                    <c:v>0.404</c:v>
                  </c:pt>
                  <c:pt idx="98">
                    <c:v>0.408</c:v>
                  </c:pt>
                  <c:pt idx="99">
                    <c:v>0.412</c:v>
                  </c:pt>
                  <c:pt idx="100">
                    <c:v>0.417</c:v>
                  </c:pt>
                  <c:pt idx="101">
                    <c:v>0.421</c:v>
                  </c:pt>
                  <c:pt idx="102">
                    <c:v>0.425</c:v>
                  </c:pt>
                  <c:pt idx="103">
                    <c:v>0.429</c:v>
                  </c:pt>
                  <c:pt idx="104">
                    <c:v>0.433</c:v>
                  </c:pt>
                  <c:pt idx="105">
                    <c:v>0.438</c:v>
                  </c:pt>
                  <c:pt idx="106">
                    <c:v>0.442</c:v>
                  </c:pt>
                  <c:pt idx="107">
                    <c:v>0.446</c:v>
                  </c:pt>
                  <c:pt idx="108">
                    <c:v>0.450</c:v>
                  </c:pt>
                  <c:pt idx="109">
                    <c:v>0.454</c:v>
                  </c:pt>
                  <c:pt idx="110">
                    <c:v>0.458</c:v>
                  </c:pt>
                  <c:pt idx="111">
                    <c:v>0.463</c:v>
                  </c:pt>
                  <c:pt idx="112">
                    <c:v>0.467</c:v>
                  </c:pt>
                  <c:pt idx="113">
                    <c:v>0.471</c:v>
                  </c:pt>
                  <c:pt idx="114">
                    <c:v>0.475</c:v>
                  </c:pt>
                  <c:pt idx="115">
                    <c:v>0.479</c:v>
                  </c:pt>
                  <c:pt idx="116">
                    <c:v>0.483</c:v>
                  </c:pt>
                  <c:pt idx="117">
                    <c:v>0.487</c:v>
                  </c:pt>
                  <c:pt idx="118">
                    <c:v>0.492</c:v>
                  </c:pt>
                  <c:pt idx="119">
                    <c:v>0.496</c:v>
                  </c:pt>
                  <c:pt idx="120">
                    <c:v>0.500</c:v>
                  </c:pt>
                  <c:pt idx="121">
                    <c:v>0.504</c:v>
                  </c:pt>
                  <c:pt idx="122">
                    <c:v>0.508</c:v>
                  </c:pt>
                  <c:pt idx="123">
                    <c:v>0.513</c:v>
                  </c:pt>
                  <c:pt idx="124">
                    <c:v>0.517</c:v>
                  </c:pt>
                  <c:pt idx="125">
                    <c:v>0.521</c:v>
                  </c:pt>
                  <c:pt idx="126">
                    <c:v>0.525</c:v>
                  </c:pt>
                  <c:pt idx="127">
                    <c:v>0.529</c:v>
                  </c:pt>
                  <c:pt idx="128">
                    <c:v>0.533</c:v>
                  </c:pt>
                  <c:pt idx="129">
                    <c:v>0.537</c:v>
                  </c:pt>
                  <c:pt idx="130">
                    <c:v>0.542</c:v>
                  </c:pt>
                  <c:pt idx="131">
                    <c:v>0.546</c:v>
                  </c:pt>
                  <c:pt idx="132">
                    <c:v>0.550</c:v>
                  </c:pt>
                  <c:pt idx="133">
                    <c:v>0.554</c:v>
                  </c:pt>
                  <c:pt idx="134">
                    <c:v>0.558</c:v>
                  </c:pt>
                  <c:pt idx="135">
                    <c:v>0.563</c:v>
                  </c:pt>
                  <c:pt idx="136">
                    <c:v>0.567</c:v>
                  </c:pt>
                  <c:pt idx="137">
                    <c:v>0.571</c:v>
                  </c:pt>
                  <c:pt idx="138">
                    <c:v>0.575</c:v>
                  </c:pt>
                  <c:pt idx="139">
                    <c:v>0.579</c:v>
                  </c:pt>
                  <c:pt idx="140">
                    <c:v>0.583</c:v>
                  </c:pt>
                  <c:pt idx="141">
                    <c:v>0.588</c:v>
                  </c:pt>
                  <c:pt idx="142">
                    <c:v>0.592</c:v>
                  </c:pt>
                  <c:pt idx="143">
                    <c:v>0.596</c:v>
                  </c:pt>
                  <c:pt idx="144">
                    <c:v>0.600</c:v>
                  </c:pt>
                  <c:pt idx="145">
                    <c:v>0.604</c:v>
                  </c:pt>
                  <c:pt idx="146">
                    <c:v>0.608</c:v>
                  </c:pt>
                  <c:pt idx="147">
                    <c:v>0.612</c:v>
                  </c:pt>
                  <c:pt idx="148">
                    <c:v>0.617</c:v>
                  </c:pt>
                  <c:pt idx="149">
                    <c:v>0.621</c:v>
                  </c:pt>
                  <c:pt idx="150">
                    <c:v>0.625</c:v>
                  </c:pt>
                  <c:pt idx="151">
                    <c:v>0.629</c:v>
                  </c:pt>
                  <c:pt idx="152">
                    <c:v>0.633</c:v>
                  </c:pt>
                  <c:pt idx="153">
                    <c:v>0.638</c:v>
                  </c:pt>
                  <c:pt idx="154">
                    <c:v>0.642</c:v>
                  </c:pt>
                  <c:pt idx="155">
                    <c:v>0.646</c:v>
                  </c:pt>
                  <c:pt idx="156">
                    <c:v>0.650</c:v>
                  </c:pt>
                  <c:pt idx="157">
                    <c:v>0.654</c:v>
                  </c:pt>
                  <c:pt idx="158">
                    <c:v>0.658</c:v>
                  </c:pt>
                  <c:pt idx="159">
                    <c:v>0.662</c:v>
                  </c:pt>
                  <c:pt idx="160">
                    <c:v>0.667</c:v>
                  </c:pt>
                  <c:pt idx="161">
                    <c:v>0.671</c:v>
                  </c:pt>
                  <c:pt idx="162">
                    <c:v>0.675</c:v>
                  </c:pt>
                  <c:pt idx="163">
                    <c:v>0.679</c:v>
                  </c:pt>
                  <c:pt idx="164">
                    <c:v>0.683</c:v>
                  </c:pt>
                  <c:pt idx="165">
                    <c:v>0.688</c:v>
                  </c:pt>
                  <c:pt idx="166">
                    <c:v>0.692</c:v>
                  </c:pt>
                  <c:pt idx="167">
                    <c:v>0.696</c:v>
                  </c:pt>
                  <c:pt idx="168">
                    <c:v>0.700</c:v>
                  </c:pt>
                  <c:pt idx="169">
                    <c:v>0.704</c:v>
                  </c:pt>
                  <c:pt idx="170">
                    <c:v>0.708</c:v>
                  </c:pt>
                  <c:pt idx="171">
                    <c:v>0.713</c:v>
                  </c:pt>
                  <c:pt idx="172">
                    <c:v>0.717</c:v>
                  </c:pt>
                  <c:pt idx="173">
                    <c:v>0.721</c:v>
                  </c:pt>
                  <c:pt idx="174">
                    <c:v>0.725</c:v>
                  </c:pt>
                  <c:pt idx="175">
                    <c:v>0.729</c:v>
                  </c:pt>
                  <c:pt idx="176">
                    <c:v>0.733</c:v>
                  </c:pt>
                  <c:pt idx="177">
                    <c:v>0.737</c:v>
                  </c:pt>
                  <c:pt idx="178">
                    <c:v>0.742</c:v>
                  </c:pt>
                  <c:pt idx="179">
                    <c:v>0.746</c:v>
                  </c:pt>
                  <c:pt idx="180">
                    <c:v>0.750</c:v>
                  </c:pt>
                  <c:pt idx="181">
                    <c:v>0.754</c:v>
                  </c:pt>
                  <c:pt idx="182">
                    <c:v>0.758</c:v>
                  </c:pt>
                  <c:pt idx="183">
                    <c:v>0.763</c:v>
                  </c:pt>
                  <c:pt idx="184">
                    <c:v>0.767</c:v>
                  </c:pt>
                  <c:pt idx="185">
                    <c:v>0.771</c:v>
                  </c:pt>
                  <c:pt idx="186">
                    <c:v>0.775</c:v>
                  </c:pt>
                  <c:pt idx="187">
                    <c:v>0.779</c:v>
                  </c:pt>
                  <c:pt idx="188">
                    <c:v>0.783</c:v>
                  </c:pt>
                  <c:pt idx="189">
                    <c:v>0.787</c:v>
                  </c:pt>
                  <c:pt idx="190">
                    <c:v>0.792</c:v>
                  </c:pt>
                  <c:pt idx="191">
                    <c:v>0.796</c:v>
                  </c:pt>
                  <c:pt idx="192">
                    <c:v>0.800</c:v>
                  </c:pt>
                  <c:pt idx="193">
                    <c:v>0.804</c:v>
                  </c:pt>
                  <c:pt idx="194">
                    <c:v>0.808</c:v>
                  </c:pt>
                  <c:pt idx="195">
                    <c:v>0.813</c:v>
                  </c:pt>
                  <c:pt idx="196">
                    <c:v>0.817</c:v>
                  </c:pt>
                  <c:pt idx="197">
                    <c:v>0.821</c:v>
                  </c:pt>
                  <c:pt idx="198">
                    <c:v>0.825</c:v>
                  </c:pt>
                  <c:pt idx="199">
                    <c:v>0.829</c:v>
                  </c:pt>
                  <c:pt idx="200">
                    <c:v>0.833</c:v>
                  </c:pt>
                  <c:pt idx="201">
                    <c:v>0.838</c:v>
                  </c:pt>
                  <c:pt idx="202">
                    <c:v>0.842</c:v>
                  </c:pt>
                  <c:pt idx="203">
                    <c:v>0.846</c:v>
                  </c:pt>
                  <c:pt idx="204">
                    <c:v>0.850</c:v>
                  </c:pt>
                  <c:pt idx="205">
                    <c:v>0.854</c:v>
                  </c:pt>
                  <c:pt idx="206">
                    <c:v>0.858</c:v>
                  </c:pt>
                  <c:pt idx="207">
                    <c:v>0.862</c:v>
                  </c:pt>
                  <c:pt idx="208">
                    <c:v>0.867</c:v>
                  </c:pt>
                  <c:pt idx="209">
                    <c:v>0.871</c:v>
                  </c:pt>
                  <c:pt idx="210">
                    <c:v>0.875</c:v>
                  </c:pt>
                  <c:pt idx="211">
                    <c:v>0.879</c:v>
                  </c:pt>
                  <c:pt idx="212">
                    <c:v>0.883</c:v>
                  </c:pt>
                  <c:pt idx="213">
                    <c:v>0.888</c:v>
                  </c:pt>
                  <c:pt idx="214">
                    <c:v>0.892</c:v>
                  </c:pt>
                  <c:pt idx="215">
                    <c:v>0.896</c:v>
                  </c:pt>
                  <c:pt idx="216">
                    <c:v>0.900</c:v>
                  </c:pt>
                  <c:pt idx="217">
                    <c:v>0.904</c:v>
                  </c:pt>
                  <c:pt idx="218">
                    <c:v>0.908</c:v>
                  </c:pt>
                  <c:pt idx="219">
                    <c:v>0.912</c:v>
                  </c:pt>
                  <c:pt idx="220">
                    <c:v>0.917</c:v>
                  </c:pt>
                  <c:pt idx="221">
                    <c:v>0.921</c:v>
                  </c:pt>
                  <c:pt idx="222">
                    <c:v>0.925</c:v>
                  </c:pt>
                  <c:pt idx="223">
                    <c:v>0.929</c:v>
                  </c:pt>
                  <c:pt idx="224">
                    <c:v>0.933</c:v>
                  </c:pt>
                  <c:pt idx="225">
                    <c:v>0.938</c:v>
                  </c:pt>
                  <c:pt idx="226">
                    <c:v>0.942</c:v>
                  </c:pt>
                  <c:pt idx="227">
                    <c:v>0.946</c:v>
                  </c:pt>
                  <c:pt idx="228">
                    <c:v>0.950</c:v>
                  </c:pt>
                  <c:pt idx="229">
                    <c:v>0.954</c:v>
                  </c:pt>
                  <c:pt idx="230">
                    <c:v>0.958</c:v>
                  </c:pt>
                  <c:pt idx="231">
                    <c:v>0.963</c:v>
                  </c:pt>
                  <c:pt idx="232">
                    <c:v>0.967</c:v>
                  </c:pt>
                  <c:pt idx="233">
                    <c:v>0.971</c:v>
                  </c:pt>
                  <c:pt idx="234">
                    <c:v>0.975</c:v>
                  </c:pt>
                  <c:pt idx="235">
                    <c:v>0.979</c:v>
                  </c:pt>
                  <c:pt idx="236">
                    <c:v>0.983</c:v>
                  </c:pt>
                  <c:pt idx="237">
                    <c:v>0.988</c:v>
                  </c:pt>
                  <c:pt idx="238">
                    <c:v>0.992</c:v>
                  </c:pt>
                  <c:pt idx="239">
                    <c:v>0.996</c:v>
                  </c:pt>
                  <c:pt idx="240">
                    <c:v>1.000</c:v>
                  </c:pt>
                </c:lvl>
              </c:multiLvlStrCache>
            </c:multiLvlStrRef>
          </c:cat>
          <c:val>
            <c:numRef>
              <c:f>Sheet1!$B$2:$B$242</c:f>
              <c:numCache>
                <c:formatCode>General</c:formatCode>
                <c:ptCount val="241"/>
                <c:pt idx="0">
                  <c:v>1</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0.7071067811865471</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-1.2252657797839415e-15</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-0.7071067811865488</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-1</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-0.7071067811865479</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3.6757973393518245e-15</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0.7071067811865481</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lineChart>
        <c:varyColors val="0"/>
        <c:ser>
          <c:idx val="1"/>
          <c:order val="1"/>
          <c:tx>
            <c:strRef>
              <c:f>Sheet1!$C$1</c:f>
              <c:strCache>
                <c:ptCount val="1"/>
                <c:pt idx="0">
                  <c:v>1 kHz alias</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2EC4B6"/>
                </a:solidFill>
                <a:prstDash val="solid"/>
                <a:round/>
              </a:ln>
              <a:effectLst/>
            </c:spPr>
          </c:marker>
          <c:cat>
            <c:multiLvlStrRef>
              <c:f>Sheet1!$A$2:$A$242</c:f>
              <c:multiLvlStrCache>
                <c:ptCount val="241"/>
                <c:lvl>
                  <c:pt idx="0">
                    <c:v>0.000</c:v>
                  </c:pt>
                  <c:pt idx="1">
                    <c:v>0.004</c:v>
                  </c:pt>
                  <c:pt idx="2">
                    <c:v>0.008</c:v>
                  </c:pt>
                  <c:pt idx="3">
                    <c:v>0.013</c:v>
                  </c:pt>
                  <c:pt idx="4">
                    <c:v>0.017</c:v>
                  </c:pt>
                  <c:pt idx="5">
                    <c:v>0.021</c:v>
                  </c:pt>
                  <c:pt idx="6">
                    <c:v>0.025</c:v>
                  </c:pt>
                  <c:pt idx="7">
                    <c:v>0.029</c:v>
                  </c:pt>
                  <c:pt idx="8">
                    <c:v>0.033</c:v>
                  </c:pt>
                  <c:pt idx="9">
                    <c:v>0.037</c:v>
                  </c:pt>
                  <c:pt idx="10">
                    <c:v>0.042</c:v>
                  </c:pt>
                  <c:pt idx="11">
                    <c:v>0.046</c:v>
                  </c:pt>
                  <c:pt idx="12">
                    <c:v>0.050</c:v>
                  </c:pt>
                  <c:pt idx="13">
                    <c:v>0.054</c:v>
                  </c:pt>
                  <c:pt idx="14">
                    <c:v>0.058</c:v>
                  </c:pt>
                  <c:pt idx="15">
                    <c:v>0.063</c:v>
                  </c:pt>
                  <c:pt idx="16">
                    <c:v>0.067</c:v>
                  </c:pt>
                  <c:pt idx="17">
                    <c:v>0.071</c:v>
                  </c:pt>
                  <c:pt idx="18">
                    <c:v>0.075</c:v>
                  </c:pt>
                  <c:pt idx="19">
                    <c:v>0.079</c:v>
                  </c:pt>
                  <c:pt idx="20">
                    <c:v>0.083</c:v>
                  </c:pt>
                  <c:pt idx="21">
                    <c:v>0.087</c:v>
                  </c:pt>
                  <c:pt idx="22">
                    <c:v>0.092</c:v>
                  </c:pt>
                  <c:pt idx="23">
                    <c:v>0.096</c:v>
                  </c:pt>
                  <c:pt idx="24">
                    <c:v>0.100</c:v>
                  </c:pt>
                  <c:pt idx="25">
                    <c:v>0.104</c:v>
                  </c:pt>
                  <c:pt idx="26">
                    <c:v>0.108</c:v>
                  </c:pt>
                  <c:pt idx="27">
                    <c:v>0.113</c:v>
                  </c:pt>
                  <c:pt idx="28">
                    <c:v>0.117</c:v>
                  </c:pt>
                  <c:pt idx="29">
                    <c:v>0.121</c:v>
                  </c:pt>
                  <c:pt idx="30">
                    <c:v>0.125</c:v>
                  </c:pt>
                  <c:pt idx="31">
                    <c:v>0.129</c:v>
                  </c:pt>
                  <c:pt idx="32">
                    <c:v>0.133</c:v>
                  </c:pt>
                  <c:pt idx="33">
                    <c:v>0.138</c:v>
                  </c:pt>
                  <c:pt idx="34">
                    <c:v>0.142</c:v>
                  </c:pt>
                  <c:pt idx="35">
                    <c:v>0.146</c:v>
                  </c:pt>
                  <c:pt idx="36">
                    <c:v>0.150</c:v>
                  </c:pt>
                  <c:pt idx="37">
                    <c:v>0.154</c:v>
                  </c:pt>
                  <c:pt idx="38">
                    <c:v>0.158</c:v>
                  </c:pt>
                  <c:pt idx="39">
                    <c:v>0.163</c:v>
                  </c:pt>
                  <c:pt idx="40">
                    <c:v>0.167</c:v>
                  </c:pt>
                  <c:pt idx="41">
                    <c:v>0.171</c:v>
                  </c:pt>
                  <c:pt idx="42">
                    <c:v>0.175</c:v>
                  </c:pt>
                  <c:pt idx="43">
                    <c:v>0.179</c:v>
                  </c:pt>
                  <c:pt idx="44">
                    <c:v>0.183</c:v>
                  </c:pt>
                  <c:pt idx="45">
                    <c:v>0.188</c:v>
                  </c:pt>
                  <c:pt idx="46">
                    <c:v>0.192</c:v>
                  </c:pt>
                  <c:pt idx="47">
                    <c:v>0.196</c:v>
                  </c:pt>
                  <c:pt idx="48">
                    <c:v>0.200</c:v>
                  </c:pt>
                  <c:pt idx="49">
                    <c:v>0.204</c:v>
                  </c:pt>
                  <c:pt idx="50">
                    <c:v>0.208</c:v>
                  </c:pt>
                  <c:pt idx="51">
                    <c:v>0.212</c:v>
                  </c:pt>
                  <c:pt idx="52">
                    <c:v>0.217</c:v>
                  </c:pt>
                  <c:pt idx="53">
                    <c:v>0.221</c:v>
                  </c:pt>
                  <c:pt idx="54">
                    <c:v>0.225</c:v>
                  </c:pt>
                  <c:pt idx="55">
                    <c:v>0.229</c:v>
                  </c:pt>
                  <c:pt idx="56">
                    <c:v>0.233</c:v>
                  </c:pt>
                  <c:pt idx="57">
                    <c:v>0.237</c:v>
                  </c:pt>
                  <c:pt idx="58">
                    <c:v>0.242</c:v>
                  </c:pt>
                  <c:pt idx="59">
                    <c:v>0.246</c:v>
                  </c:pt>
                  <c:pt idx="60">
                    <c:v>0.250</c:v>
                  </c:pt>
                  <c:pt idx="61">
                    <c:v>0.254</c:v>
                  </c:pt>
                  <c:pt idx="62">
                    <c:v>0.258</c:v>
                  </c:pt>
                  <c:pt idx="63">
                    <c:v>0.263</c:v>
                  </c:pt>
                  <c:pt idx="64">
                    <c:v>0.267</c:v>
                  </c:pt>
                  <c:pt idx="65">
                    <c:v>0.271</c:v>
                  </c:pt>
                  <c:pt idx="66">
                    <c:v>0.275</c:v>
                  </c:pt>
                  <c:pt idx="67">
                    <c:v>0.279</c:v>
                  </c:pt>
                  <c:pt idx="68">
                    <c:v>0.283</c:v>
                  </c:pt>
                  <c:pt idx="69">
                    <c:v>0.287</c:v>
                  </c:pt>
                  <c:pt idx="70">
                    <c:v>0.292</c:v>
                  </c:pt>
                  <c:pt idx="71">
                    <c:v>0.296</c:v>
                  </c:pt>
                  <c:pt idx="72">
                    <c:v>0.300</c:v>
                  </c:pt>
                  <c:pt idx="73">
                    <c:v>0.304</c:v>
                  </c:pt>
                  <c:pt idx="74">
                    <c:v>0.308</c:v>
                  </c:pt>
                  <c:pt idx="75">
                    <c:v>0.313</c:v>
                  </c:pt>
                  <c:pt idx="76">
                    <c:v>0.317</c:v>
                  </c:pt>
                  <c:pt idx="77">
                    <c:v>0.321</c:v>
                  </c:pt>
                  <c:pt idx="78">
                    <c:v>0.325</c:v>
                  </c:pt>
                  <c:pt idx="79">
                    <c:v>0.329</c:v>
                  </c:pt>
                  <c:pt idx="80">
                    <c:v>0.333</c:v>
                  </c:pt>
                  <c:pt idx="81">
                    <c:v>0.338</c:v>
                  </c:pt>
                  <c:pt idx="82">
                    <c:v>0.342</c:v>
                  </c:pt>
                  <c:pt idx="83">
                    <c:v>0.346</c:v>
                  </c:pt>
                  <c:pt idx="84">
                    <c:v>0.350</c:v>
                  </c:pt>
                  <c:pt idx="85">
                    <c:v>0.354</c:v>
                  </c:pt>
                  <c:pt idx="86">
                    <c:v>0.358</c:v>
                  </c:pt>
                  <c:pt idx="87">
                    <c:v>0.362</c:v>
                  </c:pt>
                  <c:pt idx="88">
                    <c:v>0.367</c:v>
                  </c:pt>
                  <c:pt idx="89">
                    <c:v>0.371</c:v>
                  </c:pt>
                  <c:pt idx="90">
                    <c:v>0.375</c:v>
                  </c:pt>
                  <c:pt idx="91">
                    <c:v>0.379</c:v>
                  </c:pt>
                  <c:pt idx="92">
                    <c:v>0.383</c:v>
                  </c:pt>
                  <c:pt idx="93">
                    <c:v>0.388</c:v>
                  </c:pt>
                  <c:pt idx="94">
                    <c:v>0.392</c:v>
                  </c:pt>
                  <c:pt idx="95">
                    <c:v>0.396</c:v>
                  </c:pt>
                  <c:pt idx="96">
                    <c:v>0.400</c:v>
                  </c:pt>
                  <c:pt idx="97">
                    <c:v>0.404</c:v>
                  </c:pt>
                  <c:pt idx="98">
                    <c:v>0.408</c:v>
                  </c:pt>
                  <c:pt idx="99">
                    <c:v>0.412</c:v>
                  </c:pt>
                  <c:pt idx="100">
                    <c:v>0.417</c:v>
                  </c:pt>
                  <c:pt idx="101">
                    <c:v>0.421</c:v>
                  </c:pt>
                  <c:pt idx="102">
                    <c:v>0.425</c:v>
                  </c:pt>
                  <c:pt idx="103">
                    <c:v>0.429</c:v>
                  </c:pt>
                  <c:pt idx="104">
                    <c:v>0.433</c:v>
                  </c:pt>
                  <c:pt idx="105">
                    <c:v>0.438</c:v>
                  </c:pt>
                  <c:pt idx="106">
                    <c:v>0.442</c:v>
                  </c:pt>
                  <c:pt idx="107">
                    <c:v>0.446</c:v>
                  </c:pt>
                  <c:pt idx="108">
                    <c:v>0.450</c:v>
                  </c:pt>
                  <c:pt idx="109">
                    <c:v>0.454</c:v>
                  </c:pt>
                  <c:pt idx="110">
                    <c:v>0.458</c:v>
                  </c:pt>
                  <c:pt idx="111">
                    <c:v>0.463</c:v>
                  </c:pt>
                  <c:pt idx="112">
                    <c:v>0.467</c:v>
                  </c:pt>
                  <c:pt idx="113">
                    <c:v>0.471</c:v>
                  </c:pt>
                  <c:pt idx="114">
                    <c:v>0.475</c:v>
                  </c:pt>
                  <c:pt idx="115">
                    <c:v>0.479</c:v>
                  </c:pt>
                  <c:pt idx="116">
                    <c:v>0.483</c:v>
                  </c:pt>
                  <c:pt idx="117">
                    <c:v>0.487</c:v>
                  </c:pt>
                  <c:pt idx="118">
                    <c:v>0.492</c:v>
                  </c:pt>
                  <c:pt idx="119">
                    <c:v>0.496</c:v>
                  </c:pt>
                  <c:pt idx="120">
                    <c:v>0.500</c:v>
                  </c:pt>
                  <c:pt idx="121">
                    <c:v>0.504</c:v>
                  </c:pt>
                  <c:pt idx="122">
                    <c:v>0.508</c:v>
                  </c:pt>
                  <c:pt idx="123">
                    <c:v>0.513</c:v>
                  </c:pt>
                  <c:pt idx="124">
                    <c:v>0.517</c:v>
                  </c:pt>
                  <c:pt idx="125">
                    <c:v>0.521</c:v>
                  </c:pt>
                  <c:pt idx="126">
                    <c:v>0.525</c:v>
                  </c:pt>
                  <c:pt idx="127">
                    <c:v>0.529</c:v>
                  </c:pt>
                  <c:pt idx="128">
                    <c:v>0.533</c:v>
                  </c:pt>
                  <c:pt idx="129">
                    <c:v>0.537</c:v>
                  </c:pt>
                  <c:pt idx="130">
                    <c:v>0.542</c:v>
                  </c:pt>
                  <c:pt idx="131">
                    <c:v>0.546</c:v>
                  </c:pt>
                  <c:pt idx="132">
                    <c:v>0.550</c:v>
                  </c:pt>
                  <c:pt idx="133">
                    <c:v>0.554</c:v>
                  </c:pt>
                  <c:pt idx="134">
                    <c:v>0.558</c:v>
                  </c:pt>
                  <c:pt idx="135">
                    <c:v>0.563</c:v>
                  </c:pt>
                  <c:pt idx="136">
                    <c:v>0.567</c:v>
                  </c:pt>
                  <c:pt idx="137">
                    <c:v>0.571</c:v>
                  </c:pt>
                  <c:pt idx="138">
                    <c:v>0.575</c:v>
                  </c:pt>
                  <c:pt idx="139">
                    <c:v>0.579</c:v>
                  </c:pt>
                  <c:pt idx="140">
                    <c:v>0.583</c:v>
                  </c:pt>
                  <c:pt idx="141">
                    <c:v>0.588</c:v>
                  </c:pt>
                  <c:pt idx="142">
                    <c:v>0.592</c:v>
                  </c:pt>
                  <c:pt idx="143">
                    <c:v>0.596</c:v>
                  </c:pt>
                  <c:pt idx="144">
                    <c:v>0.600</c:v>
                  </c:pt>
                  <c:pt idx="145">
                    <c:v>0.604</c:v>
                  </c:pt>
                  <c:pt idx="146">
                    <c:v>0.608</c:v>
                  </c:pt>
                  <c:pt idx="147">
                    <c:v>0.612</c:v>
                  </c:pt>
                  <c:pt idx="148">
                    <c:v>0.617</c:v>
                  </c:pt>
                  <c:pt idx="149">
                    <c:v>0.621</c:v>
                  </c:pt>
                  <c:pt idx="150">
                    <c:v>0.625</c:v>
                  </c:pt>
                  <c:pt idx="151">
                    <c:v>0.629</c:v>
                  </c:pt>
                  <c:pt idx="152">
                    <c:v>0.633</c:v>
                  </c:pt>
                  <c:pt idx="153">
                    <c:v>0.638</c:v>
                  </c:pt>
                  <c:pt idx="154">
                    <c:v>0.642</c:v>
                  </c:pt>
                  <c:pt idx="155">
                    <c:v>0.646</c:v>
                  </c:pt>
                  <c:pt idx="156">
                    <c:v>0.650</c:v>
                  </c:pt>
                  <c:pt idx="157">
                    <c:v>0.654</c:v>
                  </c:pt>
                  <c:pt idx="158">
                    <c:v>0.658</c:v>
                  </c:pt>
                  <c:pt idx="159">
                    <c:v>0.662</c:v>
                  </c:pt>
                  <c:pt idx="160">
                    <c:v>0.667</c:v>
                  </c:pt>
                  <c:pt idx="161">
                    <c:v>0.671</c:v>
                  </c:pt>
                  <c:pt idx="162">
                    <c:v>0.675</c:v>
                  </c:pt>
                  <c:pt idx="163">
                    <c:v>0.679</c:v>
                  </c:pt>
                  <c:pt idx="164">
                    <c:v>0.683</c:v>
                  </c:pt>
                  <c:pt idx="165">
                    <c:v>0.688</c:v>
                  </c:pt>
                  <c:pt idx="166">
                    <c:v>0.692</c:v>
                  </c:pt>
                  <c:pt idx="167">
                    <c:v>0.696</c:v>
                  </c:pt>
                  <c:pt idx="168">
                    <c:v>0.700</c:v>
                  </c:pt>
                  <c:pt idx="169">
                    <c:v>0.704</c:v>
                  </c:pt>
                  <c:pt idx="170">
                    <c:v>0.708</c:v>
                  </c:pt>
                  <c:pt idx="171">
                    <c:v>0.713</c:v>
                  </c:pt>
                  <c:pt idx="172">
                    <c:v>0.717</c:v>
                  </c:pt>
                  <c:pt idx="173">
                    <c:v>0.721</c:v>
                  </c:pt>
                  <c:pt idx="174">
                    <c:v>0.725</c:v>
                  </c:pt>
                  <c:pt idx="175">
                    <c:v>0.729</c:v>
                  </c:pt>
                  <c:pt idx="176">
                    <c:v>0.733</c:v>
                  </c:pt>
                  <c:pt idx="177">
                    <c:v>0.737</c:v>
                  </c:pt>
                  <c:pt idx="178">
                    <c:v>0.742</c:v>
                  </c:pt>
                  <c:pt idx="179">
                    <c:v>0.746</c:v>
                  </c:pt>
                  <c:pt idx="180">
                    <c:v>0.750</c:v>
                  </c:pt>
                  <c:pt idx="181">
                    <c:v>0.754</c:v>
                  </c:pt>
                  <c:pt idx="182">
                    <c:v>0.758</c:v>
                  </c:pt>
                  <c:pt idx="183">
                    <c:v>0.763</c:v>
                  </c:pt>
                  <c:pt idx="184">
                    <c:v>0.767</c:v>
                  </c:pt>
                  <c:pt idx="185">
                    <c:v>0.771</c:v>
                  </c:pt>
                  <c:pt idx="186">
                    <c:v>0.775</c:v>
                  </c:pt>
                  <c:pt idx="187">
                    <c:v>0.779</c:v>
                  </c:pt>
                  <c:pt idx="188">
                    <c:v>0.783</c:v>
                  </c:pt>
                  <c:pt idx="189">
                    <c:v>0.787</c:v>
                  </c:pt>
                  <c:pt idx="190">
                    <c:v>0.792</c:v>
                  </c:pt>
                  <c:pt idx="191">
                    <c:v>0.796</c:v>
                  </c:pt>
                  <c:pt idx="192">
                    <c:v>0.800</c:v>
                  </c:pt>
                  <c:pt idx="193">
                    <c:v>0.804</c:v>
                  </c:pt>
                  <c:pt idx="194">
                    <c:v>0.808</c:v>
                  </c:pt>
                  <c:pt idx="195">
                    <c:v>0.813</c:v>
                  </c:pt>
                  <c:pt idx="196">
                    <c:v>0.817</c:v>
                  </c:pt>
                  <c:pt idx="197">
                    <c:v>0.821</c:v>
                  </c:pt>
                  <c:pt idx="198">
                    <c:v>0.825</c:v>
                  </c:pt>
                  <c:pt idx="199">
                    <c:v>0.829</c:v>
                  </c:pt>
                  <c:pt idx="200">
                    <c:v>0.833</c:v>
                  </c:pt>
                  <c:pt idx="201">
                    <c:v>0.838</c:v>
                  </c:pt>
                  <c:pt idx="202">
                    <c:v>0.842</c:v>
                  </c:pt>
                  <c:pt idx="203">
                    <c:v>0.846</c:v>
                  </c:pt>
                  <c:pt idx="204">
                    <c:v>0.850</c:v>
                  </c:pt>
                  <c:pt idx="205">
                    <c:v>0.854</c:v>
                  </c:pt>
                  <c:pt idx="206">
                    <c:v>0.858</c:v>
                  </c:pt>
                  <c:pt idx="207">
                    <c:v>0.862</c:v>
                  </c:pt>
                  <c:pt idx="208">
                    <c:v>0.867</c:v>
                  </c:pt>
                  <c:pt idx="209">
                    <c:v>0.871</c:v>
                  </c:pt>
                  <c:pt idx="210">
                    <c:v>0.875</c:v>
                  </c:pt>
                  <c:pt idx="211">
                    <c:v>0.879</c:v>
                  </c:pt>
                  <c:pt idx="212">
                    <c:v>0.883</c:v>
                  </c:pt>
                  <c:pt idx="213">
                    <c:v>0.888</c:v>
                  </c:pt>
                  <c:pt idx="214">
                    <c:v>0.892</c:v>
                  </c:pt>
                  <c:pt idx="215">
                    <c:v>0.896</c:v>
                  </c:pt>
                  <c:pt idx="216">
                    <c:v>0.900</c:v>
                  </c:pt>
                  <c:pt idx="217">
                    <c:v>0.904</c:v>
                  </c:pt>
                  <c:pt idx="218">
                    <c:v>0.908</c:v>
                  </c:pt>
                  <c:pt idx="219">
                    <c:v>0.912</c:v>
                  </c:pt>
                  <c:pt idx="220">
                    <c:v>0.917</c:v>
                  </c:pt>
                  <c:pt idx="221">
                    <c:v>0.921</c:v>
                  </c:pt>
                  <c:pt idx="222">
                    <c:v>0.925</c:v>
                  </c:pt>
                  <c:pt idx="223">
                    <c:v>0.929</c:v>
                  </c:pt>
                  <c:pt idx="224">
                    <c:v>0.933</c:v>
                  </c:pt>
                  <c:pt idx="225">
                    <c:v>0.938</c:v>
                  </c:pt>
                  <c:pt idx="226">
                    <c:v>0.942</c:v>
                  </c:pt>
                  <c:pt idx="227">
                    <c:v>0.946</c:v>
                  </c:pt>
                  <c:pt idx="228">
                    <c:v>0.950</c:v>
                  </c:pt>
                  <c:pt idx="229">
                    <c:v>0.954</c:v>
                  </c:pt>
                  <c:pt idx="230">
                    <c:v>0.958</c:v>
                  </c:pt>
                  <c:pt idx="231">
                    <c:v>0.963</c:v>
                  </c:pt>
                  <c:pt idx="232">
                    <c:v>0.967</c:v>
                  </c:pt>
                  <c:pt idx="233">
                    <c:v>0.971</c:v>
                  </c:pt>
                  <c:pt idx="234">
                    <c:v>0.975</c:v>
                  </c:pt>
                  <c:pt idx="235">
                    <c:v>0.979</c:v>
                  </c:pt>
                  <c:pt idx="236">
                    <c:v>0.983</c:v>
                  </c:pt>
                  <c:pt idx="237">
                    <c:v>0.988</c:v>
                  </c:pt>
                  <c:pt idx="238">
                    <c:v>0.992</c:v>
                  </c:pt>
                  <c:pt idx="239">
                    <c:v>0.996</c:v>
                  </c:pt>
                  <c:pt idx="240">
                    <c:v>1.000</c:v>
                  </c:pt>
                </c:lvl>
              </c:multiLvlStrCache>
            </c:multiLvlStrRef>
          </c:cat>
          <c:val>
            <c:numRef>
              <c:f>Sheet1!$C$2:$C$242</c:f>
              <c:numCache>
                <c:formatCode>General</c:formatCode>
                <c:ptCount val="241"/>
                <c:pt idx="0">
                  <c:v>1</c:v>
                </c:pt>
                <c:pt idx="1">
                  <c:v>0.9996573249755573</c:v>
                </c:pt>
                <c:pt idx="2">
                  <c:v>0.9986295347545738</c:v>
                </c:pt>
                <c:pt idx="3">
                  <c:v>0.996917333733128</c:v>
                </c:pt>
                <c:pt idx="4">
                  <c:v>0.9945218953682733</c:v>
                </c:pt>
                <c:pt idx="5">
                  <c:v>0.9914448613738104</c:v>
                </c:pt>
                <c:pt idx="6">
                  <c:v>0.9876883405951378</c:v>
                </c:pt>
                <c:pt idx="7">
                  <c:v>0.9832549075639546</c:v>
                </c:pt>
                <c:pt idx="8">
                  <c:v>0.9781476007338057</c:v>
                </c:pt>
                <c:pt idx="9">
                  <c:v>0.9723699203976766</c:v>
                </c:pt>
                <c:pt idx="10">
                  <c:v>0.9659258262890683</c:v>
                </c:pt>
                <c:pt idx="11">
                  <c:v>0.958819734868193</c:v>
                </c:pt>
                <c:pt idx="12">
                  <c:v>0.9510565162951535</c:v>
                </c:pt>
                <c:pt idx="13">
                  <c:v>0.9426414910921784</c:v>
                </c:pt>
                <c:pt idx="14">
                  <c:v>0.9335804264972017</c:v>
                </c:pt>
                <c:pt idx="15">
                  <c:v>0.9238795325112867</c:v>
                </c:pt>
                <c:pt idx="16">
                  <c:v>0.9135454576426009</c:v>
                </c:pt>
                <c:pt idx="17">
                  <c:v>0.9025852843498606</c:v>
                </c:pt>
                <c:pt idx="18">
                  <c:v>0.8910065241883679</c:v>
                </c:pt>
                <c:pt idx="19">
                  <c:v>0.8788171126619654</c:v>
                </c:pt>
                <c:pt idx="20">
                  <c:v>0.8660254037844387</c:v>
                </c:pt>
                <c:pt idx="21">
                  <c:v>0.8526401643540923</c:v>
                </c:pt>
                <c:pt idx="22">
                  <c:v>0.838670567945424</c:v>
                </c:pt>
                <c:pt idx="23">
                  <c:v>0.8241261886220157</c:v>
                </c:pt>
                <c:pt idx="24">
                  <c:v>0.8090169943749475</c:v>
                </c:pt>
                <c:pt idx="25">
                  <c:v>0.7933533402912352</c:v>
                </c:pt>
                <c:pt idx="26">
                  <c:v>0.7771459614569709</c:v>
                </c:pt>
                <c:pt idx="27">
                  <c:v>0.760405965600031</c:v>
                </c:pt>
                <c:pt idx="28">
                  <c:v>0.7431448254773942</c:v>
                </c:pt>
                <c:pt idx="29">
                  <c:v>0.7253743710122877</c:v>
                </c:pt>
                <c:pt idx="30">
                  <c:v>0.7071067811865476</c:v>
                </c:pt>
                <c:pt idx="31">
                  <c:v>0.688354575693754</c:v>
                </c:pt>
                <c:pt idx="32">
                  <c:v>0.6691306063588582</c:v>
                </c:pt>
                <c:pt idx="33">
                  <c:v>0.6494480483301837</c:v>
                </c:pt>
                <c:pt idx="34">
                  <c:v>0.6293203910498375</c:v>
                </c:pt>
                <c:pt idx="35">
                  <c:v>0.6087614290087207</c:v>
                </c:pt>
                <c:pt idx="36">
                  <c:v>0.5877852522924732</c:v>
                </c:pt>
                <c:pt idx="37">
                  <c:v>0.566406236924833</c:v>
                </c:pt>
                <c:pt idx="38">
                  <c:v>0.5446390350150272</c:v>
                </c:pt>
                <c:pt idx="39">
                  <c:v>0.5224985647159491</c:v>
                </c:pt>
                <c:pt idx="40">
                  <c:v>0.5000000000000001</c:v>
                </c:pt>
                <c:pt idx="41">
                  <c:v>0.47715876025960857</c:v>
                </c:pt>
                <c:pt idx="42">
                  <c:v>0.45399049973954686</c:v>
                </c:pt>
                <c:pt idx="43">
                  <c:v>0.43051109680829525</c:v>
                </c:pt>
                <c:pt idx="44">
                  <c:v>0.4067366430758004</c:v>
                </c:pt>
                <c:pt idx="45">
                  <c:v>0.38268343236508984</c:v>
                </c:pt>
                <c:pt idx="46">
                  <c:v>0.3583679495453004</c:v>
                </c:pt>
                <c:pt idx="47">
                  <c:v>0.3338068592337709</c:v>
                </c:pt>
                <c:pt idx="48">
                  <c:v>0.30901699437494745</c:v>
                </c:pt>
                <c:pt idx="49">
                  <c:v>0.28401534470392276</c:v>
                </c:pt>
                <c:pt idx="50">
                  <c:v>0.25881904510252074</c:v>
                </c:pt>
                <c:pt idx="51">
                  <c:v>0.23344536385590567</c:v>
                </c:pt>
                <c:pt idx="52">
                  <c:v>0.20791169081775945</c:v>
                </c:pt>
                <c:pt idx="53">
                  <c:v>0.18223552549214767</c:v>
                </c:pt>
                <c:pt idx="54">
                  <c:v>0.15643446504023115</c:v>
                </c:pt>
                <c:pt idx="55">
                  <c:v>0.1305261922200517</c:v>
                </c:pt>
                <c:pt idx="56">
                  <c:v>0.10452846326765368</c:v>
                </c:pt>
                <c:pt idx="57">
                  <c:v>0.078459095727845</c:v>
                </c:pt>
                <c:pt idx="58">
                  <c:v>0.052335956242943966</c:v>
                </c:pt>
                <c:pt idx="59">
                  <c:v>0.02617694830787336</c:v>
                </c:pt>
                <c:pt idx="60">
                  <c:v>6.123233995736766e-17</c:v>
                </c:pt>
                <c:pt idx="61">
                  <c:v>-0.026176948307872795</c:v>
                </c:pt>
                <c:pt idx="62">
                  <c:v>-0.05233595624294362</c:v>
                </c:pt>
                <c:pt idx="63">
                  <c:v>-0.07845909572784467</c:v>
                </c:pt>
                <c:pt idx="64">
                  <c:v>-0.10452846326765333</c:v>
                </c:pt>
                <c:pt idx="65">
                  <c:v>-0.13052619222005138</c:v>
                </c:pt>
                <c:pt idx="66">
                  <c:v>-0.1564344650402308</c:v>
                </c:pt>
                <c:pt idx="67">
                  <c:v>-0.1822355254921473</c:v>
                </c:pt>
                <c:pt idx="68">
                  <c:v>-0.20791169081775934</c:v>
                </c:pt>
                <c:pt idx="69">
                  <c:v>-0.23344536385590514</c:v>
                </c:pt>
                <c:pt idx="70">
                  <c:v>-0.25881904510252063</c:v>
                </c:pt>
                <c:pt idx="71">
                  <c:v>-0.2840153447039224</c:v>
                </c:pt>
                <c:pt idx="72">
                  <c:v>-0.3090169943749471</c:v>
                </c:pt>
                <c:pt idx="73">
                  <c:v>-0.3338068592337708</c:v>
                </c:pt>
                <c:pt idx="74">
                  <c:v>-0.3583679495452999</c:v>
                </c:pt>
                <c:pt idx="75">
                  <c:v>-0.3826834323650897</c:v>
                </c:pt>
                <c:pt idx="76">
                  <c:v>-0.4067366430757999</c:v>
                </c:pt>
                <c:pt idx="77">
                  <c:v>-0.4305110968082949</c:v>
                </c:pt>
                <c:pt idx="78">
                  <c:v>-0.4539904997395463</c:v>
                </c:pt>
                <c:pt idx="79">
                  <c:v>-0.47715876025960846</c:v>
                </c:pt>
                <c:pt idx="80">
                  <c:v>-0.4999999999999998</c:v>
                </c:pt>
                <c:pt idx="81">
                  <c:v>-0.5224985647159488</c:v>
                </c:pt>
                <c:pt idx="82">
                  <c:v>-0.5446390350150268</c:v>
                </c:pt>
                <c:pt idx="83">
                  <c:v>-0.5664062369248326</c:v>
                </c:pt>
                <c:pt idx="84">
                  <c:v>-0.587785252292473</c:v>
                </c:pt>
                <c:pt idx="85">
                  <c:v>-0.6087614290087207</c:v>
                </c:pt>
                <c:pt idx="86">
                  <c:v>-0.6293203910498373</c:v>
                </c:pt>
                <c:pt idx="87">
                  <c:v>-0.6494480483301832</c:v>
                </c:pt>
                <c:pt idx="88">
                  <c:v>-0.6691306063588579</c:v>
                </c:pt>
                <c:pt idx="89">
                  <c:v>-0.6883545756937538</c:v>
                </c:pt>
                <c:pt idx="90">
                  <c:v>-0.7071067811865475</c:v>
                </c:pt>
                <c:pt idx="91">
                  <c:v>-0.7253743710122874</c:v>
                </c:pt>
                <c:pt idx="92">
                  <c:v>-0.7431448254773941</c:v>
                </c:pt>
                <c:pt idx="93">
                  <c:v>-0.7604059656000306</c:v>
                </c:pt>
                <c:pt idx="94">
                  <c:v>-0.7771459614569709</c:v>
                </c:pt>
                <c:pt idx="95">
                  <c:v>-0.793353340291235</c:v>
                </c:pt>
                <c:pt idx="96">
                  <c:v>-0.8090169943749473</c:v>
                </c:pt>
                <c:pt idx="97">
                  <c:v>-0.8241261886220155</c:v>
                </c:pt>
                <c:pt idx="98">
                  <c:v>-0.8386705679454239</c:v>
                </c:pt>
                <c:pt idx="99">
                  <c:v>-0.8526401643540922</c:v>
                </c:pt>
                <c:pt idx="100">
                  <c:v>-0.8660254037844387</c:v>
                </c:pt>
                <c:pt idx="101">
                  <c:v>-0.8788171126619653</c:v>
                </c:pt>
                <c:pt idx="102">
                  <c:v>-0.8910065241883676</c:v>
                </c:pt>
                <c:pt idx="103">
                  <c:v>-0.9025852843498604</c:v>
                </c:pt>
                <c:pt idx="104">
                  <c:v>-0.9135454576426008</c:v>
                </c:pt>
                <c:pt idx="105">
                  <c:v>-0.9238795325112867</c:v>
                </c:pt>
                <c:pt idx="106">
                  <c:v>-0.9335804264972016</c:v>
                </c:pt>
                <c:pt idx="107">
                  <c:v>-0.9426414910921783</c:v>
                </c:pt>
                <c:pt idx="108">
                  <c:v>-0.9510565162951534</c:v>
                </c:pt>
                <c:pt idx="109">
                  <c:v>-0.9588197348681929</c:v>
                </c:pt>
                <c:pt idx="110">
                  <c:v>-0.9659258262890682</c:v>
                </c:pt>
                <c:pt idx="111">
                  <c:v>-0.9723699203976766</c:v>
                </c:pt>
                <c:pt idx="112">
                  <c:v>-0.9781476007338056</c:v>
                </c:pt>
                <c:pt idx="113">
                  <c:v>-0.9832549075639545</c:v>
                </c:pt>
                <c:pt idx="114">
                  <c:v>-0.9876883405951377</c:v>
                </c:pt>
                <c:pt idx="115">
                  <c:v>-0.9914448613738104</c:v>
                </c:pt>
                <c:pt idx="116">
                  <c:v>-0.9945218953682733</c:v>
                </c:pt>
                <c:pt idx="117">
                  <c:v>-0.996917333733128</c:v>
                </c:pt>
                <c:pt idx="118">
                  <c:v>-0.9986295347545738</c:v>
                </c:pt>
                <c:pt idx="119">
                  <c:v>-0.9996573249755573</c:v>
                </c:pt>
                <c:pt idx="120">
                  <c:v>-1</c:v>
                </c:pt>
                <c:pt idx="121">
                  <c:v>-0.9996573249755573</c:v>
                </c:pt>
                <c:pt idx="122">
                  <c:v>-0.9986295347545739</c:v>
                </c:pt>
                <c:pt idx="123">
                  <c:v>-0.996917333733128</c:v>
                </c:pt>
                <c:pt idx="124">
                  <c:v>-0.9945218953682734</c:v>
                </c:pt>
                <c:pt idx="125">
                  <c:v>-0.9914448613738105</c:v>
                </c:pt>
                <c:pt idx="126">
                  <c:v>-0.9876883405951378</c:v>
                </c:pt>
                <c:pt idx="127">
                  <c:v>-0.9832549075639546</c:v>
                </c:pt>
                <c:pt idx="128">
                  <c:v>-0.9781476007338057</c:v>
                </c:pt>
                <c:pt idx="129">
                  <c:v>-0.9723699203976767</c:v>
                </c:pt>
                <c:pt idx="130">
                  <c:v>-0.9659258262890684</c:v>
                </c:pt>
                <c:pt idx="131">
                  <c:v>-0.9588197348681933</c:v>
                </c:pt>
                <c:pt idx="132">
                  <c:v>-0.9510565162951536</c:v>
                </c:pt>
                <c:pt idx="133">
                  <c:v>-0.9426414910921785</c:v>
                </c:pt>
                <c:pt idx="134">
                  <c:v>-0.9335804264972019</c:v>
                </c:pt>
                <c:pt idx="135">
                  <c:v>-0.923879532511287</c:v>
                </c:pt>
                <c:pt idx="136">
                  <c:v>-0.9135454576426009</c:v>
                </c:pt>
                <c:pt idx="137">
                  <c:v>-0.9025852843498607</c:v>
                </c:pt>
                <c:pt idx="138">
                  <c:v>-0.8910065241883681</c:v>
                </c:pt>
                <c:pt idx="139">
                  <c:v>-0.8788171126619656</c:v>
                </c:pt>
                <c:pt idx="140">
                  <c:v>-0.8660254037844388</c:v>
                </c:pt>
                <c:pt idx="141">
                  <c:v>-0.8526401643540923</c:v>
                </c:pt>
                <c:pt idx="142">
                  <c:v>-0.8386705679454243</c:v>
                </c:pt>
                <c:pt idx="143">
                  <c:v>-0.8241261886220161</c:v>
                </c:pt>
                <c:pt idx="144">
                  <c:v>-0.8090169943749478</c:v>
                </c:pt>
                <c:pt idx="145">
                  <c:v>-0.7933533402912352</c:v>
                </c:pt>
                <c:pt idx="146">
                  <c:v>-0.7771459614569711</c:v>
                </c:pt>
                <c:pt idx="147">
                  <c:v>-0.7604059656000314</c:v>
                </c:pt>
                <c:pt idx="148">
                  <c:v>-0.7431448254773948</c:v>
                </c:pt>
                <c:pt idx="149">
                  <c:v>-0.7253743710122879</c:v>
                </c:pt>
                <c:pt idx="150">
                  <c:v>-0.7071067811865477</c:v>
                </c:pt>
                <c:pt idx="151">
                  <c:v>-0.6883545756937542</c:v>
                </c:pt>
                <c:pt idx="152">
                  <c:v>-0.6691306063588588</c:v>
                </c:pt>
                <c:pt idx="153">
                  <c:v>-0.6494480483301834</c:v>
                </c:pt>
                <c:pt idx="154">
                  <c:v>-0.6293203910498378</c:v>
                </c:pt>
                <c:pt idx="155">
                  <c:v>-0.6087614290087209</c:v>
                </c:pt>
                <c:pt idx="156">
                  <c:v>-0.587785252292474</c:v>
                </c:pt>
                <c:pt idx="157">
                  <c:v>-0.5664062369248328</c:v>
                </c:pt>
                <c:pt idx="158">
                  <c:v>-0.544639035015027</c:v>
                </c:pt>
                <c:pt idx="159">
                  <c:v>-0.5224985647159494</c:v>
                </c:pt>
                <c:pt idx="160">
                  <c:v>-0.5000000000000004</c:v>
                </c:pt>
                <c:pt idx="161">
                  <c:v>-0.4771587602596087</c:v>
                </c:pt>
                <c:pt idx="162">
                  <c:v>-0.4539904997395469</c:v>
                </c:pt>
                <c:pt idx="163">
                  <c:v>-0.43051109680829514</c:v>
                </c:pt>
                <c:pt idx="164">
                  <c:v>-0.40673664307580093</c:v>
                </c:pt>
                <c:pt idx="165">
                  <c:v>-0.38268343236509034</c:v>
                </c:pt>
                <c:pt idx="166">
                  <c:v>-0.3583679495453007</c:v>
                </c:pt>
                <c:pt idx="167">
                  <c:v>-0.33380685923377124</c:v>
                </c:pt>
                <c:pt idx="168">
                  <c:v>-0.30901699437494756</c:v>
                </c:pt>
                <c:pt idx="169">
                  <c:v>-0.2840153447039235</c:v>
                </c:pt>
                <c:pt idx="170">
                  <c:v>-0.25881904510252063</c:v>
                </c:pt>
                <c:pt idx="171">
                  <c:v>-0.233445363855906</c:v>
                </c:pt>
                <c:pt idx="172">
                  <c:v>-0.2079116908177598</c:v>
                </c:pt>
                <c:pt idx="173">
                  <c:v>-0.18223552549214778</c:v>
                </c:pt>
                <c:pt idx="174">
                  <c:v>-0.15643446504023192</c:v>
                </c:pt>
                <c:pt idx="175">
                  <c:v>-0.13052619222005163</c:v>
                </c:pt>
                <c:pt idx="176">
                  <c:v>-0.10452846326765423</c:v>
                </c:pt>
                <c:pt idx="177">
                  <c:v>-0.07845909572784557</c:v>
                </c:pt>
                <c:pt idx="178">
                  <c:v>-0.052335956242944306</c:v>
                </c:pt>
                <c:pt idx="179">
                  <c:v>-0.026176948307873482</c:v>
                </c:pt>
                <c:pt idx="180">
                  <c:v>-1.8369701987210297e-16</c:v>
                </c:pt>
                <c:pt idx="181">
                  <c:v>0.02617694830787223</c:v>
                </c:pt>
                <c:pt idx="182">
                  <c:v>0.05233595624294306</c:v>
                </c:pt>
                <c:pt idx="183">
                  <c:v>0.07845909572784521</c:v>
                </c:pt>
                <c:pt idx="184">
                  <c:v>0.10452846326765299</c:v>
                </c:pt>
                <c:pt idx="185">
                  <c:v>0.13052619222005127</c:v>
                </c:pt>
                <c:pt idx="186">
                  <c:v>0.15643446504022981</c:v>
                </c:pt>
                <c:pt idx="187">
                  <c:v>0.18223552549214656</c:v>
                </c:pt>
                <c:pt idx="188">
                  <c:v>0.20791169081775943</c:v>
                </c:pt>
                <c:pt idx="189">
                  <c:v>0.23344536385590478</c:v>
                </c:pt>
                <c:pt idx="190">
                  <c:v>0.2588190451025203</c:v>
                </c:pt>
                <c:pt idx="191">
                  <c:v>0.2840153447039214</c:v>
                </c:pt>
                <c:pt idx="192">
                  <c:v>0.30901699437494723</c:v>
                </c:pt>
                <c:pt idx="193">
                  <c:v>0.3338068592337709</c:v>
                </c:pt>
                <c:pt idx="194">
                  <c:v>0.35836794954529955</c:v>
                </c:pt>
                <c:pt idx="195">
                  <c:v>0.38268343236508917</c:v>
                </c:pt>
                <c:pt idx="196">
                  <c:v>0.40673664307579976</c:v>
                </c:pt>
                <c:pt idx="197">
                  <c:v>0.4305110968082948</c:v>
                </c:pt>
                <c:pt idx="198">
                  <c:v>0.45399049973954664</c:v>
                </c:pt>
                <c:pt idx="199">
                  <c:v>0.4771587602596076</c:v>
                </c:pt>
                <c:pt idx="200">
                  <c:v>0.5000000000000001</c:v>
                </c:pt>
                <c:pt idx="201">
                  <c:v>0.5224985647159484</c:v>
                </c:pt>
                <c:pt idx="202">
                  <c:v>0.5446390350150266</c:v>
                </c:pt>
                <c:pt idx="203">
                  <c:v>0.5664062369248325</c:v>
                </c:pt>
                <c:pt idx="204">
                  <c:v>0.5877852522924722</c:v>
                </c:pt>
                <c:pt idx="205">
                  <c:v>0.6087614290087205</c:v>
                </c:pt>
                <c:pt idx="206">
                  <c:v>0.6293203910498368</c:v>
                </c:pt>
                <c:pt idx="207">
                  <c:v>0.6494480483301832</c:v>
                </c:pt>
                <c:pt idx="208">
                  <c:v>0.6691306063588578</c:v>
                </c:pt>
                <c:pt idx="209">
                  <c:v>0.6883545756937537</c:v>
                </c:pt>
                <c:pt idx="210">
                  <c:v>0.7071067811865474</c:v>
                </c:pt>
                <c:pt idx="211">
                  <c:v>0.725374371012287</c:v>
                </c:pt>
                <c:pt idx="212">
                  <c:v>0.7431448254773937</c:v>
                </c:pt>
                <c:pt idx="213">
                  <c:v>0.7604059656000305</c:v>
                </c:pt>
                <c:pt idx="214">
                  <c:v>0.7771459614569706</c:v>
                </c:pt>
                <c:pt idx="215">
                  <c:v>0.7933533402912349</c:v>
                </c:pt>
                <c:pt idx="216">
                  <c:v>0.8090169943749468</c:v>
                </c:pt>
                <c:pt idx="217">
                  <c:v>0.8241261886220151</c:v>
                </c:pt>
                <c:pt idx="218">
                  <c:v>0.8386705679454236</c:v>
                </c:pt>
                <c:pt idx="219">
                  <c:v>0.8526401643540918</c:v>
                </c:pt>
                <c:pt idx="220">
                  <c:v>0.8660254037844384</c:v>
                </c:pt>
                <c:pt idx="221">
                  <c:v>0.8788171126619647</c:v>
                </c:pt>
                <c:pt idx="222">
                  <c:v>0.8910065241883678</c:v>
                </c:pt>
                <c:pt idx="223">
                  <c:v>0.9025852843498606</c:v>
                </c:pt>
                <c:pt idx="224">
                  <c:v>0.9135454576426005</c:v>
                </c:pt>
                <c:pt idx="225">
                  <c:v>0.9238795325112865</c:v>
                </c:pt>
                <c:pt idx="226">
                  <c:v>0.9335804264972015</c:v>
                </c:pt>
                <c:pt idx="227">
                  <c:v>0.9426414910921783</c:v>
                </c:pt>
                <c:pt idx="228">
                  <c:v>0.9510565162951535</c:v>
                </c:pt>
                <c:pt idx="229">
                  <c:v>0.9588197348681927</c:v>
                </c:pt>
                <c:pt idx="230">
                  <c:v>0.9659258262890681</c:v>
                </c:pt>
                <c:pt idx="231">
                  <c:v>0.9723699203976764</c:v>
                </c:pt>
                <c:pt idx="232">
                  <c:v>0.9781476007338056</c:v>
                </c:pt>
                <c:pt idx="233">
                  <c:v>0.9832549075639545</c:v>
                </c:pt>
                <c:pt idx="234">
                  <c:v>0.9876883405951375</c:v>
                </c:pt>
                <c:pt idx="235">
                  <c:v>0.9914448613738103</c:v>
                </c:pt>
                <c:pt idx="236">
                  <c:v>0.9945218953682733</c:v>
                </c:pt>
                <c:pt idx="237">
                  <c:v>0.996917333733128</c:v>
                </c:pt>
                <c:pt idx="238">
                  <c:v>0.9986295347545738</c:v>
                </c:pt>
                <c:pt idx="239">
                  <c:v>0.9996573249755573</c:v>
                </c:pt>
                <c:pt idx="240">
                  <c:v>1</c:v>
                </c:pt>
              </c:numCache>
            </c:numRef>
          </c:val>
          <c:smooth val="0"/>
        </c:ser>
        <c:ser>
          <c:idx val="2"/>
          <c:order val="2"/>
          <c:tx>
            <c:strRef>
              <c:f>Sheet1!$D$1</c:f>
              <c:strCache>
                <c:ptCount val="1"/>
                <c:pt idx="0">
                  <c:v>9 kHz input</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Sheet1!$A$2:$A$242</c:f>
              <c:multiLvlStrCache>
                <c:ptCount val="241"/>
                <c:lvl>
                  <c:pt idx="0">
                    <c:v>0.000</c:v>
                  </c:pt>
                  <c:pt idx="1">
                    <c:v>0.004</c:v>
                  </c:pt>
                  <c:pt idx="2">
                    <c:v>0.008</c:v>
                  </c:pt>
                  <c:pt idx="3">
                    <c:v>0.013</c:v>
                  </c:pt>
                  <c:pt idx="4">
                    <c:v>0.017</c:v>
                  </c:pt>
                  <c:pt idx="5">
                    <c:v>0.021</c:v>
                  </c:pt>
                  <c:pt idx="6">
                    <c:v>0.025</c:v>
                  </c:pt>
                  <c:pt idx="7">
                    <c:v>0.029</c:v>
                  </c:pt>
                  <c:pt idx="8">
                    <c:v>0.033</c:v>
                  </c:pt>
                  <c:pt idx="9">
                    <c:v>0.037</c:v>
                  </c:pt>
                  <c:pt idx="10">
                    <c:v>0.042</c:v>
                  </c:pt>
                  <c:pt idx="11">
                    <c:v>0.046</c:v>
                  </c:pt>
                  <c:pt idx="12">
                    <c:v>0.050</c:v>
                  </c:pt>
                  <c:pt idx="13">
                    <c:v>0.054</c:v>
                  </c:pt>
                  <c:pt idx="14">
                    <c:v>0.058</c:v>
                  </c:pt>
                  <c:pt idx="15">
                    <c:v>0.063</c:v>
                  </c:pt>
                  <c:pt idx="16">
                    <c:v>0.067</c:v>
                  </c:pt>
                  <c:pt idx="17">
                    <c:v>0.071</c:v>
                  </c:pt>
                  <c:pt idx="18">
                    <c:v>0.075</c:v>
                  </c:pt>
                  <c:pt idx="19">
                    <c:v>0.079</c:v>
                  </c:pt>
                  <c:pt idx="20">
                    <c:v>0.083</c:v>
                  </c:pt>
                  <c:pt idx="21">
                    <c:v>0.087</c:v>
                  </c:pt>
                  <c:pt idx="22">
                    <c:v>0.092</c:v>
                  </c:pt>
                  <c:pt idx="23">
                    <c:v>0.096</c:v>
                  </c:pt>
                  <c:pt idx="24">
                    <c:v>0.100</c:v>
                  </c:pt>
                  <c:pt idx="25">
                    <c:v>0.104</c:v>
                  </c:pt>
                  <c:pt idx="26">
                    <c:v>0.108</c:v>
                  </c:pt>
                  <c:pt idx="27">
                    <c:v>0.113</c:v>
                  </c:pt>
                  <c:pt idx="28">
                    <c:v>0.117</c:v>
                  </c:pt>
                  <c:pt idx="29">
                    <c:v>0.121</c:v>
                  </c:pt>
                  <c:pt idx="30">
                    <c:v>0.125</c:v>
                  </c:pt>
                  <c:pt idx="31">
                    <c:v>0.129</c:v>
                  </c:pt>
                  <c:pt idx="32">
                    <c:v>0.133</c:v>
                  </c:pt>
                  <c:pt idx="33">
                    <c:v>0.138</c:v>
                  </c:pt>
                  <c:pt idx="34">
                    <c:v>0.142</c:v>
                  </c:pt>
                  <c:pt idx="35">
                    <c:v>0.146</c:v>
                  </c:pt>
                  <c:pt idx="36">
                    <c:v>0.150</c:v>
                  </c:pt>
                  <c:pt idx="37">
                    <c:v>0.154</c:v>
                  </c:pt>
                  <c:pt idx="38">
                    <c:v>0.158</c:v>
                  </c:pt>
                  <c:pt idx="39">
                    <c:v>0.163</c:v>
                  </c:pt>
                  <c:pt idx="40">
                    <c:v>0.167</c:v>
                  </c:pt>
                  <c:pt idx="41">
                    <c:v>0.171</c:v>
                  </c:pt>
                  <c:pt idx="42">
                    <c:v>0.175</c:v>
                  </c:pt>
                  <c:pt idx="43">
                    <c:v>0.179</c:v>
                  </c:pt>
                  <c:pt idx="44">
                    <c:v>0.183</c:v>
                  </c:pt>
                  <c:pt idx="45">
                    <c:v>0.188</c:v>
                  </c:pt>
                  <c:pt idx="46">
                    <c:v>0.192</c:v>
                  </c:pt>
                  <c:pt idx="47">
                    <c:v>0.196</c:v>
                  </c:pt>
                  <c:pt idx="48">
                    <c:v>0.200</c:v>
                  </c:pt>
                  <c:pt idx="49">
                    <c:v>0.204</c:v>
                  </c:pt>
                  <c:pt idx="50">
                    <c:v>0.208</c:v>
                  </c:pt>
                  <c:pt idx="51">
                    <c:v>0.212</c:v>
                  </c:pt>
                  <c:pt idx="52">
                    <c:v>0.217</c:v>
                  </c:pt>
                  <c:pt idx="53">
                    <c:v>0.221</c:v>
                  </c:pt>
                  <c:pt idx="54">
                    <c:v>0.225</c:v>
                  </c:pt>
                  <c:pt idx="55">
                    <c:v>0.229</c:v>
                  </c:pt>
                  <c:pt idx="56">
                    <c:v>0.233</c:v>
                  </c:pt>
                  <c:pt idx="57">
                    <c:v>0.237</c:v>
                  </c:pt>
                  <c:pt idx="58">
                    <c:v>0.242</c:v>
                  </c:pt>
                  <c:pt idx="59">
                    <c:v>0.246</c:v>
                  </c:pt>
                  <c:pt idx="60">
                    <c:v>0.250</c:v>
                  </c:pt>
                  <c:pt idx="61">
                    <c:v>0.254</c:v>
                  </c:pt>
                  <c:pt idx="62">
                    <c:v>0.258</c:v>
                  </c:pt>
                  <c:pt idx="63">
                    <c:v>0.263</c:v>
                  </c:pt>
                  <c:pt idx="64">
                    <c:v>0.267</c:v>
                  </c:pt>
                  <c:pt idx="65">
                    <c:v>0.271</c:v>
                  </c:pt>
                  <c:pt idx="66">
                    <c:v>0.275</c:v>
                  </c:pt>
                  <c:pt idx="67">
                    <c:v>0.279</c:v>
                  </c:pt>
                  <c:pt idx="68">
                    <c:v>0.283</c:v>
                  </c:pt>
                  <c:pt idx="69">
                    <c:v>0.287</c:v>
                  </c:pt>
                  <c:pt idx="70">
                    <c:v>0.292</c:v>
                  </c:pt>
                  <c:pt idx="71">
                    <c:v>0.296</c:v>
                  </c:pt>
                  <c:pt idx="72">
                    <c:v>0.300</c:v>
                  </c:pt>
                  <c:pt idx="73">
                    <c:v>0.304</c:v>
                  </c:pt>
                  <c:pt idx="74">
                    <c:v>0.308</c:v>
                  </c:pt>
                  <c:pt idx="75">
                    <c:v>0.313</c:v>
                  </c:pt>
                  <c:pt idx="76">
                    <c:v>0.317</c:v>
                  </c:pt>
                  <c:pt idx="77">
                    <c:v>0.321</c:v>
                  </c:pt>
                  <c:pt idx="78">
                    <c:v>0.325</c:v>
                  </c:pt>
                  <c:pt idx="79">
                    <c:v>0.329</c:v>
                  </c:pt>
                  <c:pt idx="80">
                    <c:v>0.333</c:v>
                  </c:pt>
                  <c:pt idx="81">
                    <c:v>0.338</c:v>
                  </c:pt>
                  <c:pt idx="82">
                    <c:v>0.342</c:v>
                  </c:pt>
                  <c:pt idx="83">
                    <c:v>0.346</c:v>
                  </c:pt>
                  <c:pt idx="84">
                    <c:v>0.350</c:v>
                  </c:pt>
                  <c:pt idx="85">
                    <c:v>0.354</c:v>
                  </c:pt>
                  <c:pt idx="86">
                    <c:v>0.358</c:v>
                  </c:pt>
                  <c:pt idx="87">
                    <c:v>0.362</c:v>
                  </c:pt>
                  <c:pt idx="88">
                    <c:v>0.367</c:v>
                  </c:pt>
                  <c:pt idx="89">
                    <c:v>0.371</c:v>
                  </c:pt>
                  <c:pt idx="90">
                    <c:v>0.375</c:v>
                  </c:pt>
                  <c:pt idx="91">
                    <c:v>0.379</c:v>
                  </c:pt>
                  <c:pt idx="92">
                    <c:v>0.383</c:v>
                  </c:pt>
                  <c:pt idx="93">
                    <c:v>0.388</c:v>
                  </c:pt>
                  <c:pt idx="94">
                    <c:v>0.392</c:v>
                  </c:pt>
                  <c:pt idx="95">
                    <c:v>0.396</c:v>
                  </c:pt>
                  <c:pt idx="96">
                    <c:v>0.400</c:v>
                  </c:pt>
                  <c:pt idx="97">
                    <c:v>0.404</c:v>
                  </c:pt>
                  <c:pt idx="98">
                    <c:v>0.408</c:v>
                  </c:pt>
                  <c:pt idx="99">
                    <c:v>0.412</c:v>
                  </c:pt>
                  <c:pt idx="100">
                    <c:v>0.417</c:v>
                  </c:pt>
                  <c:pt idx="101">
                    <c:v>0.421</c:v>
                  </c:pt>
                  <c:pt idx="102">
                    <c:v>0.425</c:v>
                  </c:pt>
                  <c:pt idx="103">
                    <c:v>0.429</c:v>
                  </c:pt>
                  <c:pt idx="104">
                    <c:v>0.433</c:v>
                  </c:pt>
                  <c:pt idx="105">
                    <c:v>0.438</c:v>
                  </c:pt>
                  <c:pt idx="106">
                    <c:v>0.442</c:v>
                  </c:pt>
                  <c:pt idx="107">
                    <c:v>0.446</c:v>
                  </c:pt>
                  <c:pt idx="108">
                    <c:v>0.450</c:v>
                  </c:pt>
                  <c:pt idx="109">
                    <c:v>0.454</c:v>
                  </c:pt>
                  <c:pt idx="110">
                    <c:v>0.458</c:v>
                  </c:pt>
                  <c:pt idx="111">
                    <c:v>0.463</c:v>
                  </c:pt>
                  <c:pt idx="112">
                    <c:v>0.467</c:v>
                  </c:pt>
                  <c:pt idx="113">
                    <c:v>0.471</c:v>
                  </c:pt>
                  <c:pt idx="114">
                    <c:v>0.475</c:v>
                  </c:pt>
                  <c:pt idx="115">
                    <c:v>0.479</c:v>
                  </c:pt>
                  <c:pt idx="116">
                    <c:v>0.483</c:v>
                  </c:pt>
                  <c:pt idx="117">
                    <c:v>0.487</c:v>
                  </c:pt>
                  <c:pt idx="118">
                    <c:v>0.492</c:v>
                  </c:pt>
                  <c:pt idx="119">
                    <c:v>0.496</c:v>
                  </c:pt>
                  <c:pt idx="120">
                    <c:v>0.500</c:v>
                  </c:pt>
                  <c:pt idx="121">
                    <c:v>0.504</c:v>
                  </c:pt>
                  <c:pt idx="122">
                    <c:v>0.508</c:v>
                  </c:pt>
                  <c:pt idx="123">
                    <c:v>0.513</c:v>
                  </c:pt>
                  <c:pt idx="124">
                    <c:v>0.517</c:v>
                  </c:pt>
                  <c:pt idx="125">
                    <c:v>0.521</c:v>
                  </c:pt>
                  <c:pt idx="126">
                    <c:v>0.525</c:v>
                  </c:pt>
                  <c:pt idx="127">
                    <c:v>0.529</c:v>
                  </c:pt>
                  <c:pt idx="128">
                    <c:v>0.533</c:v>
                  </c:pt>
                  <c:pt idx="129">
                    <c:v>0.537</c:v>
                  </c:pt>
                  <c:pt idx="130">
                    <c:v>0.542</c:v>
                  </c:pt>
                  <c:pt idx="131">
                    <c:v>0.546</c:v>
                  </c:pt>
                  <c:pt idx="132">
                    <c:v>0.550</c:v>
                  </c:pt>
                  <c:pt idx="133">
                    <c:v>0.554</c:v>
                  </c:pt>
                  <c:pt idx="134">
                    <c:v>0.558</c:v>
                  </c:pt>
                  <c:pt idx="135">
                    <c:v>0.563</c:v>
                  </c:pt>
                  <c:pt idx="136">
                    <c:v>0.567</c:v>
                  </c:pt>
                  <c:pt idx="137">
                    <c:v>0.571</c:v>
                  </c:pt>
                  <c:pt idx="138">
                    <c:v>0.575</c:v>
                  </c:pt>
                  <c:pt idx="139">
                    <c:v>0.579</c:v>
                  </c:pt>
                  <c:pt idx="140">
                    <c:v>0.583</c:v>
                  </c:pt>
                  <c:pt idx="141">
                    <c:v>0.588</c:v>
                  </c:pt>
                  <c:pt idx="142">
                    <c:v>0.592</c:v>
                  </c:pt>
                  <c:pt idx="143">
                    <c:v>0.596</c:v>
                  </c:pt>
                  <c:pt idx="144">
                    <c:v>0.600</c:v>
                  </c:pt>
                  <c:pt idx="145">
                    <c:v>0.604</c:v>
                  </c:pt>
                  <c:pt idx="146">
                    <c:v>0.608</c:v>
                  </c:pt>
                  <c:pt idx="147">
                    <c:v>0.612</c:v>
                  </c:pt>
                  <c:pt idx="148">
                    <c:v>0.617</c:v>
                  </c:pt>
                  <c:pt idx="149">
                    <c:v>0.621</c:v>
                  </c:pt>
                  <c:pt idx="150">
                    <c:v>0.625</c:v>
                  </c:pt>
                  <c:pt idx="151">
                    <c:v>0.629</c:v>
                  </c:pt>
                  <c:pt idx="152">
                    <c:v>0.633</c:v>
                  </c:pt>
                  <c:pt idx="153">
                    <c:v>0.638</c:v>
                  </c:pt>
                  <c:pt idx="154">
                    <c:v>0.642</c:v>
                  </c:pt>
                  <c:pt idx="155">
                    <c:v>0.646</c:v>
                  </c:pt>
                  <c:pt idx="156">
                    <c:v>0.650</c:v>
                  </c:pt>
                  <c:pt idx="157">
                    <c:v>0.654</c:v>
                  </c:pt>
                  <c:pt idx="158">
                    <c:v>0.658</c:v>
                  </c:pt>
                  <c:pt idx="159">
                    <c:v>0.662</c:v>
                  </c:pt>
                  <c:pt idx="160">
                    <c:v>0.667</c:v>
                  </c:pt>
                  <c:pt idx="161">
                    <c:v>0.671</c:v>
                  </c:pt>
                  <c:pt idx="162">
                    <c:v>0.675</c:v>
                  </c:pt>
                  <c:pt idx="163">
                    <c:v>0.679</c:v>
                  </c:pt>
                  <c:pt idx="164">
                    <c:v>0.683</c:v>
                  </c:pt>
                  <c:pt idx="165">
                    <c:v>0.688</c:v>
                  </c:pt>
                  <c:pt idx="166">
                    <c:v>0.692</c:v>
                  </c:pt>
                  <c:pt idx="167">
                    <c:v>0.696</c:v>
                  </c:pt>
                  <c:pt idx="168">
                    <c:v>0.700</c:v>
                  </c:pt>
                  <c:pt idx="169">
                    <c:v>0.704</c:v>
                  </c:pt>
                  <c:pt idx="170">
                    <c:v>0.708</c:v>
                  </c:pt>
                  <c:pt idx="171">
                    <c:v>0.713</c:v>
                  </c:pt>
                  <c:pt idx="172">
                    <c:v>0.717</c:v>
                  </c:pt>
                  <c:pt idx="173">
                    <c:v>0.721</c:v>
                  </c:pt>
                  <c:pt idx="174">
                    <c:v>0.725</c:v>
                  </c:pt>
                  <c:pt idx="175">
                    <c:v>0.729</c:v>
                  </c:pt>
                  <c:pt idx="176">
                    <c:v>0.733</c:v>
                  </c:pt>
                  <c:pt idx="177">
                    <c:v>0.737</c:v>
                  </c:pt>
                  <c:pt idx="178">
                    <c:v>0.742</c:v>
                  </c:pt>
                  <c:pt idx="179">
                    <c:v>0.746</c:v>
                  </c:pt>
                  <c:pt idx="180">
                    <c:v>0.750</c:v>
                  </c:pt>
                  <c:pt idx="181">
                    <c:v>0.754</c:v>
                  </c:pt>
                  <c:pt idx="182">
                    <c:v>0.758</c:v>
                  </c:pt>
                  <c:pt idx="183">
                    <c:v>0.763</c:v>
                  </c:pt>
                  <c:pt idx="184">
                    <c:v>0.767</c:v>
                  </c:pt>
                  <c:pt idx="185">
                    <c:v>0.771</c:v>
                  </c:pt>
                  <c:pt idx="186">
                    <c:v>0.775</c:v>
                  </c:pt>
                  <c:pt idx="187">
                    <c:v>0.779</c:v>
                  </c:pt>
                  <c:pt idx="188">
                    <c:v>0.783</c:v>
                  </c:pt>
                  <c:pt idx="189">
                    <c:v>0.787</c:v>
                  </c:pt>
                  <c:pt idx="190">
                    <c:v>0.792</c:v>
                  </c:pt>
                  <c:pt idx="191">
                    <c:v>0.796</c:v>
                  </c:pt>
                  <c:pt idx="192">
                    <c:v>0.800</c:v>
                  </c:pt>
                  <c:pt idx="193">
                    <c:v>0.804</c:v>
                  </c:pt>
                  <c:pt idx="194">
                    <c:v>0.808</c:v>
                  </c:pt>
                  <c:pt idx="195">
                    <c:v>0.813</c:v>
                  </c:pt>
                  <c:pt idx="196">
                    <c:v>0.817</c:v>
                  </c:pt>
                  <c:pt idx="197">
                    <c:v>0.821</c:v>
                  </c:pt>
                  <c:pt idx="198">
                    <c:v>0.825</c:v>
                  </c:pt>
                  <c:pt idx="199">
                    <c:v>0.829</c:v>
                  </c:pt>
                  <c:pt idx="200">
                    <c:v>0.833</c:v>
                  </c:pt>
                  <c:pt idx="201">
                    <c:v>0.838</c:v>
                  </c:pt>
                  <c:pt idx="202">
                    <c:v>0.842</c:v>
                  </c:pt>
                  <c:pt idx="203">
                    <c:v>0.846</c:v>
                  </c:pt>
                  <c:pt idx="204">
                    <c:v>0.850</c:v>
                  </c:pt>
                  <c:pt idx="205">
                    <c:v>0.854</c:v>
                  </c:pt>
                  <c:pt idx="206">
                    <c:v>0.858</c:v>
                  </c:pt>
                  <c:pt idx="207">
                    <c:v>0.862</c:v>
                  </c:pt>
                  <c:pt idx="208">
                    <c:v>0.867</c:v>
                  </c:pt>
                  <c:pt idx="209">
                    <c:v>0.871</c:v>
                  </c:pt>
                  <c:pt idx="210">
                    <c:v>0.875</c:v>
                  </c:pt>
                  <c:pt idx="211">
                    <c:v>0.879</c:v>
                  </c:pt>
                  <c:pt idx="212">
                    <c:v>0.883</c:v>
                  </c:pt>
                  <c:pt idx="213">
                    <c:v>0.888</c:v>
                  </c:pt>
                  <c:pt idx="214">
                    <c:v>0.892</c:v>
                  </c:pt>
                  <c:pt idx="215">
                    <c:v>0.896</c:v>
                  </c:pt>
                  <c:pt idx="216">
                    <c:v>0.900</c:v>
                  </c:pt>
                  <c:pt idx="217">
                    <c:v>0.904</c:v>
                  </c:pt>
                  <c:pt idx="218">
                    <c:v>0.908</c:v>
                  </c:pt>
                  <c:pt idx="219">
                    <c:v>0.912</c:v>
                  </c:pt>
                  <c:pt idx="220">
                    <c:v>0.917</c:v>
                  </c:pt>
                  <c:pt idx="221">
                    <c:v>0.921</c:v>
                  </c:pt>
                  <c:pt idx="222">
                    <c:v>0.925</c:v>
                  </c:pt>
                  <c:pt idx="223">
                    <c:v>0.929</c:v>
                  </c:pt>
                  <c:pt idx="224">
                    <c:v>0.933</c:v>
                  </c:pt>
                  <c:pt idx="225">
                    <c:v>0.938</c:v>
                  </c:pt>
                  <c:pt idx="226">
                    <c:v>0.942</c:v>
                  </c:pt>
                  <c:pt idx="227">
                    <c:v>0.946</c:v>
                  </c:pt>
                  <c:pt idx="228">
                    <c:v>0.950</c:v>
                  </c:pt>
                  <c:pt idx="229">
                    <c:v>0.954</c:v>
                  </c:pt>
                  <c:pt idx="230">
                    <c:v>0.958</c:v>
                  </c:pt>
                  <c:pt idx="231">
                    <c:v>0.963</c:v>
                  </c:pt>
                  <c:pt idx="232">
                    <c:v>0.967</c:v>
                  </c:pt>
                  <c:pt idx="233">
                    <c:v>0.971</c:v>
                  </c:pt>
                  <c:pt idx="234">
                    <c:v>0.975</c:v>
                  </c:pt>
                  <c:pt idx="235">
                    <c:v>0.979</c:v>
                  </c:pt>
                  <c:pt idx="236">
                    <c:v>0.983</c:v>
                  </c:pt>
                  <c:pt idx="237">
                    <c:v>0.988</c:v>
                  </c:pt>
                  <c:pt idx="238">
                    <c:v>0.992</c:v>
                  </c:pt>
                  <c:pt idx="239">
                    <c:v>0.996</c:v>
                  </c:pt>
                  <c:pt idx="240">
                    <c:v>1.000</c:v>
                  </c:pt>
                </c:lvl>
              </c:multiLvlStrCache>
            </c:multiLvlStrRef>
          </c:cat>
          <c:val>
            <c:numRef>
              <c:f>Sheet1!$D$2:$D$242</c:f>
              <c:numCache>
                <c:formatCode>General</c:formatCode>
                <c:ptCount val="241"/>
                <c:pt idx="0">
                  <c:v>1</c:v>
                </c:pt>
                <c:pt idx="1">
                  <c:v>0.9723699203976766</c:v>
                </c:pt>
                <c:pt idx="2">
                  <c:v>0.8910065241883679</c:v>
                </c:pt>
                <c:pt idx="3">
                  <c:v>0.7604059656000309</c:v>
                </c:pt>
                <c:pt idx="4">
                  <c:v>0.587785252292473</c:v>
                </c:pt>
                <c:pt idx="5">
                  <c:v>0.38268343236508984</c:v>
                </c:pt>
                <c:pt idx="6">
                  <c:v>0.1564344650402307</c:v>
                </c:pt>
                <c:pt idx="7">
                  <c:v>-0.07845909572784487</c:v>
                </c:pt>
                <c:pt idx="8">
                  <c:v>-0.30901699437494756</c:v>
                </c:pt>
                <c:pt idx="9">
                  <c:v>-0.5224985647159488</c:v>
                </c:pt>
                <c:pt idx="10">
                  <c:v>-0.7071067811865475</c:v>
                </c:pt>
                <c:pt idx="11">
                  <c:v>-0.8526401643540922</c:v>
                </c:pt>
                <c:pt idx="12">
                  <c:v>-0.9510565162951536</c:v>
                </c:pt>
                <c:pt idx="13">
                  <c:v>-0.996917333733128</c:v>
                </c:pt>
                <c:pt idx="14">
                  <c:v>-0.9876883405951378</c:v>
                </c:pt>
                <c:pt idx="15">
                  <c:v>-0.9238795325112866</c:v>
                </c:pt>
                <c:pt idx="16">
                  <c:v>-0.8090169943749472</c:v>
                </c:pt>
                <c:pt idx="17">
                  <c:v>-0.6494480483301834</c:v>
                </c:pt>
                <c:pt idx="18">
                  <c:v>-0.4539904997395469</c:v>
                </c:pt>
                <c:pt idx="19">
                  <c:v>-0.233445363855906</c:v>
                </c:pt>
                <c:pt idx="20">
                  <c:v>-1.8369701987210297e-16</c:v>
                </c:pt>
                <c:pt idx="21">
                  <c:v>0.23344536385590567</c:v>
                </c:pt>
                <c:pt idx="22">
                  <c:v>0.45399049973954664</c:v>
                </c:pt>
                <c:pt idx="23">
                  <c:v>0.6494480483301839</c:v>
                </c:pt>
                <c:pt idx="24">
                  <c:v>0.8090169943749478</c:v>
                </c:pt>
                <c:pt idx="25">
                  <c:v>0.9238795325112868</c:v>
                </c:pt>
                <c:pt idx="26">
                  <c:v>0.9876883405951377</c:v>
                </c:pt>
                <c:pt idx="27">
                  <c:v>0.996917333733128</c:v>
                </c:pt>
                <c:pt idx="28">
                  <c:v>0.9510565162951536</c:v>
                </c:pt>
                <c:pt idx="29">
                  <c:v>0.8526401643540922</c:v>
                </c:pt>
                <c:pt idx="30">
                  <c:v>0.7071067811865471</c:v>
                </c:pt>
                <c:pt idx="31">
                  <c:v>0.5224985647159487</c:v>
                </c:pt>
                <c:pt idx="32">
                  <c:v>0.30901699437494684</c:v>
                </c:pt>
                <c:pt idx="33">
                  <c:v>0.0784590957278448</c:v>
                </c:pt>
                <c:pt idx="34">
                  <c:v>-0.15643446504023145</c:v>
                </c:pt>
                <c:pt idx="35">
                  <c:v>-0.3826834323650899</c:v>
                </c:pt>
                <c:pt idx="36">
                  <c:v>-0.5877852522924729</c:v>
                </c:pt>
                <c:pt idx="37">
                  <c:v>-0.7604059656000304</c:v>
                </c:pt>
                <c:pt idx="38">
                  <c:v>-0.8910065241883673</c:v>
                </c:pt>
                <c:pt idx="39">
                  <c:v>-0.9723699203976767</c:v>
                </c:pt>
                <c:pt idx="40">
                  <c:v>-1</c:v>
                </c:pt>
                <c:pt idx="41">
                  <c:v>-0.9723699203976768</c:v>
                </c:pt>
                <c:pt idx="42">
                  <c:v>-0.8910065241883677</c:v>
                </c:pt>
                <c:pt idx="43">
                  <c:v>-0.7604059656000309</c:v>
                </c:pt>
                <c:pt idx="44">
                  <c:v>-0.5877852522924735</c:v>
                </c:pt>
                <c:pt idx="45">
                  <c:v>-0.38268343236508895</c:v>
                </c:pt>
                <c:pt idx="46">
                  <c:v>-0.1564344650402304</c:v>
                </c:pt>
                <c:pt idx="47">
                  <c:v>0.07845909572784496</c:v>
                </c:pt>
                <c:pt idx="48">
                  <c:v>0.3090169943749487</c:v>
                </c:pt>
                <c:pt idx="49">
                  <c:v>0.5224985647159496</c:v>
                </c:pt>
                <c:pt idx="50">
                  <c:v>0.7071067811865478</c:v>
                </c:pt>
                <c:pt idx="51">
                  <c:v>0.8526401643540922</c:v>
                </c:pt>
                <c:pt idx="52">
                  <c:v>0.9510565162951534</c:v>
                </c:pt>
                <c:pt idx="53">
                  <c:v>0.9969173337331279</c:v>
                </c:pt>
                <c:pt idx="54">
                  <c:v>0.9876883405951377</c:v>
                </c:pt>
                <c:pt idx="55">
                  <c:v>0.9238795325112867</c:v>
                </c:pt>
                <c:pt idx="56">
                  <c:v>0.8090169943749478</c:v>
                </c:pt>
                <c:pt idx="57">
                  <c:v>0.649448048330183</c:v>
                </c:pt>
                <c:pt idx="58">
                  <c:v>0.45399049973954647</c:v>
                </c:pt>
                <c:pt idx="59">
                  <c:v>0.23344536385590722</c:v>
                </c:pt>
                <c:pt idx="60">
                  <c:v>-1.2252657797839415e-15</c:v>
                </c:pt>
                <c:pt idx="61">
                  <c:v>-0.23344536385590445</c:v>
                </c:pt>
                <c:pt idx="62">
                  <c:v>-0.4539904997395471</c:v>
                </c:pt>
                <c:pt idx="63">
                  <c:v>-0.6494480483301835</c:v>
                </c:pt>
                <c:pt idx="64">
                  <c:v>-0.8090169943749481</c:v>
                </c:pt>
                <c:pt idx="65">
                  <c:v>-0.9238795325112864</c:v>
                </c:pt>
                <c:pt idx="66">
                  <c:v>-0.9876883405951378</c:v>
                </c:pt>
                <c:pt idx="67">
                  <c:v>-0.996917333733128</c:v>
                </c:pt>
                <c:pt idx="68">
                  <c:v>-0.9510565162951532</c:v>
                </c:pt>
                <c:pt idx="69">
                  <c:v>-0.8526401643540928</c:v>
                </c:pt>
                <c:pt idx="70">
                  <c:v>-0.7071067811865474</c:v>
                </c:pt>
                <c:pt idx="71">
                  <c:v>-0.5224985647159476</c:v>
                </c:pt>
                <c:pt idx="72">
                  <c:v>-0.30901699437494806</c:v>
                </c:pt>
                <c:pt idx="73">
                  <c:v>-0.07845909572784429</c:v>
                </c:pt>
                <c:pt idx="74">
                  <c:v>0.15643446504022931</c:v>
                </c:pt>
                <c:pt idx="75">
                  <c:v>0.38268343236508956</c:v>
                </c:pt>
                <c:pt idx="76">
                  <c:v>0.5877852522924711</c:v>
                </c:pt>
                <c:pt idx="77">
                  <c:v>0.7604059656000325</c:v>
                </c:pt>
                <c:pt idx="78">
                  <c:v>0.8910065241883679</c:v>
                </c:pt>
                <c:pt idx="79">
                  <c:v>0.972369920397677</c:v>
                </c:pt>
                <c:pt idx="80">
                  <c:v>1</c:v>
                </c:pt>
                <c:pt idx="81">
                  <c:v>0.9723699203976764</c:v>
                </c:pt>
                <c:pt idx="82">
                  <c:v>0.8910065241883686</c:v>
                </c:pt>
                <c:pt idx="83">
                  <c:v>0.7604059656000312</c:v>
                </c:pt>
                <c:pt idx="84">
                  <c:v>0.5877852522924724</c:v>
                </c:pt>
                <c:pt idx="85">
                  <c:v>0.3826834323650876</c:v>
                </c:pt>
                <c:pt idx="86">
                  <c:v>0.15643446504023079</c:v>
                </c:pt>
                <c:pt idx="87">
                  <c:v>-0.07845909572784282</c:v>
                </c:pt>
                <c:pt idx="88">
                  <c:v>-0.3090169943749467</c:v>
                </c:pt>
                <c:pt idx="89">
                  <c:v>-0.5224985647159494</c:v>
                </c:pt>
                <c:pt idx="90">
                  <c:v>-0.7071067811865488</c:v>
                </c:pt>
                <c:pt idx="91">
                  <c:v>-0.8526401643540921</c:v>
                </c:pt>
                <c:pt idx="92">
                  <c:v>-0.9510565162951539</c:v>
                </c:pt>
                <c:pt idx="93">
                  <c:v>-0.9969173337331279</c:v>
                </c:pt>
                <c:pt idx="94">
                  <c:v>-0.9876883405951378</c:v>
                </c:pt>
                <c:pt idx="95">
                  <c:v>-0.9238795325112863</c:v>
                </c:pt>
                <c:pt idx="96">
                  <c:v>-0.8090169943749459</c:v>
                </c:pt>
                <c:pt idx="97">
                  <c:v>-0.6494480483301833</c:v>
                </c:pt>
                <c:pt idx="98">
                  <c:v>-0.4539904997395452</c:v>
                </c:pt>
                <c:pt idx="99">
                  <c:v>-0.23344536385590586</c:v>
                </c:pt>
                <c:pt idx="100">
                  <c:v>8.578717400397356e-16</c:v>
                </c:pt>
                <c:pt idx="101">
                  <c:v>0.2334453638559041</c:v>
                </c:pt>
                <c:pt idx="102">
                  <c:v>0.45399049973954675</c:v>
                </c:pt>
                <c:pt idx="103">
                  <c:v>0.6494480483301847</c:v>
                </c:pt>
                <c:pt idx="104">
                  <c:v>0.8090169943749469</c:v>
                </c:pt>
                <c:pt idx="105">
                  <c:v>0.923879532511287</c:v>
                </c:pt>
                <c:pt idx="106">
                  <c:v>0.9876883405951374</c:v>
                </c:pt>
                <c:pt idx="107">
                  <c:v>0.996917333733128</c:v>
                </c:pt>
                <c:pt idx="108">
                  <c:v>0.9510565162951533</c:v>
                </c:pt>
                <c:pt idx="109">
                  <c:v>0.8526401643540911</c:v>
                </c:pt>
                <c:pt idx="110">
                  <c:v>0.7071067811865476</c:v>
                </c:pt>
                <c:pt idx="111">
                  <c:v>0.5224985647159478</c:v>
                </c:pt>
                <c:pt idx="112">
                  <c:v>0.3090169943749484</c:v>
                </c:pt>
                <c:pt idx="113">
                  <c:v>0.07845909572784465</c:v>
                </c:pt>
                <c:pt idx="114">
                  <c:v>-0.15643446504023248</c:v>
                </c:pt>
                <c:pt idx="115">
                  <c:v>-0.3826834323650892</c:v>
                </c:pt>
                <c:pt idx="116">
                  <c:v>-0.5877852522924737</c:v>
                </c:pt>
                <c:pt idx="117">
                  <c:v>-0.7604059656000299</c:v>
                </c:pt>
                <c:pt idx="118">
                  <c:v>-0.8910065241883661</c:v>
                </c:pt>
                <c:pt idx="119">
                  <c:v>-0.9723699203976769</c:v>
                </c:pt>
                <c:pt idx="120">
                  <c:v>-1</c:v>
                </c:pt>
                <c:pt idx="121">
                  <c:v>-0.9723699203976766</c:v>
                </c:pt>
                <c:pt idx="122">
                  <c:v>-0.8910065241883688</c:v>
                </c:pt>
                <c:pt idx="123">
                  <c:v>-0.760405965600029</c:v>
                </c:pt>
                <c:pt idx="124">
                  <c:v>-0.5877852522924726</c:v>
                </c:pt>
                <c:pt idx="125">
                  <c:v>-0.3826834323650912</c:v>
                </c:pt>
                <c:pt idx="126">
                  <c:v>-0.15643446504023115</c:v>
                </c:pt>
                <c:pt idx="127">
                  <c:v>0.07845909572784954</c:v>
                </c:pt>
                <c:pt idx="128">
                  <c:v>0.30901699437494967</c:v>
                </c:pt>
                <c:pt idx="129">
                  <c:v>0.522498564715949</c:v>
                </c:pt>
                <c:pt idx="130">
                  <c:v>0.707106781186546</c:v>
                </c:pt>
                <c:pt idx="131">
                  <c:v>0.8526401643540918</c:v>
                </c:pt>
                <c:pt idx="132">
                  <c:v>0.9510565162951538</c:v>
                </c:pt>
                <c:pt idx="133">
                  <c:v>0.9969173337331281</c:v>
                </c:pt>
                <c:pt idx="134">
                  <c:v>0.9876883405951378</c:v>
                </c:pt>
                <c:pt idx="135">
                  <c:v>0.9238795325112877</c:v>
                </c:pt>
                <c:pt idx="136">
                  <c:v>0.8090169943749461</c:v>
                </c:pt>
                <c:pt idx="137">
                  <c:v>0.6494480483301835</c:v>
                </c:pt>
                <c:pt idx="138">
                  <c:v>0.4539904997395487</c:v>
                </c:pt>
                <c:pt idx="139">
                  <c:v>0.23344536385590967</c:v>
                </c:pt>
                <c:pt idx="140">
                  <c:v>-4.904777002955296e-16</c:v>
                </c:pt>
                <c:pt idx="141">
                  <c:v>-0.23344536385590373</c:v>
                </c:pt>
                <c:pt idx="142">
                  <c:v>-0.4539904997395496</c:v>
                </c:pt>
                <c:pt idx="143">
                  <c:v>-0.6494480483301843</c:v>
                </c:pt>
                <c:pt idx="144">
                  <c:v>-0.8090169943749467</c:v>
                </c:pt>
                <c:pt idx="145">
                  <c:v>-0.9238795325112881</c:v>
                </c:pt>
                <c:pt idx="146">
                  <c:v>-0.9876883405951379</c:v>
                </c:pt>
                <c:pt idx="147">
                  <c:v>-0.9969173337331281</c:v>
                </c:pt>
                <c:pt idx="148">
                  <c:v>-0.9510565162951545</c:v>
                </c:pt>
                <c:pt idx="149">
                  <c:v>-0.8526401643540913</c:v>
                </c:pt>
                <c:pt idx="150">
                  <c:v>-0.7071067811865479</c:v>
                </c:pt>
                <c:pt idx="151">
                  <c:v>-0.5224985647159512</c:v>
                </c:pt>
                <c:pt idx="152">
                  <c:v>-0.3090169943749521</c:v>
                </c:pt>
                <c:pt idx="153">
                  <c:v>-0.07845909572784501</c:v>
                </c:pt>
                <c:pt idx="154">
                  <c:v>0.15643446504023562</c:v>
                </c:pt>
                <c:pt idx="155">
                  <c:v>0.38268343236509217</c:v>
                </c:pt>
                <c:pt idx="156">
                  <c:v>0.5877852522924734</c:v>
                </c:pt>
                <c:pt idx="157">
                  <c:v>0.7604059656000344</c:v>
                </c:pt>
                <c:pt idx="158">
                  <c:v>0.8910065241883692</c:v>
                </c:pt>
                <c:pt idx="159">
                  <c:v>0.9723699203976768</c:v>
                </c:pt>
                <c:pt idx="160">
                  <c:v>1</c:v>
                </c:pt>
                <c:pt idx="161">
                  <c:v>0.9723699203976774</c:v>
                </c:pt>
                <c:pt idx="162">
                  <c:v>0.8910065241883673</c:v>
                </c:pt>
                <c:pt idx="163">
                  <c:v>0.7604059656000316</c:v>
                </c:pt>
                <c:pt idx="164">
                  <c:v>0.5877852522924758</c:v>
                </c:pt>
                <c:pt idx="165">
                  <c:v>0.3826834323650883</c:v>
                </c:pt>
                <c:pt idx="166">
                  <c:v>0.1564344650402315</c:v>
                </c:pt>
                <c:pt idx="167">
                  <c:v>-0.07845909572784918</c:v>
                </c:pt>
                <c:pt idx="168">
                  <c:v>-0.30901699437494934</c:v>
                </c:pt>
                <c:pt idx="169">
                  <c:v>-0.5224985647159487</c:v>
                </c:pt>
                <c:pt idx="170">
                  <c:v>-0.7071067811865508</c:v>
                </c:pt>
                <c:pt idx="171">
                  <c:v>-0.8526401643540935</c:v>
                </c:pt>
                <c:pt idx="172">
                  <c:v>-0.9510565162951536</c:v>
                </c:pt>
                <c:pt idx="173">
                  <c:v>-0.9969173337331279</c:v>
                </c:pt>
                <c:pt idx="174">
                  <c:v>-0.9876883405951384</c:v>
                </c:pt>
                <c:pt idx="175">
                  <c:v>-0.9238795325112865</c:v>
                </c:pt>
                <c:pt idx="176">
                  <c:v>-0.8090169943749483</c:v>
                </c:pt>
                <c:pt idx="177">
                  <c:v>-0.6494480483301865</c:v>
                </c:pt>
                <c:pt idx="178">
                  <c:v>-0.45399049973954586</c:v>
                </c:pt>
                <c:pt idx="179">
                  <c:v>-0.23344536385589967</c:v>
                </c:pt>
                <c:pt idx="180">
                  <c:v>3.6757973393518245e-15</c:v>
                </c:pt>
                <c:pt idx="181">
                  <c:v>0.2334453638559068</c:v>
                </c:pt>
                <c:pt idx="182">
                  <c:v>0.4539904997395461</c:v>
                </c:pt>
                <c:pt idx="183">
                  <c:v>0.6494480483301868</c:v>
                </c:pt>
                <c:pt idx="184">
                  <c:v>0.8090169943749486</c:v>
                </c:pt>
                <c:pt idx="185">
                  <c:v>0.9238795325112866</c:v>
                </c:pt>
                <c:pt idx="186">
                  <c:v>0.9876883405951373</c:v>
                </c:pt>
                <c:pt idx="187">
                  <c:v>0.9969173337331284</c:v>
                </c:pt>
                <c:pt idx="188">
                  <c:v>0.9510565162951535</c:v>
                </c:pt>
                <c:pt idx="189">
                  <c:v>0.8526401643540934</c:v>
                </c:pt>
                <c:pt idx="190">
                  <c:v>0.7071067811865456</c:v>
                </c:pt>
                <c:pt idx="191">
                  <c:v>0.5224985647159485</c:v>
                </c:pt>
                <c:pt idx="192">
                  <c:v>0.30901699437494234</c:v>
                </c:pt>
                <c:pt idx="193">
                  <c:v>0.07845909572784185</c:v>
                </c:pt>
                <c:pt idx="194">
                  <c:v>-0.15643446504023173</c:v>
                </c:pt>
                <c:pt idx="195">
                  <c:v>-0.3826834323650885</c:v>
                </c:pt>
                <c:pt idx="196">
                  <c:v>-0.587785252292476</c:v>
                </c:pt>
                <c:pt idx="197">
                  <c:v>-0.7604059656000318</c:v>
                </c:pt>
                <c:pt idx="198">
                  <c:v>-0.8910065241883675</c:v>
                </c:pt>
                <c:pt idx="199">
                  <c:v>-0.9723699203976759</c:v>
                </c:pt>
                <c:pt idx="200">
                  <c:v>-1</c:v>
                </c:pt>
                <c:pt idx="201">
                  <c:v>-0.9723699203976768</c:v>
                </c:pt>
                <c:pt idx="202">
                  <c:v>-0.8910065241883691</c:v>
                </c:pt>
                <c:pt idx="203">
                  <c:v>-0.7604059656000296</c:v>
                </c:pt>
                <c:pt idx="204">
                  <c:v>-0.5877852522924732</c:v>
                </c:pt>
                <c:pt idx="205">
                  <c:v>-0.38268343236508534</c:v>
                </c:pt>
                <c:pt idx="206">
                  <c:v>-0.15643446504022834</c:v>
                </c:pt>
                <c:pt idx="207">
                  <c:v>0.07845909572784526</c:v>
                </c:pt>
                <c:pt idx="208">
                  <c:v>0.3090169943749456</c:v>
                </c:pt>
                <c:pt idx="209">
                  <c:v>0.5224985647159514</c:v>
                </c:pt>
                <c:pt idx="210">
                  <c:v>0.7071067811865481</c:v>
                </c:pt>
                <c:pt idx="211">
                  <c:v>0.8526401643540914</c:v>
                </c:pt>
                <c:pt idx="212">
                  <c:v>0.9510565162951524</c:v>
                </c:pt>
                <c:pt idx="213">
                  <c:v>0.9969173337331281</c:v>
                </c:pt>
                <c:pt idx="214">
                  <c:v>0.9876883405951379</c:v>
                </c:pt>
                <c:pt idx="215">
                  <c:v>0.9238795325112853</c:v>
                </c:pt>
                <c:pt idx="216">
                  <c:v>0.8090169943749466</c:v>
                </c:pt>
                <c:pt idx="217">
                  <c:v>0.6494480483301841</c:v>
                </c:pt>
                <c:pt idx="218">
                  <c:v>0.45399049973954303</c:v>
                </c:pt>
                <c:pt idx="219">
                  <c:v>0.23344536385590348</c:v>
                </c:pt>
                <c:pt idx="220">
                  <c:v>2.443103791928823e-16</c:v>
                </c:pt>
                <c:pt idx="221">
                  <c:v>-0.233445363855903</c:v>
                </c:pt>
                <c:pt idx="222">
                  <c:v>-0.4539904997395489</c:v>
                </c:pt>
                <c:pt idx="223">
                  <c:v>-0.6494480483301838</c:v>
                </c:pt>
                <c:pt idx="224">
                  <c:v>-0.8090169943749462</c:v>
                </c:pt>
                <c:pt idx="225">
                  <c:v>-0.9238795325112851</c:v>
                </c:pt>
                <c:pt idx="226">
                  <c:v>-0.9876883405951378</c:v>
                </c:pt>
                <c:pt idx="227">
                  <c:v>-0.9969173337331281</c:v>
                </c:pt>
                <c:pt idx="228">
                  <c:v>-0.9510565162951525</c:v>
                </c:pt>
                <c:pt idx="229">
                  <c:v>-0.8526401643540917</c:v>
                </c:pt>
                <c:pt idx="230">
                  <c:v>-0.7071067811865483</c:v>
                </c:pt>
                <c:pt idx="231">
                  <c:v>-0.5224985647159458</c:v>
                </c:pt>
                <c:pt idx="232">
                  <c:v>-0.30901699437494606</c:v>
                </c:pt>
                <c:pt idx="233">
                  <c:v>-0.07845909572784575</c:v>
                </c:pt>
                <c:pt idx="234">
                  <c:v>0.15643446504022787</c:v>
                </c:pt>
                <c:pt idx="235">
                  <c:v>0.3826834323650849</c:v>
                </c:pt>
                <c:pt idx="236">
                  <c:v>0.587785252292467</c:v>
                </c:pt>
                <c:pt idx="237">
                  <c:v>0.7604059656000338</c:v>
                </c:pt>
                <c:pt idx="238">
                  <c:v>0.8910065241883689</c:v>
                </c:pt>
                <c:pt idx="239">
                  <c:v>0.9723699203976766</c:v>
                </c:pt>
                <c:pt idx="240">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time (ms)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autoZero"/>
        <c:auto val="1"/>
        <c:lblAlgn val="ctr"/>
        <c:noMultiLvlLbl val="1"/>
        <c:tickLblSkip val="30"/>
      </c:catAx>
      <c:valAx>
        <c:axId val="2094734552"/>
        <c:scaling>
          <c:orientation val="minMax"/>
          <c:max val="1.2"/>
          <c:min val="-1.2"/>
        </c:scaling>
        <c:delete val="0"/>
        <c:axPos val="l"/>
        <c:majorGridlines>
          <c:spPr>
            <a:ln w="6350" cap="flat">
              <a:solidFill>
                <a:srgbClr val="D9E1EA"/>
              </a:solidFill>
              <a:prstDash val="solid"/>
              <a:round/>
            </a:ln>
          </c:spPr>
        </c:majorGridlines>
        <c:numFmt formatCode="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4"/>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5th-order Butterworth, f_c = 0.4 f_s</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Sheet1!$A$2:$A$52</c:f>
              <c:multiLvlStrCache>
                <c:ptCount val="51"/>
                <c:lvl>
                  <c:pt idx="0">
                    <c:v>0.00</c:v>
                  </c:pt>
                  <c:pt idx="1">
                    <c:v>0.02</c:v>
                  </c:pt>
                  <c:pt idx="2">
                    <c:v>0.04</c:v>
                  </c:pt>
                  <c:pt idx="3">
                    <c:v>0.06</c:v>
                  </c:pt>
                  <c:pt idx="4">
                    <c:v>0.08</c:v>
                  </c:pt>
                  <c:pt idx="5">
                    <c:v>0.10</c:v>
                  </c:pt>
                  <c:pt idx="6">
                    <c:v>0.12</c:v>
                  </c:pt>
                  <c:pt idx="7">
                    <c:v>0.14</c:v>
                  </c:pt>
                  <c:pt idx="8">
                    <c:v>0.16</c:v>
                  </c:pt>
                  <c:pt idx="9">
                    <c:v>0.18</c:v>
                  </c:pt>
                  <c:pt idx="10">
                    <c:v>0.20</c:v>
                  </c:pt>
                  <c:pt idx="11">
                    <c:v>0.22</c:v>
                  </c:pt>
                  <c:pt idx="12">
                    <c:v>0.24</c:v>
                  </c:pt>
                  <c:pt idx="13">
                    <c:v>0.26</c:v>
                  </c:pt>
                  <c:pt idx="14">
                    <c:v>0.28</c:v>
                  </c:pt>
                  <c:pt idx="15">
                    <c:v>0.30</c:v>
                  </c:pt>
                  <c:pt idx="16">
                    <c:v>0.32</c:v>
                  </c:pt>
                  <c:pt idx="17">
                    <c:v>0.34</c:v>
                  </c:pt>
                  <c:pt idx="18">
                    <c:v>0.36</c:v>
                  </c:pt>
                  <c:pt idx="19">
                    <c:v>0.38</c:v>
                  </c:pt>
                  <c:pt idx="20">
                    <c:v>0.40</c:v>
                  </c:pt>
                  <c:pt idx="21">
                    <c:v>0.42</c:v>
                  </c:pt>
                  <c:pt idx="22">
                    <c:v>0.44</c:v>
                  </c:pt>
                  <c:pt idx="23">
                    <c:v>0.46</c:v>
                  </c:pt>
                  <c:pt idx="24">
                    <c:v>0.48</c:v>
                  </c:pt>
                  <c:pt idx="25">
                    <c:v>0.50</c:v>
                  </c:pt>
                  <c:pt idx="26">
                    <c:v>0.52</c:v>
                  </c:pt>
                  <c:pt idx="27">
                    <c:v>0.54</c:v>
                  </c:pt>
                  <c:pt idx="28">
                    <c:v>0.56</c:v>
                  </c:pt>
                  <c:pt idx="29">
                    <c:v>0.58</c:v>
                  </c:pt>
                  <c:pt idx="30">
                    <c:v>0.60</c:v>
                  </c:pt>
                  <c:pt idx="31">
                    <c:v>0.62</c:v>
                  </c:pt>
                  <c:pt idx="32">
                    <c:v>0.64</c:v>
                  </c:pt>
                  <c:pt idx="33">
                    <c:v>0.66</c:v>
                  </c:pt>
                  <c:pt idx="34">
                    <c:v>0.68</c:v>
                  </c:pt>
                  <c:pt idx="35">
                    <c:v>0.70</c:v>
                  </c:pt>
                  <c:pt idx="36">
                    <c:v>0.72</c:v>
                  </c:pt>
                  <c:pt idx="37">
                    <c:v>0.74</c:v>
                  </c:pt>
                  <c:pt idx="38">
                    <c:v>0.76</c:v>
                  </c:pt>
                  <c:pt idx="39">
                    <c:v>0.78</c:v>
                  </c:pt>
                  <c:pt idx="40">
                    <c:v>0.80</c:v>
                  </c:pt>
                  <c:pt idx="41">
                    <c:v>0.82</c:v>
                  </c:pt>
                  <c:pt idx="42">
                    <c:v>0.84</c:v>
                  </c:pt>
                  <c:pt idx="43">
                    <c:v>0.86</c:v>
                  </c:pt>
                  <c:pt idx="44">
                    <c:v>0.88</c:v>
                  </c:pt>
                  <c:pt idx="45">
                    <c:v>0.90</c:v>
                  </c:pt>
                  <c:pt idx="46">
                    <c:v>0.92</c:v>
                  </c:pt>
                  <c:pt idx="47">
                    <c:v>0.94</c:v>
                  </c:pt>
                  <c:pt idx="48">
                    <c:v>0.96</c:v>
                  </c:pt>
                  <c:pt idx="49">
                    <c:v>0.98</c:v>
                  </c:pt>
                  <c:pt idx="50">
                    <c:v>1.00</c:v>
                  </c:pt>
                </c:lvl>
              </c:multiLvlStrCache>
            </c:multiLvlStrRef>
          </c:cat>
          <c:val>
            <c:numRef>
              <c:f>Sheet1!$B$2:$B$52</c:f>
              <c:numCache>
                <c:formatCode>General</c:formatCode>
                <c:ptCount val="51"/>
                <c:pt idx="0">
                  <c:v>0</c:v>
                </c:pt>
                <c:pt idx="1">
                  <c:v>-4.243040852834256e-13</c:v>
                </c:pt>
                <c:pt idx="2">
                  <c:v>-4.3429451781522366e-10</c:v>
                </c:pt>
                <c:pt idx="3">
                  <c:v>-2.5043608342368497e-8</c:v>
                </c:pt>
                <c:pt idx="4">
                  <c:v>-4.447175268510442e-7</c:v>
                </c:pt>
                <c:pt idx="5">
                  <c:v>-0.0000041417529565395065</c:v>
                </c:pt>
                <c:pt idx="6">
                  <c:v>-0.000025644579147969755</c:v>
                </c:pt>
                <c:pt idx="7">
                  <c:v>-0.00011980053700061422</c:v>
                </c:pt>
                <c:pt idx="8">
                  <c:v>-0.00045536689673347536</c:v>
                </c:pt>
                <c:pt idx="9">
                  <c:v>-0.0014785483111400812</c:v>
                </c:pt>
                <c:pt idx="10">
                  <c:v>-0.0042390875196115195</c:v>
                </c:pt>
                <c:pt idx="11">
                  <c:v>-0.010986560773229745</c:v>
                </c:pt>
                <c:pt idx="12">
                  <c:v>-0.026181052699723043</c:v>
                </c:pt>
                <c:pt idx="13">
                  <c:v>-0.058077879010084404</c:v>
                </c:pt>
                <c:pt idx="14">
                  <c:v>-0.12097672789950013</c:v>
                </c:pt>
                <c:pt idx="15">
                  <c:v>-0.23792836285351132</c:v>
                </c:pt>
                <c:pt idx="16">
                  <c:v>-0.4429439404324358</c:v>
                </c:pt>
                <c:pt idx="17">
                  <c:v>-0.7804857950951959</c:v>
                </c:pt>
                <c:pt idx="18">
                  <c:v>-1.29908414952008</c:v>
                </c:pt>
                <c:pt idx="19">
                  <c:v>-2.0377700956497713</c:v>
                </c:pt>
                <c:pt idx="20">
                  <c:v>-3.010299956639812</c:v>
                </c:pt>
                <c:pt idx="21">
                  <c:v>-4.197731787551877</c:v>
                </c:pt>
                <c:pt idx="22">
                  <c:v>-5.555469508572464</c:v>
                </c:pt>
                <c:pt idx="23">
                  <c:v>-7.029091801174748</c:v>
                </c:pt>
                <c:pt idx="24">
                  <c:v>-8.568337620962957</c:v>
                </c:pt>
                <c:pt idx="25">
                  <c:v>-10.133945241238077</c:v>
                </c:pt>
                <c:pt idx="26">
                  <c:v>-11.69846272096873</c:v>
                </c:pt>
                <c:pt idx="27">
                  <c:v>-13.244173716645564</c:v>
                </c:pt>
                <c:pt idx="28">
                  <c:v>-14.760409146830156</c:v>
                </c:pt>
                <c:pt idx="29">
                  <c:v>-16.24124140227487</c:v>
                </c:pt>
                <c:pt idx="30">
                  <c:v>-17.683793641857292</c:v>
                </c:pt>
                <c:pt idx="31">
                  <c:v>-19.087092119089895</c:v>
                </c:pt>
                <c:pt idx="32">
                  <c:v>-20.451318580348964</c:v>
                </c:pt>
                <c:pt idx="33">
                  <c:v>-21.77733432434809</c:v>
                </c:pt>
                <c:pt idx="34">
                  <c:v>-23.066381335191632</c:v>
                </c:pt>
                <c:pt idx="35">
                  <c:v>-24.319896460031924</c:v>
                </c:pt>
                <c:pt idx="36">
                  <c:v>-25.53939702818338</c:v>
                </c:pt>
                <c:pt idx="37">
                  <c:v>-26.726411415892382</c:v>
                </c:pt>
                <c:pt idx="38">
                  <c:v>-27.882437831405333</c:v>
                </c:pt>
                <c:pt idx="39">
                  <c:v>-29.008920791078097</c:v>
                </c:pt>
                <c:pt idx="40">
                  <c:v>-30.10723865391773</c:v>
                </c:pt>
                <c:pt idx="41">
                  <c:v>-31.178698027530274</c:v>
                </c:pt>
                <c:pt idx="42">
                  <c:v>-32.22453239573503</c:v>
                </c:pt>
                <c:pt idx="43">
                  <c:v>-33.245903287852244</c:v>
                </c:pt>
                <c:pt idx="44">
                  <c:v>-34.243902924115105</c:v>
                </c:pt>
                <c:pt idx="45">
                  <c:v>-35.21955766276769</c:v>
                </c:pt>
                <c:pt idx="46">
                  <c:v>-36.17383182440743</c:v>
                </c:pt>
                <c:pt idx="47">
                  <c:v>-37.107631629459505</c:v>
                </c:pt>
                <c:pt idx="48">
                  <c:v>-38.02180908769086</c:v>
                </c:pt>
                <c:pt idx="49">
                  <c:v>-38.91716574486986</c:v>
                </c:pt>
                <c:pt idx="50">
                  <c:v>-39.794456234100494</c:v>
                </c:pt>
              </c:numCache>
            </c:numRef>
          </c:val>
          <c:smooth val="0"/>
        </c:ser>
        <c:ser>
          <c:idx val="1"/>
          <c:order val="1"/>
          <c:tx>
            <c:strRef>
              <c:f>Sheet1!$C$1</c:f>
              <c:strCache>
                <c:ptCount val="1"/>
                <c:pt idx="0">
                  <c:v>ideal brick wall at f_s/2</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Sheet1!$A$2:$A$52</c:f>
              <c:multiLvlStrCache>
                <c:ptCount val="51"/>
                <c:lvl>
                  <c:pt idx="0">
                    <c:v>0.00</c:v>
                  </c:pt>
                  <c:pt idx="1">
                    <c:v>0.02</c:v>
                  </c:pt>
                  <c:pt idx="2">
                    <c:v>0.04</c:v>
                  </c:pt>
                  <c:pt idx="3">
                    <c:v>0.06</c:v>
                  </c:pt>
                  <c:pt idx="4">
                    <c:v>0.08</c:v>
                  </c:pt>
                  <c:pt idx="5">
                    <c:v>0.10</c:v>
                  </c:pt>
                  <c:pt idx="6">
                    <c:v>0.12</c:v>
                  </c:pt>
                  <c:pt idx="7">
                    <c:v>0.14</c:v>
                  </c:pt>
                  <c:pt idx="8">
                    <c:v>0.16</c:v>
                  </c:pt>
                  <c:pt idx="9">
                    <c:v>0.18</c:v>
                  </c:pt>
                  <c:pt idx="10">
                    <c:v>0.20</c:v>
                  </c:pt>
                  <c:pt idx="11">
                    <c:v>0.22</c:v>
                  </c:pt>
                  <c:pt idx="12">
                    <c:v>0.24</c:v>
                  </c:pt>
                  <c:pt idx="13">
                    <c:v>0.26</c:v>
                  </c:pt>
                  <c:pt idx="14">
                    <c:v>0.28</c:v>
                  </c:pt>
                  <c:pt idx="15">
                    <c:v>0.30</c:v>
                  </c:pt>
                  <c:pt idx="16">
                    <c:v>0.32</c:v>
                  </c:pt>
                  <c:pt idx="17">
                    <c:v>0.34</c:v>
                  </c:pt>
                  <c:pt idx="18">
                    <c:v>0.36</c:v>
                  </c:pt>
                  <c:pt idx="19">
                    <c:v>0.38</c:v>
                  </c:pt>
                  <c:pt idx="20">
                    <c:v>0.40</c:v>
                  </c:pt>
                  <c:pt idx="21">
                    <c:v>0.42</c:v>
                  </c:pt>
                  <c:pt idx="22">
                    <c:v>0.44</c:v>
                  </c:pt>
                  <c:pt idx="23">
                    <c:v>0.46</c:v>
                  </c:pt>
                  <c:pt idx="24">
                    <c:v>0.48</c:v>
                  </c:pt>
                  <c:pt idx="25">
                    <c:v>0.50</c:v>
                  </c:pt>
                  <c:pt idx="26">
                    <c:v>0.52</c:v>
                  </c:pt>
                  <c:pt idx="27">
                    <c:v>0.54</c:v>
                  </c:pt>
                  <c:pt idx="28">
                    <c:v>0.56</c:v>
                  </c:pt>
                  <c:pt idx="29">
                    <c:v>0.58</c:v>
                  </c:pt>
                  <c:pt idx="30">
                    <c:v>0.60</c:v>
                  </c:pt>
                  <c:pt idx="31">
                    <c:v>0.62</c:v>
                  </c:pt>
                  <c:pt idx="32">
                    <c:v>0.64</c:v>
                  </c:pt>
                  <c:pt idx="33">
                    <c:v>0.66</c:v>
                  </c:pt>
                  <c:pt idx="34">
                    <c:v>0.68</c:v>
                  </c:pt>
                  <c:pt idx="35">
                    <c:v>0.70</c:v>
                  </c:pt>
                  <c:pt idx="36">
                    <c:v>0.72</c:v>
                  </c:pt>
                  <c:pt idx="37">
                    <c:v>0.74</c:v>
                  </c:pt>
                  <c:pt idx="38">
                    <c:v>0.76</c:v>
                  </c:pt>
                  <c:pt idx="39">
                    <c:v>0.78</c:v>
                  </c:pt>
                  <c:pt idx="40">
                    <c:v>0.80</c:v>
                  </c:pt>
                  <c:pt idx="41">
                    <c:v>0.82</c:v>
                  </c:pt>
                  <c:pt idx="42">
                    <c:v>0.84</c:v>
                  </c:pt>
                  <c:pt idx="43">
                    <c:v>0.86</c:v>
                  </c:pt>
                  <c:pt idx="44">
                    <c:v>0.88</c:v>
                  </c:pt>
                  <c:pt idx="45">
                    <c:v>0.90</c:v>
                  </c:pt>
                  <c:pt idx="46">
                    <c:v>0.92</c:v>
                  </c:pt>
                  <c:pt idx="47">
                    <c:v>0.94</c:v>
                  </c:pt>
                  <c:pt idx="48">
                    <c:v>0.96</c:v>
                  </c:pt>
                  <c:pt idx="49">
                    <c:v>0.98</c:v>
                  </c:pt>
                  <c:pt idx="50">
                    <c:v>1.00</c:v>
                  </c:pt>
                </c:lvl>
              </c:multiLvlStrCache>
            </c:multiLvlStrRef>
          </c:cat>
          <c:val>
            <c:numRef>
              <c:f>Sheet1!$C$2:$C$52</c:f>
              <c:numCache>
                <c:formatCode>General</c:formatCode>
                <c:ptCount val="5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-80</c:v>
                </c:pt>
                <c:pt idx="27">
                  <c:v>-80</c:v>
                </c:pt>
                <c:pt idx="28">
                  <c:v>-80</c:v>
                </c:pt>
                <c:pt idx="29">
                  <c:v>-80</c:v>
                </c:pt>
                <c:pt idx="30">
                  <c:v>-80</c:v>
                </c:pt>
                <c:pt idx="31">
                  <c:v>-80</c:v>
                </c:pt>
                <c:pt idx="32">
                  <c:v>-80</c:v>
                </c:pt>
                <c:pt idx="33">
                  <c:v>-80</c:v>
                </c:pt>
                <c:pt idx="34">
                  <c:v>-80</c:v>
                </c:pt>
                <c:pt idx="35">
                  <c:v>-80</c:v>
                </c:pt>
                <c:pt idx="36">
                  <c:v>-80</c:v>
                </c:pt>
                <c:pt idx="37">
                  <c:v>-80</c:v>
                </c:pt>
                <c:pt idx="38">
                  <c:v>-80</c:v>
                </c:pt>
                <c:pt idx="39">
                  <c:v>-80</c:v>
                </c:pt>
                <c:pt idx="40">
                  <c:v>-80</c:v>
                </c:pt>
                <c:pt idx="41">
                  <c:v>-80</c:v>
                </c:pt>
                <c:pt idx="42">
                  <c:v>-80</c:v>
                </c:pt>
                <c:pt idx="43">
                  <c:v>-80</c:v>
                </c:pt>
                <c:pt idx="44">
                  <c:v>-80</c:v>
                </c:pt>
                <c:pt idx="45">
                  <c:v>-80</c:v>
                </c:pt>
                <c:pt idx="46">
                  <c:v>-80</c:v>
                </c:pt>
                <c:pt idx="47">
                  <c:v>-80</c:v>
                </c:pt>
                <c:pt idx="48">
                  <c:v>-80</c:v>
                </c:pt>
                <c:pt idx="49">
                  <c:v>-80</c:v>
                </c:pt>
                <c:pt idx="50">
                  <c:v>-80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frequency / f_s   (f_s/2 = 0.50)</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5"/>
      </c:catAx>
      <c:valAx>
        <c:axId val="2094734552"/>
        <c:scaling>
          <c:orientation val="minMax"/>
          <c:max val="5"/>
          <c:min val="-8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|H|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samples x[n]</c:v>
                </c:pt>
              </c:strCache>
            </c:strRef>
          </c:tx>
          <c:spPr>
            <a:solidFill>
              <a:srgbClr val="0B1F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Sheet1!$A$2:$A$202</c:f>
              <c:multiLvlStrCache>
                <c:ptCount val="2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lvl>
              </c:multiLvlStrCache>
            </c:multiLvlStrRef>
          </c:cat>
          <c:val>
            <c:numRef>
              <c:f>Sheet1!$B$2:$B$202</c:f>
              <c:numCache>
                <c:formatCode>General</c:formatCode>
                <c:ptCount val="201"/>
                <c:pt idx="0">
                  <c:v>1.2701511529340699</c:v>
                </c:pt>
                <c:pt idx="1">
                  <c:v>0</c:v>
                </c:pt>
                <c:pt idx="2">
                  <c:v>0</c:v>
                </c:pt>
                <c:pt idx="3">
                  <c:v>0</c:v>
                </c:pt>
                <c:pt idx="4">
                  <c:v>0</c:v>
                </c:pt>
                <c:pt idx="5">
                  <c:v>0</c:v>
                </c:pt>
                <c:pt idx="6">
                  <c:v>0</c:v>
                </c:pt>
                <c:pt idx="7">
                  <c:v>0</c:v>
                </c:pt>
                <c:pt idx="8">
                  <c:v>0</c:v>
                </c:pt>
                <c:pt idx="9">
                  <c:v>0</c:v>
                </c:pt>
                <c:pt idx="10">
                  <c:v>0.4254580445445565</c:v>
                </c:pt>
                <c:pt idx="11">
                  <c:v>0</c:v>
                </c:pt>
                <c:pt idx="12">
                  <c:v>0</c:v>
                </c:pt>
                <c:pt idx="13">
                  <c:v>0</c:v>
                </c:pt>
                <c:pt idx="14">
                  <c:v>0</c:v>
                </c:pt>
                <c:pt idx="15">
                  <c:v>0</c:v>
                </c:pt>
                <c:pt idx="16">
                  <c:v>0</c:v>
                </c:pt>
                <c:pt idx="17">
                  <c:v>0</c:v>
                </c:pt>
                <c:pt idx="18">
                  <c:v>0</c:v>
                </c:pt>
                <c:pt idx="19">
                  <c:v>0</c:v>
                </c:pt>
                <c:pt idx="20">
                  <c:v>-0.057279525448665713</c:v>
                </c:pt>
                <c:pt idx="21">
                  <c:v>0</c:v>
                </c:pt>
                <c:pt idx="22">
                  <c:v>0</c:v>
                </c:pt>
                <c:pt idx="23">
                  <c:v>0</c:v>
                </c:pt>
                <c:pt idx="24">
                  <c:v>0</c:v>
                </c:pt>
                <c:pt idx="25">
                  <c:v>0</c:v>
                </c:pt>
                <c:pt idx="26">
                  <c:v>0</c:v>
                </c:pt>
                <c:pt idx="27">
                  <c:v>0</c:v>
                </c:pt>
                <c:pt idx="28">
                  <c:v>0</c:v>
                </c:pt>
                <c:pt idx="29">
                  <c:v>0</c:v>
                </c:pt>
                <c:pt idx="30">
                  <c:v>-0.017276299090245806</c:v>
                </c:pt>
                <c:pt idx="31">
                  <c:v>0</c:v>
                </c:pt>
                <c:pt idx="32">
                  <c:v>0</c:v>
                </c:pt>
                <c:pt idx="33">
                  <c:v>0</c:v>
                </c:pt>
                <c:pt idx="34">
                  <c:v>0</c:v>
                </c:pt>
                <c:pt idx="35">
                  <c:v>0</c:v>
                </c:pt>
                <c:pt idx="36">
                  <c:v>0</c:v>
                </c:pt>
                <c:pt idx="37">
                  <c:v>0</c:v>
                </c:pt>
                <c:pt idx="38">
                  <c:v>0</c:v>
                </c:pt>
                <c:pt idx="39">
                  <c:v>0</c:v>
                </c:pt>
                <c:pt idx="40">
                  <c:v>-0.3695908651466741</c:v>
                </c:pt>
                <c:pt idx="41">
                  <c:v>0</c:v>
                </c:pt>
                <c:pt idx="42">
                  <c:v>0</c:v>
                </c:pt>
                <c:pt idx="43">
                  <c:v>0</c:v>
                </c:pt>
                <c:pt idx="44">
                  <c:v>0</c:v>
                </c:pt>
                <c:pt idx="45">
                  <c:v>0</c:v>
                </c:pt>
                <c:pt idx="46">
                  <c:v>0</c:v>
                </c:pt>
                <c:pt idx="47">
                  <c:v>0</c:v>
                </c:pt>
                <c:pt idx="48">
                  <c:v>0</c:v>
                </c:pt>
                <c:pt idx="49">
                  <c:v>0</c:v>
                </c:pt>
                <c:pt idx="50">
                  <c:v>-1.1815912999070508</c:v>
                </c:pt>
                <c:pt idx="51">
                  <c:v>0</c:v>
                </c:pt>
                <c:pt idx="52">
                  <c:v>0</c:v>
                </c:pt>
                <c:pt idx="53">
                  <c:v>0</c:v>
                </c:pt>
                <c:pt idx="54">
                  <c:v>0</c:v>
                </c:pt>
                <c:pt idx="55">
                  <c:v>0</c:v>
                </c:pt>
                <c:pt idx="56">
                  <c:v>0</c:v>
                </c:pt>
                <c:pt idx="57">
                  <c:v>0</c:v>
                </c:pt>
                <c:pt idx="58">
                  <c:v>0</c:v>
                </c:pt>
                <c:pt idx="59">
                  <c:v>0</c:v>
                </c:pt>
                <c:pt idx="60">
                  <c:v>-1.2939619732122132</c:v>
                </c:pt>
                <c:pt idx="61">
                  <c:v>0</c:v>
                </c:pt>
                <c:pt idx="62">
                  <c:v>0</c:v>
                </c:pt>
                <c:pt idx="63">
                  <c:v>0</c:v>
                </c:pt>
                <c:pt idx="64">
                  <c:v>0</c:v>
                </c:pt>
                <c:pt idx="65">
                  <c:v>0</c:v>
                </c:pt>
                <c:pt idx="66">
                  <c:v>0</c:v>
                </c:pt>
                <c:pt idx="67">
                  <c:v>0</c:v>
                </c:pt>
                <c:pt idx="68">
                  <c:v>0</c:v>
                </c:pt>
                <c:pt idx="69">
                  <c:v>0</c:v>
                </c:pt>
                <c:pt idx="70">
                  <c:v>-0.24898513906479203</c:v>
                </c:pt>
                <c:pt idx="71">
                  <c:v>0</c:v>
                </c:pt>
                <c:pt idx="72">
                  <c:v>0</c:v>
                </c:pt>
                <c:pt idx="73">
                  <c:v>0</c:v>
                </c:pt>
                <c:pt idx="74">
                  <c:v>0</c:v>
                </c:pt>
                <c:pt idx="75">
                  <c:v>0</c:v>
                </c:pt>
                <c:pt idx="76">
                  <c:v>0</c:v>
                </c:pt>
                <c:pt idx="77">
                  <c:v>0</c:v>
                </c:pt>
                <c:pt idx="78">
                  <c:v>0</c:v>
                </c:pt>
                <c:pt idx="79">
                  <c:v>0</c:v>
                </c:pt>
                <c:pt idx="80">
                  <c:v>0.8090099462979852</c:v>
                </c:pt>
                <c:pt idx="81">
                  <c:v>0</c:v>
                </c:pt>
                <c:pt idx="82">
                  <c:v>0</c:v>
                </c:pt>
                <c:pt idx="83">
                  <c:v>0</c:v>
                </c:pt>
                <c:pt idx="84">
                  <c:v>0</c:v>
                </c:pt>
                <c:pt idx="85">
                  <c:v>0</c:v>
                </c:pt>
                <c:pt idx="86">
                  <c:v>0</c:v>
                </c:pt>
                <c:pt idx="87">
                  <c:v>0</c:v>
                </c:pt>
                <c:pt idx="88">
                  <c:v>0</c:v>
                </c:pt>
                <c:pt idx="89">
                  <c:v>0</c:v>
                </c:pt>
                <c:pt idx="90">
                  <c:v>0.8743166059125436</c:v>
                </c:pt>
                <c:pt idx="91">
                  <c:v>0</c:v>
                </c:pt>
                <c:pt idx="92">
                  <c:v>0</c:v>
                </c:pt>
                <c:pt idx="93">
                  <c:v>0</c:v>
                </c:pt>
                <c:pt idx="94">
                  <c:v>0</c:v>
                </c:pt>
                <c:pt idx="95">
                  <c:v>0</c:v>
                </c:pt>
                <c:pt idx="96">
                  <c:v>0</c:v>
                </c:pt>
                <c:pt idx="97">
                  <c:v>0</c:v>
                </c:pt>
                <c:pt idx="98">
                  <c:v>0</c:v>
                </c:pt>
                <c:pt idx="99">
                  <c:v>0</c:v>
                </c:pt>
                <c:pt idx="100">
                  <c:v>0.516375471005962</c:v>
                </c:pt>
                <c:pt idx="101">
                  <c:v>0</c:v>
                </c:pt>
                <c:pt idx="102">
                  <c:v>0</c:v>
                </c:pt>
                <c:pt idx="103">
                  <c:v>0</c:v>
                </c:pt>
                <c:pt idx="104">
                  <c:v>0</c:v>
                </c:pt>
                <c:pt idx="105">
                  <c:v>0</c:v>
                </c:pt>
                <c:pt idx="106">
                  <c:v>0</c:v>
                </c:pt>
                <c:pt idx="107">
                  <c:v>0</c:v>
                </c:pt>
                <c:pt idx="108">
                  <c:v>0</c:v>
                </c:pt>
                <c:pt idx="109">
                  <c:v>0</c:v>
                </c:pt>
                <c:pt idx="110">
                  <c:v>0.6224889307376777</c:v>
                </c:pt>
                <c:pt idx="111">
                  <c:v>0</c:v>
                </c:pt>
                <c:pt idx="112">
                  <c:v>0</c:v>
                </c:pt>
                <c:pt idx="113">
                  <c:v>0</c:v>
                </c:pt>
                <c:pt idx="114">
                  <c:v>0</c:v>
                </c:pt>
                <c:pt idx="115">
                  <c:v>0</c:v>
                </c:pt>
                <c:pt idx="116">
                  <c:v>0</c:v>
                </c:pt>
                <c:pt idx="117">
                  <c:v>0</c:v>
                </c:pt>
                <c:pt idx="118">
                  <c:v>0</c:v>
                </c:pt>
                <c:pt idx="119">
                  <c:v>0</c:v>
                </c:pt>
                <c:pt idx="120">
                  <c:v>0.7458851926366915</c:v>
                </c:pt>
                <c:pt idx="121">
                  <c:v>0</c:v>
                </c:pt>
                <c:pt idx="122">
                  <c:v>0</c:v>
                </c:pt>
                <c:pt idx="123">
                  <c:v>0</c:v>
                </c:pt>
                <c:pt idx="124">
                  <c:v>0</c:v>
                </c:pt>
                <c:pt idx="125">
                  <c:v>0</c:v>
                </c:pt>
                <c:pt idx="126">
                  <c:v>0</c:v>
                </c:pt>
                <c:pt idx="127">
                  <c:v>0</c:v>
                </c:pt>
                <c:pt idx="128">
                  <c:v>0</c:v>
                </c:pt>
                <c:pt idx="129">
                  <c:v>0</c:v>
                </c:pt>
                <c:pt idx="130">
                  <c:v>-0.012980722878563056</c:v>
                </c:pt>
                <c:pt idx="131">
                  <c:v>0</c:v>
                </c:pt>
                <c:pt idx="132">
                  <c:v>0</c:v>
                </c:pt>
                <c:pt idx="133">
                  <c:v>0</c:v>
                </c:pt>
                <c:pt idx="134">
                  <c:v>0</c:v>
                </c:pt>
                <c:pt idx="135">
                  <c:v>0</c:v>
                </c:pt>
                <c:pt idx="136">
                  <c:v>0</c:v>
                </c:pt>
                <c:pt idx="137">
                  <c:v>0</c:v>
                </c:pt>
                <c:pt idx="138">
                  <c:v>0</c:v>
                </c:pt>
                <c:pt idx="139">
                  <c:v>0</c:v>
                </c:pt>
                <c:pt idx="140">
                  <c:v>-1.171678826318767</c:v>
                </c:pt>
                <c:pt idx="141">
                  <c:v>0</c:v>
                </c:pt>
                <c:pt idx="142">
                  <c:v>0</c:v>
                </c:pt>
                <c:pt idx="143">
                  <c:v>0</c:v>
                </c:pt>
                <c:pt idx="144">
                  <c:v>0</c:v>
                </c:pt>
                <c:pt idx="145">
                  <c:v>0</c:v>
                </c:pt>
                <c:pt idx="146">
                  <c:v>0</c:v>
                </c:pt>
                <c:pt idx="147">
                  <c:v>0</c:v>
                </c:pt>
                <c:pt idx="148">
                  <c:v>0</c:v>
                </c:pt>
                <c:pt idx="149">
                  <c:v>0</c:v>
                </c:pt>
                <c:pt idx="150">
                  <c:v>-1.3869434316721283</c:v>
                </c:pt>
                <c:pt idx="151">
                  <c:v>0</c:v>
                </c:pt>
                <c:pt idx="152">
                  <c:v>0</c:v>
                </c:pt>
                <c:pt idx="153">
                  <c:v>0</c:v>
                </c:pt>
                <c:pt idx="154">
                  <c:v>0</c:v>
                </c:pt>
                <c:pt idx="155">
                  <c:v>0</c:v>
                </c:pt>
                <c:pt idx="156">
                  <c:v>0</c:v>
                </c:pt>
                <c:pt idx="157">
                  <c:v>0</c:v>
                </c:pt>
                <c:pt idx="158">
                  <c:v>0</c:v>
                </c:pt>
                <c:pt idx="159">
                  <c:v>0</c:v>
                </c:pt>
                <c:pt idx="160">
                  <c:v>-0.5433489054269998</c:v>
                </c:pt>
                <c:pt idx="161">
                  <c:v>0</c:v>
                </c:pt>
                <c:pt idx="162">
                  <c:v>0</c:v>
                </c:pt>
                <c:pt idx="163">
                  <c:v>0</c:v>
                </c:pt>
                <c:pt idx="164">
                  <c:v>0</c:v>
                </c:pt>
                <c:pt idx="165">
                  <c:v>0</c:v>
                </c:pt>
                <c:pt idx="166">
                  <c:v>0</c:v>
                </c:pt>
                <c:pt idx="167">
                  <c:v>0</c:v>
                </c:pt>
                <c:pt idx="168">
                  <c:v>0</c:v>
                </c:pt>
                <c:pt idx="169">
                  <c:v>0</c:v>
                </c:pt>
                <c:pt idx="170">
                  <c:v>0.14452051858256992</c:v>
                </c:pt>
                <c:pt idx="171">
                  <c:v>0</c:v>
                </c:pt>
                <c:pt idx="172">
                  <c:v>0</c:v>
                </c:pt>
                <c:pt idx="173">
                  <c:v>0</c:v>
                </c:pt>
                <c:pt idx="174">
                  <c:v>0</c:v>
                </c:pt>
                <c:pt idx="175">
                  <c:v>0</c:v>
                </c:pt>
                <c:pt idx="176">
                  <c:v>0</c:v>
                </c:pt>
                <c:pt idx="177">
                  <c:v>0</c:v>
                </c:pt>
                <c:pt idx="178">
                  <c:v>0</c:v>
                </c:pt>
                <c:pt idx="179">
                  <c:v>0</c:v>
                </c:pt>
                <c:pt idx="180">
                  <c:v>0.15703555151035514</c:v>
                </c:pt>
                <c:pt idx="181">
                  <c:v>0</c:v>
                </c:pt>
                <c:pt idx="182">
                  <c:v>0</c:v>
                </c:pt>
                <c:pt idx="183">
                  <c:v>0</c:v>
                </c:pt>
                <c:pt idx="184">
                  <c:v>0</c:v>
                </c:pt>
                <c:pt idx="185">
                  <c:v>0</c:v>
                </c:pt>
                <c:pt idx="186">
                  <c:v>0</c:v>
                </c:pt>
                <c:pt idx="187">
                  <c:v>0</c:v>
                </c:pt>
                <c:pt idx="188">
                  <c:v>0</c:v>
                </c:pt>
                <c:pt idx="189">
                  <c:v>0</c:v>
                </c:pt>
                <c:pt idx="190">
                  <c:v>0.3173828300654528</c:v>
                </c:pt>
                <c:pt idx="191">
                  <c:v>0</c:v>
                </c:pt>
                <c:pt idx="192">
                  <c:v>0</c:v>
                </c:pt>
                <c:pt idx="193">
                  <c:v>0</c:v>
                </c:pt>
                <c:pt idx="194">
                  <c:v>0</c:v>
                </c:pt>
                <c:pt idx="195">
                  <c:v>0</c:v>
                </c:pt>
                <c:pt idx="196">
                  <c:v>0</c:v>
                </c:pt>
                <c:pt idx="197">
                  <c:v>0</c:v>
                </c:pt>
                <c:pt idx="198">
                  <c:v>0</c:v>
                </c:pt>
                <c:pt idx="199">
                  <c:v>0</c:v>
                </c:pt>
                <c:pt idx="200">
                  <c:v>1.028745243777404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lineChart>
        <c:varyColors val="0"/>
        <c:ser>
          <c:idx val="1"/>
          <c:order val="1"/>
          <c:tx>
            <c:strRef>
              <c:f>Sheet1!$C$1</c:f>
              <c:strCache>
                <c:ptCount val="1"/>
                <c:pt idx="0">
                  <c:v>sinc reconstruction (= original)</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B703"/>
              </a:solidFill>
              <a:ln w="9525" cap="flat">
                <a:solidFill>
                  <a:srgbClr val="2EC4B6"/>
                </a:solidFill>
                <a:prstDash val="solid"/>
                <a:round/>
              </a:ln>
              <a:effectLst/>
            </c:spPr>
          </c:marker>
          <c:cat>
            <c:multiLvlStrRef>
              <c:f>Sheet1!$A$2:$A$202</c:f>
              <c:multiLvlStrCache>
                <c:ptCount val="2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lvl>
              </c:multiLvlStrCache>
            </c:multiLvlStrRef>
          </c:cat>
          <c:val>
            <c:numRef>
              <c:f>Sheet1!$C$2:$C$202</c:f>
              <c:numCache>
                <c:formatCode>General</c:formatCode>
                <c:ptCount val="201"/>
                <c:pt idx="0">
                  <c:v>1.2701511529340694</c:v>
                </c:pt>
                <c:pt idx="1">
                  <c:v>1.205127321198038</c:v>
                </c:pt>
                <c:pt idx="2">
                  <c:v>1.1318079719340677</c:v>
                </c:pt>
                <c:pt idx="3">
                  <c:v>1.0515996888932537</c:v>
                </c:pt>
                <c:pt idx="4">
                  <c:v>0.9659932501033002</c:v>
                </c:pt>
                <c:pt idx="5">
                  <c:v>0.8765344852468184</c:v>
                </c:pt>
                <c:pt idx="6">
                  <c:v>0.7847934055792504</c:v>
                </c:pt>
                <c:pt idx="7">
                  <c:v>0.6923322292731933</c:v>
                </c:pt>
                <c:pt idx="8">
                  <c:v>0.6006730332423853</c:v>
                </c:pt>
                <c:pt idx="9">
                  <c:v>0.5112658458784071</c:v>
                </c:pt>
                <c:pt idx="10">
                  <c:v>0.42545804454455705</c:v>
                </c:pt>
                <c:pt idx="11">
                  <c:v>0.3444659305740424</c:v>
                </c:pt>
                <c:pt idx="12">
                  <c:v>0.26934931965834813</c:v>
                </c:pt>
                <c:pt idx="13">
                  <c:v>0.20098990723041799</c:v>
                </c:pt>
                <c:pt idx="14">
                  <c:v>0.1400740506483786</c:v>
                </c:pt>
                <c:pt idx="15">
                  <c:v>0.08708045974283808</c:v>
                </c:pt>
                <c:pt idx="16">
                  <c:v>0.04227311416713193</c:v>
                </c:pt>
                <c:pt idx="17">
                  <c:v>0.0056995411285133135</c:v>
                </c:pt>
                <c:pt idx="18">
                  <c:v>-0.02280559783097235</c:v>
                </c:pt>
                <c:pt idx="19">
                  <c:v>-0.04361183611218523</c:v>
                </c:pt>
                <c:pt idx="20">
                  <c:v>-0.05727952544866541</c:v>
                </c:pt>
                <c:pt idx="21">
                  <c:v>-0.06454225614829016</c:v>
                </c:pt>
                <c:pt idx="22">
                  <c:v>-0.06628566873815224</c:v>
                </c:pt>
                <c:pt idx="23">
                  <c:v>-0.0635233089367164</c:v>
                </c:pt>
                <c:pt idx="24">
                  <c:v>-0.05737020222616041</c:v>
                </c:pt>
                <c:pt idx="25">
                  <c:v>-0.04901481965154225</c:v>
                </c:pt>
                <c:pt idx="26">
                  <c:v>-0.03969007886219451</c:v>
                </c:pt>
                <c:pt idx="27">
                  <c:v>-0.030643981082493006</c:v>
                </c:pt>
                <c:pt idx="28">
                  <c:v>-0.02311043325023988</c:v>
                </c:pt>
                <c:pt idx="29">
                  <c:v>-0.01828075207762557</c:v>
                </c:pt>
                <c:pt idx="30">
                  <c:v>-0.017276299090245965</c:v>
                </c:pt>
                <c:pt idx="31">
                  <c:v>-0.021122656754438026</c:v>
                </c:pt>
                <c:pt idx="32">
                  <c:v>-0.030725727390741763</c:v>
                </c:pt>
                <c:pt idx="33">
                  <c:v>-0.04685011819779548</c:v>
                </c:pt>
                <c:pt idx="34">
                  <c:v>-0.07010016479653958</c:v>
                </c:pt>
                <c:pt idx="35">
                  <c:v>-0.10090393800608594</c:v>
                </c:pt>
                <c:pt idx="36">
                  <c:v>-0.13950056878247047</c:v>
                </c:pt>
                <c:pt idx="37">
                  <c:v>-0.18593120875908759</c:v>
                </c:pt>
                <c:pt idx="38">
                  <c:v>-0.24003391341228958</c:v>
                </c:pt>
                <c:pt idx="39">
                  <c:v>-0.3014426874462912</c:v>
                </c:pt>
                <c:pt idx="40">
                  <c:v>-0.3695908651466748</c:v>
                </c:pt>
                <c:pt idx="41">
                  <c:v>-0.44371891185798423</c:v>
                </c:pt>
                <c:pt idx="42">
                  <c:v>-0.5228866282809628</c:v>
                </c:pt>
                <c:pt idx="43">
                  <c:v>-0.6059896209601148</c:v>
                </c:pt>
                <c:pt idx="44">
                  <c:v>-0.6917797759337703</c:v>
                </c:pt>
                <c:pt idx="45">
                  <c:v>-0.7788893451025587</c:v>
                </c:pt>
                <c:pt idx="46">
                  <c:v>-0.8658581340993016</c:v>
                </c:pt>
                <c:pt idx="47">
                  <c:v>-0.9511631738535697</c:v>
                </c:pt>
                <c:pt idx="48">
                  <c:v>-1.0332501723444234</c:v>
                </c:pt>
                <c:pt idx="49">
                  <c:v>-1.110565983475164</c:v>
                </c:pt>
                <c:pt idx="50">
                  <c:v>-1.1815912999070506</c:v>
                </c:pt>
                <c:pt idx="51">
                  <c:v>-1.244872777180707</c:v>
                </c:pt>
                <c:pt idx="52">
                  <c:v>-1.2990538264186011</c:v>
                </c:pt>
                <c:pt idx="53">
                  <c:v>-1.3429033691639336</c:v>
                </c:pt>
                <c:pt idx="54">
                  <c:v>-1.3753419256175674</c:v>
                </c:pt>
                <c:pt idx="55">
                  <c:v>-1.3954645006947877</c:v>
                </c:pt>
                <c:pt idx="56">
                  <c:v>-1.4025598344421144</c:v>
                </c:pt>
                <c:pt idx="57">
                  <c:v>-1.3961256880890416</c:v>
                </c:pt>
                <c:pt idx="58">
                  <c:v>-1.3758799387790133</c:v>
                </c:pt>
                <c:pt idx="59">
                  <c:v>-1.3417673505034695</c:v>
                </c:pt>
                <c:pt idx="60">
                  <c:v>-1.2939619732122134</c:v>
                </c:pt>
                <c:pt idx="61">
                  <c:v>-1.2328651954686467</c:v>
                </c:pt>
                <c:pt idx="62">
                  <c:v>-1.1590995389743037</c:v>
                </c:pt>
                <c:pt idx="63">
                  <c:v>-1.0734983377857328</c:v>
                </c:pt>
                <c:pt idx="64">
                  <c:v>-0.9770914940094708</c:v>
                </c:pt>
                <c:pt idx="65">
                  <c:v>-0.8710875485123882</c:v>
                </c:pt>
                <c:pt idx="66">
                  <c:v>-0.7568523528803331</c:v>
                </c:pt>
                <c:pt idx="67">
                  <c:v>-0.6358846799378001</c:v>
                </c:pt>
                <c:pt idx="68">
                  <c:v>-0.5097891658795223</c:v>
                </c:pt>
                <c:pt idx="69">
                  <c:v>-0.38024703726981485</c:v>
                </c:pt>
                <c:pt idx="70">
                  <c:v>-0.2489851390647921</c:v>
                </c:pt>
                <c:pt idx="71">
                  <c:v>-0.11774384214300555</c:v>
                </c:pt>
                <c:pt idx="72">
                  <c:v>0.011755533877743703</c:v>
                </c:pt>
                <c:pt idx="73">
                  <c:v>0.13784309972921605</c:v>
                </c:pt>
                <c:pt idx="74">
                  <c:v>0.25893186332007045</c:v>
                </c:pt>
                <c:pt idx="75">
                  <c:v>0.3735475594205524</c:v>
                </c:pt>
                <c:pt idx="76">
                  <c:v>0.48035613118444775</c:v>
                </c:pt>
                <c:pt idx="77">
                  <c:v>0.5781881932927464</c:v>
                </c:pt>
                <c:pt idx="78">
                  <c:v>0.6660598746831503</c:v>
                </c:pt>
                <c:pt idx="79">
                  <c:v>0.7431895327001407</c:v>
                </c:pt>
                <c:pt idx="80">
                  <c:v>0.8090099462979846</c:v>
                </c:pt>
                <c:pt idx="81">
                  <c:v>0.8631757280665976</c:v>
                </c:pt>
                <c:pt idx="82">
                  <c:v>0.9055658363697414</c:v>
                </c:pt>
                <c:pt idx="83">
                  <c:v>0.9362812120610117</c:v>
                </c:pt>
                <c:pt idx="84">
                  <c:v>0.9556377012758179</c:v>
                </c:pt>
                <c:pt idx="85">
                  <c:v>0.9641545495224955</c:v>
                </c:pt>
                <c:pt idx="86">
                  <c:v>0.962538856833951</c:v>
                </c:pt>
                <c:pt idx="87">
                  <c:v>0.9516664650204445</c:v>
                </c:pt>
                <c:pt idx="88">
                  <c:v>0.93255980415272</c:v>
                </c:pt>
                <c:pt idx="89">
                  <c:v>0.9063632566220957</c:v>
                </c:pt>
                <c:pt idx="90">
                  <c:v>0.874316605912544</c:v>
                </c:pt>
                <c:pt idx="91">
                  <c:v>0.8377271277912066</c:v>
                </c:pt>
                <c:pt idx="92">
                  <c:v>0.7979408594168312</c:v>
                </c:pt>
                <c:pt idx="93">
                  <c:v>0.7563135528737318</c:v>
                </c:pt>
                <c:pt idx="94">
                  <c:v>0.7141817896794667</c:v>
                </c:pt>
                <c:pt idx="95">
                  <c:v>0.6728347068226359</c:v>
                </c:pt>
                <c:pt idx="96">
                  <c:v>0.6334867663122417</c:v>
                </c:pt>
                <c:pt idx="97">
                  <c:v>0.5972519905934504</c:v>
                </c:pt>
                <c:pt idx="98">
                  <c:v>0.5651200849121453</c:v>
                </c:pt>
                <c:pt idx="99">
                  <c:v>0.5379348721165322</c:v>
                </c:pt>
                <c:pt idx="100">
                  <c:v>0.5163754710059627</c:v>
                </c:pt>
                <c:pt idx="101">
                  <c:v>0.5009406504473358</c:v>
                </c:pt>
                <c:pt idx="102">
                  <c:v>0.49193678177774264</c:v>
                </c:pt>
                <c:pt idx="103">
                  <c:v>0.4894697854173844</c:v>
                </c:pt>
                <c:pt idx="104">
                  <c:v>0.4934414190745168</c:v>
                </c:pt>
                <c:pt idx="105">
                  <c:v>0.5035501811343225</c:v>
                </c:pt>
                <c:pt idx="106">
                  <c:v>0.5192970028132408</c:v>
                </c:pt>
                <c:pt idx="107">
                  <c:v>0.5399957781245939</c:v>
                </c:pt>
                <c:pt idx="108">
                  <c:v>0.5647886360722298</c:v>
                </c:pt>
                <c:pt idx="109">
                  <c:v>0.5926657017108173</c:v>
                </c:pt>
                <c:pt idx="110">
                  <c:v>0.6224889307376782</c:v>
                </c:pt>
                <c:pt idx="111">
                  <c:v>0.6530194463346473</c:v>
                </c:pt>
                <c:pt idx="112">
                  <c:v>0.6829476676455059</c:v>
                </c:pt>
                <c:pt idx="113">
                  <c:v>0.7109254065202015</c:v>
                </c:pt>
                <c:pt idx="114">
                  <c:v>0.7355990313637499</c:v>
                </c:pt>
                <c:pt idx="115">
                  <c:v>0.7556427600542855</c:v>
                </c:pt>
                <c:pt idx="116">
                  <c:v>0.7697911508489731</c:v>
                </c:pt>
                <c:pt idx="117">
                  <c:v>0.7768699104886708</c:v>
                </c:pt>
                <c:pt idx="118">
                  <c:v>0.7758242284339358</c:v>
                </c:pt>
                <c:pt idx="119">
                  <c:v>0.7657439683025508</c:v>
                </c:pt>
                <c:pt idx="120">
                  <c:v>0.7458851926366914</c:v>
                </c:pt>
                <c:pt idx="121">
                  <c:v>0.7156876540056637</c:v>
                </c:pt>
                <c:pt idx="122">
                  <c:v>0.6747880424870446</c:v>
                </c:pt>
                <c:pt idx="123">
                  <c:v>0.6230289256544375</c:v>
                </c:pt>
                <c:pt idx="124">
                  <c:v>0.560463442835707</c:v>
                </c:pt>
                <c:pt idx="125">
                  <c:v>0.4873559136112048</c:v>
                </c:pt>
                <c:pt idx="126">
                  <c:v>0.40417858748740154</c:v>
                </c:pt>
                <c:pt idx="127">
                  <c:v>0.311604797097671</c:v>
                </c:pt>
                <c:pt idx="128">
                  <c:v>0.21049878430486282</c:v>
                </c:pt>
                <c:pt idx="129">
                  <c:v>0.10190245343464921</c:v>
                </c:pt>
                <c:pt idx="130">
                  <c:v>-0.012980722878563283</c:v>
                </c:pt>
                <c:pt idx="131">
                  <c:v>-0.13280445217468642</c:v>
                </c:pt>
                <c:pt idx="132">
                  <c:v>-0.25610085787948694</c:v>
                </c:pt>
                <c:pt idx="133">
                  <c:v>-0.38130404546195906</c:v>
                </c:pt>
                <c:pt idx="134">
                  <c:v>-0.5067758298262773</c:v>
                </c:pt>
                <c:pt idx="135">
                  <c:v>-0.6308334154106725</c:v>
                </c:pt>
                <c:pt idx="136">
                  <c:v>-0.7517787536853727</c:v>
                </c:pt>
                <c:pt idx="137">
                  <c:v>-0.867929211712459</c:v>
                </c:pt>
                <c:pt idx="138">
                  <c:v>-0.9776490769799051</c:v>
                </c:pt>
                <c:pt idx="139">
                  <c:v>-1.079381307716655</c:v>
                </c:pt>
                <c:pt idx="140">
                  <c:v>-1.171678826318767</c:v>
                </c:pt>
                <c:pt idx="141">
                  <c:v>-1.2532345592852576</c:v>
                </c:pt>
                <c:pt idx="142">
                  <c:v>-1.3229093626999164</c:v>
                </c:pt>
                <c:pt idx="143">
                  <c:v>-1.3797569485918044</c:v>
                </c:pt>
                <c:pt idx="144">
                  <c:v>-1.4230449523053483</c:v>
                </c:pt>
                <c:pt idx="145">
                  <c:v>-1.452271358247486</c:v>
                </c:pt>
                <c:pt idx="146">
                  <c:v>-1.4671756304853065</c:v>
                </c:pt>
                <c:pt idx="147">
                  <c:v>-1.4677440703994737</c:v>
                </c:pt>
                <c:pt idx="148">
                  <c:v>-1.454209136329446</c:v>
                </c:pt>
                <c:pt idx="149">
                  <c:v>-1.4270426965990646</c:v>
                </c:pt>
                <c:pt idx="150">
                  <c:v>-1.3869434316721283</c:v>
                </c:pt>
                <c:pt idx="151">
                  <c:v>-1.3348188364987554</c:v>
                </c:pt>
                <c:pt idx="152">
                  <c:v>-1.2717624838086978</c:v>
                </c:pt>
                <c:pt idx="153">
                  <c:v>-1.199027378545497</c:v>
                </c:pt>
                <c:pt idx="154">
                  <c:v>-1.1179963514739586</c:v>
                </c:pt>
                <c:pt idx="155">
                  <c:v>-1.0301504992696386</c:v>
                </c:pt>
                <c:pt idx="156">
                  <c:v>-0.9370366771978624</c:v>
                </c:pt>
                <c:pt idx="157">
                  <c:v>-0.8402349921316863</c:v>
                </c:pt>
                <c:pt idx="158">
                  <c:v>-0.741327136376989</c:v>
                </c:pt>
                <c:pt idx="159">
                  <c:v>-0.6418662589104841</c:v>
                </c:pt>
                <c:pt idx="160">
                  <c:v>-0.5433489054270007</c:v>
                </c:pt>
                <c:pt idx="161">
                  <c:v>-0.4471893886516119</c:v>
                </c:pt>
                <c:pt idx="162">
                  <c:v>-0.35469679204087506</c:v>
                </c:pt>
                <c:pt idx="163">
                  <c:v>-0.26705467770283325</c:v>
                </c:pt>
                <c:pt idx="164">
                  <c:v>-0.18530347416734236</c:v>
                </c:pt>
                <c:pt idx="165">
                  <c:v>-0.11032546810593268</c:v>
                </c:pt>
                <c:pt idx="166">
                  <c:v>-0.042832317645927986</c:v>
                </c:pt>
                <c:pt idx="167">
                  <c:v>0.0166449603457368</c:v>
                </c:pt>
                <c:pt idx="168">
                  <c:v>0.0677635095072409</c:v>
                </c:pt>
                <c:pt idx="169">
                  <c:v>0.11037355350170025</c:v>
                </c:pt>
                <c:pt idx="170">
                  <c:v>0.1445205185825696</c:v>
                </c:pt>
                <c:pt idx="171">
                  <c:v>0.1704440831603424</c:v>
                </c:pt>
                <c:pt idx="172">
                  <c:v>0.188573827262478</c:v>
                </c:pt>
                <c:pt idx="173">
                  <c:v>0.19952114452262962</c:v>
                </c:pt>
                <c:pt idx="174">
                  <c:v>0.20406711890000262</c:v>
                </c:pt>
                <c:pt idx="175">
                  <c:v>0.203146161554474</c:v>
                </c:pt>
                <c:pt idx="176">
                  <c:v>0.19782534823157003</c:v>
                </c:pt>
                <c:pt idx="177">
                  <c:v>0.18927958635000178</c:v>
                </c:pt>
                <c:pt idx="178">
                  <c:v>0.17876296065888964</c:v>
                </c:pt>
                <c:pt idx="179">
                  <c:v>0.16757683959844402</c:v>
                </c:pt>
                <c:pt idx="180">
                  <c:v>0.15703555151035528</c:v>
                </c:pt>
                <c:pt idx="181">
                  <c:v>0.14843064002766773</c:v>
                </c:pt>
                <c:pt idx="182">
                  <c:v>0.14299486202566564</c:v>
                </c:pt>
                <c:pt idx="183">
                  <c:v>0.14186718333381412</c:v>
                </c:pt>
                <c:pt idx="184">
                  <c:v>0.14606004575823478</c:v>
                </c:pt>
                <c:pt idx="185">
                  <c:v>0.15643011870179685</c:v>
                </c:pt>
                <c:pt idx="186">
                  <c:v>0.1736536114059589</c:v>
                </c:pt>
                <c:pt idx="187">
                  <c:v>0.19820701595737478</c:v>
                </c:pt>
                <c:pt idx="188">
                  <c:v>0.23035389121644656</c:v>
                </c:pt>
                <c:pt idx="189">
                  <c:v>0.27013800313335795</c:v>
                </c:pt>
                <c:pt idx="190">
                  <c:v>0.31738283006545337</c:v>
                </c:pt>
                <c:pt idx="191">
                  <c:v>0.37169714632204603</c:v>
                </c:pt>
                <c:pt idx="192">
                  <c:v>0.4324861357426851</c:v>
                </c:pt>
                <c:pt idx="193">
                  <c:v>0.498967278929691</c:v>
                </c:pt>
                <c:pt idx="194">
                  <c:v>0.5701901170159762</c:v>
                </c:pt>
                <c:pt idx="195">
                  <c:v>0.6450589293625015</c:v>
                </c:pt>
                <c:pt idx="196">
                  <c:v>0.7223573730233251</c:v>
                </c:pt>
                <c:pt idx="197">
                  <c:v>0.800774211702173</c:v>
                </c:pt>
                <c:pt idx="198">
                  <c:v>0.878929398272098</c:v>
                </c:pt>
                <c:pt idx="199">
                  <c:v>0.9553999495852168</c:v>
                </c:pt>
                <c:pt idx="200">
                  <c:v>1.0287452437774043</c:v>
                </c:pt>
              </c:numCache>
            </c:numRef>
          </c:val>
          <c:smooth val="0"/>
        </c:ser>
        <c:ser>
          <c:idx val="2"/>
          <c:order val="2"/>
          <c:tx>
            <c:strRef>
              <c:f>Sheet1!$D$1</c:f>
              <c:strCache>
                <c:ptCount val="1"/>
                <c:pt idx="0">
                  <c:v>DAC staircase (zero-order hold)</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FFB703"/>
                </a:solidFill>
                <a:prstDash val="solid"/>
                <a:round/>
              </a:ln>
              <a:effectLst/>
            </c:spPr>
          </c:marker>
          <c:cat>
            <c:multiLvlStrRef>
              <c:f>Sheet1!$A$2:$A$202</c:f>
              <c:multiLvlStrCache>
                <c:ptCount val="2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lvl>
              </c:multiLvlStrCache>
            </c:multiLvlStrRef>
          </c:cat>
          <c:val>
            <c:numRef>
              <c:f>Sheet1!$D$2:$D$202</c:f>
              <c:numCache>
                <c:formatCode>General</c:formatCode>
                <c:ptCount val="201"/>
                <c:pt idx="0">
                  <c:v>1.2701511529340699</c:v>
                </c:pt>
                <c:pt idx="1">
                  <c:v>1.2701511529340699</c:v>
                </c:pt>
                <c:pt idx="2">
                  <c:v>1.2701511529340699</c:v>
                </c:pt>
                <c:pt idx="3">
                  <c:v>1.2701511529340699</c:v>
                </c:pt>
                <c:pt idx="4">
                  <c:v>1.2701511529340699</c:v>
                </c:pt>
                <c:pt idx="5">
                  <c:v>1.2701511529340699</c:v>
                </c:pt>
                <c:pt idx="6">
                  <c:v>1.2701511529340699</c:v>
                </c:pt>
                <c:pt idx="7">
                  <c:v>1.2701511529340699</c:v>
                </c:pt>
                <c:pt idx="8">
                  <c:v>1.2701511529340699</c:v>
                </c:pt>
                <c:pt idx="9">
                  <c:v>1.2701511529340699</c:v>
                </c:pt>
                <c:pt idx="10">
                  <c:v>0.4254580445445565</c:v>
                </c:pt>
                <c:pt idx="11">
                  <c:v>0.4254580445445565</c:v>
                </c:pt>
                <c:pt idx="12">
                  <c:v>0.4254580445445565</c:v>
                </c:pt>
                <c:pt idx="13">
                  <c:v>0.4254580445445565</c:v>
                </c:pt>
                <c:pt idx="14">
                  <c:v>0.4254580445445565</c:v>
                </c:pt>
                <c:pt idx="15">
                  <c:v>0.4254580445445565</c:v>
                </c:pt>
                <c:pt idx="16">
                  <c:v>0.4254580445445565</c:v>
                </c:pt>
                <c:pt idx="17">
                  <c:v>0.4254580445445565</c:v>
                </c:pt>
                <c:pt idx="18">
                  <c:v>0.4254580445445565</c:v>
                </c:pt>
                <c:pt idx="19">
                  <c:v>0.4254580445445565</c:v>
                </c:pt>
                <c:pt idx="20">
                  <c:v>-0.057279525448665713</c:v>
                </c:pt>
                <c:pt idx="21">
                  <c:v>-0.057279525448665713</c:v>
                </c:pt>
                <c:pt idx="22">
                  <c:v>-0.057279525448665713</c:v>
                </c:pt>
                <c:pt idx="23">
                  <c:v>-0.057279525448665713</c:v>
                </c:pt>
                <c:pt idx="24">
                  <c:v>-0.057279525448665713</c:v>
                </c:pt>
                <c:pt idx="25">
                  <c:v>-0.057279525448665713</c:v>
                </c:pt>
                <c:pt idx="26">
                  <c:v>-0.057279525448665713</c:v>
                </c:pt>
                <c:pt idx="27">
                  <c:v>-0.057279525448665713</c:v>
                </c:pt>
                <c:pt idx="28">
                  <c:v>-0.057279525448665713</c:v>
                </c:pt>
                <c:pt idx="29">
                  <c:v>-0.057279525448665713</c:v>
                </c:pt>
                <c:pt idx="30">
                  <c:v>-0.017276299090245806</c:v>
                </c:pt>
                <c:pt idx="31">
                  <c:v>-0.017276299090245806</c:v>
                </c:pt>
                <c:pt idx="32">
                  <c:v>-0.017276299090245806</c:v>
                </c:pt>
                <c:pt idx="33">
                  <c:v>-0.017276299090245806</c:v>
                </c:pt>
                <c:pt idx="34">
                  <c:v>-0.017276299090245806</c:v>
                </c:pt>
                <c:pt idx="35">
                  <c:v>-0.017276299090245806</c:v>
                </c:pt>
                <c:pt idx="36">
                  <c:v>-0.017276299090245806</c:v>
                </c:pt>
                <c:pt idx="37">
                  <c:v>-0.017276299090245806</c:v>
                </c:pt>
                <c:pt idx="38">
                  <c:v>-0.017276299090245806</c:v>
                </c:pt>
                <c:pt idx="39">
                  <c:v>-0.017276299090245806</c:v>
                </c:pt>
                <c:pt idx="40">
                  <c:v>-0.3695908651466741</c:v>
                </c:pt>
                <c:pt idx="41">
                  <c:v>-0.3695908651466741</c:v>
                </c:pt>
                <c:pt idx="42">
                  <c:v>-0.3695908651466741</c:v>
                </c:pt>
                <c:pt idx="43">
                  <c:v>-0.3695908651466741</c:v>
                </c:pt>
                <c:pt idx="44">
                  <c:v>-0.3695908651466741</c:v>
                </c:pt>
                <c:pt idx="45">
                  <c:v>-0.3695908651466741</c:v>
                </c:pt>
                <c:pt idx="46">
                  <c:v>-0.3695908651466741</c:v>
                </c:pt>
                <c:pt idx="47">
                  <c:v>-0.3695908651466741</c:v>
                </c:pt>
                <c:pt idx="48">
                  <c:v>-0.3695908651466741</c:v>
                </c:pt>
                <c:pt idx="49">
                  <c:v>-0.3695908651466741</c:v>
                </c:pt>
                <c:pt idx="50">
                  <c:v>-1.1815912999070508</c:v>
                </c:pt>
                <c:pt idx="51">
                  <c:v>-1.1815912999070508</c:v>
                </c:pt>
                <c:pt idx="52">
                  <c:v>-1.1815912999070508</c:v>
                </c:pt>
                <c:pt idx="53">
                  <c:v>-1.1815912999070508</c:v>
                </c:pt>
                <c:pt idx="54">
                  <c:v>-1.1815912999070508</c:v>
                </c:pt>
                <c:pt idx="55">
                  <c:v>-1.1815912999070508</c:v>
                </c:pt>
                <c:pt idx="56">
                  <c:v>-1.1815912999070508</c:v>
                </c:pt>
                <c:pt idx="57">
                  <c:v>-1.1815912999070508</c:v>
                </c:pt>
                <c:pt idx="58">
                  <c:v>-1.1815912999070508</c:v>
                </c:pt>
                <c:pt idx="59">
                  <c:v>-1.1815912999070508</c:v>
                </c:pt>
                <c:pt idx="60">
                  <c:v>-1.2939619732122132</c:v>
                </c:pt>
                <c:pt idx="61">
                  <c:v>-1.2939619732122132</c:v>
                </c:pt>
                <c:pt idx="62">
                  <c:v>-1.2939619732122132</c:v>
                </c:pt>
                <c:pt idx="63">
                  <c:v>-1.2939619732122132</c:v>
                </c:pt>
                <c:pt idx="64">
                  <c:v>-1.2939619732122132</c:v>
                </c:pt>
                <c:pt idx="65">
                  <c:v>-1.2939619732122132</c:v>
                </c:pt>
                <c:pt idx="66">
                  <c:v>-1.2939619732122132</c:v>
                </c:pt>
                <c:pt idx="67">
                  <c:v>-1.2939619732122132</c:v>
                </c:pt>
                <c:pt idx="68">
                  <c:v>-1.2939619732122132</c:v>
                </c:pt>
                <c:pt idx="69">
                  <c:v>-1.2939619732122132</c:v>
                </c:pt>
                <c:pt idx="70">
                  <c:v>-0.24898513906479203</c:v>
                </c:pt>
                <c:pt idx="71">
                  <c:v>-0.24898513906479203</c:v>
                </c:pt>
                <c:pt idx="72">
                  <c:v>-0.24898513906479203</c:v>
                </c:pt>
                <c:pt idx="73">
                  <c:v>-0.24898513906479203</c:v>
                </c:pt>
                <c:pt idx="74">
                  <c:v>-0.24898513906479203</c:v>
                </c:pt>
                <c:pt idx="75">
                  <c:v>-0.24898513906479203</c:v>
                </c:pt>
                <c:pt idx="76">
                  <c:v>-0.24898513906479203</c:v>
                </c:pt>
                <c:pt idx="77">
                  <c:v>-0.24898513906479203</c:v>
                </c:pt>
                <c:pt idx="78">
                  <c:v>-0.24898513906479203</c:v>
                </c:pt>
                <c:pt idx="79">
                  <c:v>-0.24898513906479203</c:v>
                </c:pt>
                <c:pt idx="80">
                  <c:v>0.8090099462979852</c:v>
                </c:pt>
                <c:pt idx="81">
                  <c:v>0.8090099462979852</c:v>
                </c:pt>
                <c:pt idx="82">
                  <c:v>0.8090099462979852</c:v>
                </c:pt>
                <c:pt idx="83">
                  <c:v>0.8090099462979852</c:v>
                </c:pt>
                <c:pt idx="84">
                  <c:v>0.8090099462979852</c:v>
                </c:pt>
                <c:pt idx="85">
                  <c:v>0.8090099462979852</c:v>
                </c:pt>
                <c:pt idx="86">
                  <c:v>0.8090099462979852</c:v>
                </c:pt>
                <c:pt idx="87">
                  <c:v>0.8090099462979852</c:v>
                </c:pt>
                <c:pt idx="88">
                  <c:v>0.8090099462979852</c:v>
                </c:pt>
                <c:pt idx="89">
                  <c:v>0.8090099462979852</c:v>
                </c:pt>
                <c:pt idx="90">
                  <c:v>0.8743166059125436</c:v>
                </c:pt>
                <c:pt idx="91">
                  <c:v>0.8743166059125436</c:v>
                </c:pt>
                <c:pt idx="92">
                  <c:v>0.8743166059125436</c:v>
                </c:pt>
                <c:pt idx="93">
                  <c:v>0.8743166059125436</c:v>
                </c:pt>
                <c:pt idx="94">
                  <c:v>0.8743166059125436</c:v>
                </c:pt>
                <c:pt idx="95">
                  <c:v>0.8743166059125436</c:v>
                </c:pt>
                <c:pt idx="96">
                  <c:v>0.8743166059125436</c:v>
                </c:pt>
                <c:pt idx="97">
                  <c:v>0.8743166059125436</c:v>
                </c:pt>
                <c:pt idx="98">
                  <c:v>0.8743166059125436</c:v>
                </c:pt>
                <c:pt idx="99">
                  <c:v>0.8743166059125436</c:v>
                </c:pt>
                <c:pt idx="100">
                  <c:v>0.516375471005962</c:v>
                </c:pt>
                <c:pt idx="101">
                  <c:v>0.516375471005962</c:v>
                </c:pt>
                <c:pt idx="102">
                  <c:v>0.516375471005962</c:v>
                </c:pt>
                <c:pt idx="103">
                  <c:v>0.516375471005962</c:v>
                </c:pt>
                <c:pt idx="104">
                  <c:v>0.516375471005962</c:v>
                </c:pt>
                <c:pt idx="105">
                  <c:v>0.516375471005962</c:v>
                </c:pt>
                <c:pt idx="106">
                  <c:v>0.516375471005962</c:v>
                </c:pt>
                <c:pt idx="107">
                  <c:v>0.516375471005962</c:v>
                </c:pt>
                <c:pt idx="108">
                  <c:v>0.516375471005962</c:v>
                </c:pt>
                <c:pt idx="109">
                  <c:v>0.516375471005962</c:v>
                </c:pt>
                <c:pt idx="110">
                  <c:v>0.6224889307376777</c:v>
                </c:pt>
                <c:pt idx="111">
                  <c:v>0.6224889307376777</c:v>
                </c:pt>
                <c:pt idx="112">
                  <c:v>0.6224889307376777</c:v>
                </c:pt>
                <c:pt idx="113">
                  <c:v>0.6224889307376777</c:v>
                </c:pt>
                <c:pt idx="114">
                  <c:v>0.6224889307376777</c:v>
                </c:pt>
                <c:pt idx="115">
                  <c:v>0.6224889307376777</c:v>
                </c:pt>
                <c:pt idx="116">
                  <c:v>0.6224889307376777</c:v>
                </c:pt>
                <c:pt idx="117">
                  <c:v>0.6224889307376777</c:v>
                </c:pt>
                <c:pt idx="118">
                  <c:v>0.6224889307376777</c:v>
                </c:pt>
                <c:pt idx="119">
                  <c:v>0.6224889307376777</c:v>
                </c:pt>
                <c:pt idx="120">
                  <c:v>0.7458851926366915</c:v>
                </c:pt>
                <c:pt idx="121">
                  <c:v>0.7458851926366915</c:v>
                </c:pt>
                <c:pt idx="122">
                  <c:v>0.7458851926366915</c:v>
                </c:pt>
                <c:pt idx="123">
                  <c:v>0.7458851926366915</c:v>
                </c:pt>
                <c:pt idx="124">
                  <c:v>0.7458851926366915</c:v>
                </c:pt>
                <c:pt idx="125">
                  <c:v>0.7458851926366915</c:v>
                </c:pt>
                <c:pt idx="126">
                  <c:v>0.7458851926366915</c:v>
                </c:pt>
                <c:pt idx="127">
                  <c:v>0.7458851926366915</c:v>
                </c:pt>
                <c:pt idx="128">
                  <c:v>0.7458851926366915</c:v>
                </c:pt>
                <c:pt idx="129">
                  <c:v>0.7458851926366915</c:v>
                </c:pt>
                <c:pt idx="130">
                  <c:v>-0.012980722878563056</c:v>
                </c:pt>
                <c:pt idx="131">
                  <c:v>-0.012980722878563056</c:v>
                </c:pt>
                <c:pt idx="132">
                  <c:v>-0.012980722878563056</c:v>
                </c:pt>
                <c:pt idx="133">
                  <c:v>-0.012980722878563056</c:v>
                </c:pt>
                <c:pt idx="134">
                  <c:v>-0.012980722878563056</c:v>
                </c:pt>
                <c:pt idx="135">
                  <c:v>-0.012980722878563056</c:v>
                </c:pt>
                <c:pt idx="136">
                  <c:v>-0.012980722878563056</c:v>
                </c:pt>
                <c:pt idx="137">
                  <c:v>-0.012980722878563056</c:v>
                </c:pt>
                <c:pt idx="138">
                  <c:v>-0.012980722878563056</c:v>
                </c:pt>
                <c:pt idx="139">
                  <c:v>-0.012980722878563056</c:v>
                </c:pt>
                <c:pt idx="140">
                  <c:v>-1.171678826318767</c:v>
                </c:pt>
                <c:pt idx="141">
                  <c:v>-1.171678826318767</c:v>
                </c:pt>
                <c:pt idx="142">
                  <c:v>-1.171678826318767</c:v>
                </c:pt>
                <c:pt idx="143">
                  <c:v>-1.171678826318767</c:v>
                </c:pt>
                <c:pt idx="144">
                  <c:v>-1.171678826318767</c:v>
                </c:pt>
                <c:pt idx="145">
                  <c:v>-1.171678826318767</c:v>
                </c:pt>
                <c:pt idx="146">
                  <c:v>-1.171678826318767</c:v>
                </c:pt>
                <c:pt idx="147">
                  <c:v>-1.171678826318767</c:v>
                </c:pt>
                <c:pt idx="148">
                  <c:v>-1.171678826318767</c:v>
                </c:pt>
                <c:pt idx="149">
                  <c:v>-1.171678826318767</c:v>
                </c:pt>
                <c:pt idx="150">
                  <c:v>-1.3869434316721283</c:v>
                </c:pt>
                <c:pt idx="151">
                  <c:v>-1.3869434316721283</c:v>
                </c:pt>
                <c:pt idx="152">
                  <c:v>-1.3869434316721283</c:v>
                </c:pt>
                <c:pt idx="153">
                  <c:v>-1.3869434316721283</c:v>
                </c:pt>
                <c:pt idx="154">
                  <c:v>-1.3869434316721283</c:v>
                </c:pt>
                <c:pt idx="155">
                  <c:v>-1.3869434316721283</c:v>
                </c:pt>
                <c:pt idx="156">
                  <c:v>-1.3869434316721283</c:v>
                </c:pt>
                <c:pt idx="157">
                  <c:v>-1.3869434316721283</c:v>
                </c:pt>
                <c:pt idx="158">
                  <c:v>-1.3869434316721283</c:v>
                </c:pt>
                <c:pt idx="159">
                  <c:v>-1.3869434316721283</c:v>
                </c:pt>
                <c:pt idx="160">
                  <c:v>-0.5433489054269998</c:v>
                </c:pt>
                <c:pt idx="161">
                  <c:v>-0.5433489054269998</c:v>
                </c:pt>
                <c:pt idx="162">
                  <c:v>-0.5433489054269998</c:v>
                </c:pt>
                <c:pt idx="163">
                  <c:v>-0.5433489054269998</c:v>
                </c:pt>
                <c:pt idx="164">
                  <c:v>-0.5433489054269998</c:v>
                </c:pt>
                <c:pt idx="165">
                  <c:v>-0.5433489054269998</c:v>
                </c:pt>
                <c:pt idx="166">
                  <c:v>-0.5433489054269998</c:v>
                </c:pt>
                <c:pt idx="167">
                  <c:v>-0.5433489054269998</c:v>
                </c:pt>
                <c:pt idx="168">
                  <c:v>-0.5433489054269998</c:v>
                </c:pt>
                <c:pt idx="169">
                  <c:v>-0.5433489054269998</c:v>
                </c:pt>
                <c:pt idx="170">
                  <c:v>0.14452051858256992</c:v>
                </c:pt>
                <c:pt idx="171">
                  <c:v>0.14452051858256992</c:v>
                </c:pt>
                <c:pt idx="172">
                  <c:v>0.14452051858256992</c:v>
                </c:pt>
                <c:pt idx="173">
                  <c:v>0.14452051858256992</c:v>
                </c:pt>
                <c:pt idx="174">
                  <c:v>0.14452051858256992</c:v>
                </c:pt>
                <c:pt idx="175">
                  <c:v>0.14452051858256992</c:v>
                </c:pt>
                <c:pt idx="176">
                  <c:v>0.14452051858256992</c:v>
                </c:pt>
                <c:pt idx="177">
                  <c:v>0.14452051858256992</c:v>
                </c:pt>
                <c:pt idx="178">
                  <c:v>0.14452051858256992</c:v>
                </c:pt>
                <c:pt idx="179">
                  <c:v>0.14452051858256992</c:v>
                </c:pt>
                <c:pt idx="180">
                  <c:v>0.15703555151035514</c:v>
                </c:pt>
                <c:pt idx="181">
                  <c:v>0.15703555151035514</c:v>
                </c:pt>
                <c:pt idx="182">
                  <c:v>0.15703555151035514</c:v>
                </c:pt>
                <c:pt idx="183">
                  <c:v>0.15703555151035514</c:v>
                </c:pt>
                <c:pt idx="184">
                  <c:v>0.15703555151035514</c:v>
                </c:pt>
                <c:pt idx="185">
                  <c:v>0.15703555151035514</c:v>
                </c:pt>
                <c:pt idx="186">
                  <c:v>0.15703555151035514</c:v>
                </c:pt>
                <c:pt idx="187">
                  <c:v>0.15703555151035514</c:v>
                </c:pt>
                <c:pt idx="188">
                  <c:v>0.15703555151035514</c:v>
                </c:pt>
                <c:pt idx="189">
                  <c:v>0.15703555151035514</c:v>
                </c:pt>
                <c:pt idx="190">
                  <c:v>0.3173828300654528</c:v>
                </c:pt>
                <c:pt idx="191">
                  <c:v>0.3173828300654528</c:v>
                </c:pt>
                <c:pt idx="192">
                  <c:v>0.3173828300654528</c:v>
                </c:pt>
                <c:pt idx="193">
                  <c:v>0.3173828300654528</c:v>
                </c:pt>
                <c:pt idx="194">
                  <c:v>0.3173828300654528</c:v>
                </c:pt>
                <c:pt idx="195">
                  <c:v>0.3173828300654528</c:v>
                </c:pt>
                <c:pt idx="196">
                  <c:v>0.3173828300654528</c:v>
                </c:pt>
                <c:pt idx="197">
                  <c:v>0.3173828300654528</c:v>
                </c:pt>
                <c:pt idx="198">
                  <c:v>0.3173828300654528</c:v>
                </c:pt>
                <c:pt idx="199">
                  <c:v>0.3173828300654528</c:v>
                </c:pt>
                <c:pt idx="200">
                  <c:v>1.028745243777404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time (ms)  ·  f_s = 10 kSPS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autoZero"/>
        <c:auto val="1"/>
        <c:lblAlgn val="ctr"/>
        <c:noMultiLvlLbl val="1"/>
        <c:tickLblSkip val="40"/>
      </c:catAx>
      <c:valAx>
        <c:axId val="2094734552"/>
        <c:scaling>
          <c:orientation val="minMax"/>
          <c:max val="1.6"/>
          <c:min val="-1.6"/>
        </c:scaling>
        <c:delete val="0"/>
        <c:axPos val="l"/>
        <c:majorGridlines>
          <c:spPr>
            <a:ln w="6350" cap="flat">
              <a:solidFill>
                <a:srgbClr val="D9E1EA"/>
              </a:solidFill>
              <a:prstDash val="solid"/>
              <a:round/>
            </a:ln>
          </c:spPr>
        </c:majorGridlines>
        <c:numFmt formatCode="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8"/>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t_j = 100 fs</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EC4B6"/>
              </a:solidFill>
              <a:ln w="9525" cap="flat">
                <a:solidFill>
                  <a:srgbClr val="2EC4B6"/>
                </a:solidFill>
                <a:prstDash val="solid"/>
                <a:round/>
              </a:ln>
              <a:effectLst/>
            </c:spPr>
          </c:marker>
          <c:cat>
            <c:multiLvlStrRef>
              <c:f>Sheet1!$A$2:$A$11</c:f>
              <c:multiLvlStrCache>
                <c:ptCount val="10"/>
                <c:lvl>
                  <c:pt idx="0">
                    <c:v>1</c:v>
                  </c:pt>
                  <c:pt idx="1">
                    <c:v>2</c:v>
                  </c:pt>
                  <c:pt idx="2">
                    <c:v>5</c:v>
                  </c:pt>
                  <c:pt idx="3">
                    <c:v>10</c:v>
                  </c:pt>
                  <c:pt idx="4">
                    <c:v>20</c:v>
                  </c:pt>
                  <c:pt idx="5">
                    <c:v>50</c:v>
                  </c:pt>
                  <c:pt idx="6">
                    <c:v>100</c:v>
                  </c:pt>
                  <c:pt idx="7">
                    <c:v>200</c:v>
                  </c:pt>
                  <c:pt idx="8">
                    <c:v>500</c:v>
                  </c:pt>
                  <c:pt idx="9">
                    <c:v>1000</c:v>
                  </c:pt>
                </c:lvl>
              </c:multiLvlStrCache>
            </c:multiLvlStrRef>
          </c:cat>
          <c:val>
            <c:numRef>
              <c:f>Sheet1!$B$2:$B$11</c:f>
              <c:numCache>
                <c:formatCode>General</c:formatCode>
                <c:ptCount val="10"/>
                <c:pt idx="0">
                  <c:v>124.03640263283769</c:v>
                </c:pt>
                <c:pt idx="1">
                  <c:v>118.01580271955807</c:v>
                </c:pt>
                <c:pt idx="2">
                  <c:v>110.05700254611732</c:v>
                </c:pt>
                <c:pt idx="3">
                  <c:v>104.03640263283769</c:v>
                </c:pt>
                <c:pt idx="4">
                  <c:v>98.01580271955807</c:v>
                </c:pt>
                <c:pt idx="5">
                  <c:v>90.05700254611732</c:v>
                </c:pt>
                <c:pt idx="6">
                  <c:v>84.03640263283769</c:v>
                </c:pt>
                <c:pt idx="7">
                  <c:v>78.01580271955808</c:v>
                </c:pt>
                <c:pt idx="8">
                  <c:v>70.05700254611733</c:v>
                </c:pt>
                <c:pt idx="9">
                  <c:v>64.0364026328377</c:v>
                </c:pt>
              </c:numCache>
            </c:numRef>
          </c:val>
          <c:smooth val="0"/>
        </c:ser>
        <c:ser>
          <c:idx val="1"/>
          <c:order val="1"/>
          <c:tx>
            <c:strRef>
              <c:f>Sheet1!$C$1</c:f>
              <c:strCache>
                <c:ptCount val="1"/>
                <c:pt idx="0">
                  <c:v>t_j = 1 ps</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B703"/>
              </a:solidFill>
              <a:ln w="9525" cap="flat">
                <a:solidFill>
                  <a:srgbClr val="FFB703"/>
                </a:solidFill>
                <a:prstDash val="solid"/>
                <a:round/>
              </a:ln>
              <a:effectLst/>
            </c:spPr>
          </c:marker>
          <c:cat>
            <c:multiLvlStrRef>
              <c:f>Sheet1!$A$2:$A$11</c:f>
              <c:multiLvlStrCache>
                <c:ptCount val="10"/>
                <c:lvl>
                  <c:pt idx="0">
                    <c:v>1</c:v>
                  </c:pt>
                  <c:pt idx="1">
                    <c:v>2</c:v>
                  </c:pt>
                  <c:pt idx="2">
                    <c:v>5</c:v>
                  </c:pt>
                  <c:pt idx="3">
                    <c:v>10</c:v>
                  </c:pt>
                  <c:pt idx="4">
                    <c:v>20</c:v>
                  </c:pt>
                  <c:pt idx="5">
                    <c:v>50</c:v>
                  </c:pt>
                  <c:pt idx="6">
                    <c:v>100</c:v>
                  </c:pt>
                  <c:pt idx="7">
                    <c:v>200</c:v>
                  </c:pt>
                  <c:pt idx="8">
                    <c:v>500</c:v>
                  </c:pt>
                  <c:pt idx="9">
                    <c:v>1000</c:v>
                  </c:pt>
                </c:lvl>
              </c:multiLvlStrCache>
            </c:multiLvlStrRef>
          </c:cat>
          <c:val>
            <c:numRef>
              <c:f>Sheet1!$C$2:$C$11</c:f>
              <c:numCache>
                <c:formatCode>General</c:formatCode>
                <c:ptCount val="10"/>
                <c:pt idx="0">
                  <c:v>104.03640263283769</c:v>
                </c:pt>
                <c:pt idx="1">
                  <c:v>98.01580271955807</c:v>
                </c:pt>
                <c:pt idx="2">
                  <c:v>90.05700254611732</c:v>
                </c:pt>
                <c:pt idx="3">
                  <c:v>84.03640263283769</c:v>
                </c:pt>
                <c:pt idx="4">
                  <c:v>78.01580271955808</c:v>
                </c:pt>
                <c:pt idx="5">
                  <c:v>70.05700254611733</c:v>
                </c:pt>
                <c:pt idx="6">
                  <c:v>64.0364026328377</c:v>
                </c:pt>
                <c:pt idx="7">
                  <c:v>58.015802719558074</c:v>
                </c:pt>
                <c:pt idx="8">
                  <c:v>50.057002546117324</c:v>
                </c:pt>
                <c:pt idx="9">
                  <c:v>44.0364026328377</c:v>
                </c:pt>
              </c:numCache>
            </c:numRef>
          </c:val>
          <c:smooth val="0"/>
        </c:ser>
        <c:ser>
          <c:idx val="2"/>
          <c:order val="2"/>
          <c:tx>
            <c:strRef>
              <c:f>Sheet1!$D$1</c:f>
              <c:strCache>
                <c:ptCount val="1"/>
                <c:pt idx="0">
                  <c:v>t_j = 10 ps</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76F51"/>
              </a:solidFill>
              <a:ln w="9525" cap="flat">
                <a:solidFill>
                  <a:srgbClr val="E76F51"/>
                </a:solidFill>
                <a:prstDash val="solid"/>
                <a:round/>
              </a:ln>
              <a:effectLst/>
            </c:spPr>
          </c:marker>
          <c:cat>
            <c:multiLvlStrRef>
              <c:f>Sheet1!$A$2:$A$11</c:f>
              <c:multiLvlStrCache>
                <c:ptCount val="10"/>
                <c:lvl>
                  <c:pt idx="0">
                    <c:v>1</c:v>
                  </c:pt>
                  <c:pt idx="1">
                    <c:v>2</c:v>
                  </c:pt>
                  <c:pt idx="2">
                    <c:v>5</c:v>
                  </c:pt>
                  <c:pt idx="3">
                    <c:v>10</c:v>
                  </c:pt>
                  <c:pt idx="4">
                    <c:v>20</c:v>
                  </c:pt>
                  <c:pt idx="5">
                    <c:v>50</c:v>
                  </c:pt>
                  <c:pt idx="6">
                    <c:v>100</c:v>
                  </c:pt>
                  <c:pt idx="7">
                    <c:v>200</c:v>
                  </c:pt>
                  <c:pt idx="8">
                    <c:v>500</c:v>
                  </c:pt>
                  <c:pt idx="9">
                    <c:v>1000</c:v>
                  </c:pt>
                </c:lvl>
              </c:multiLvlStrCache>
            </c:multiLvlStrRef>
          </c:cat>
          <c:val>
            <c:numRef>
              <c:f>Sheet1!$D$2:$D$11</c:f>
              <c:numCache>
                <c:formatCode>General</c:formatCode>
                <c:ptCount val="10"/>
                <c:pt idx="0">
                  <c:v>84.03640263283769</c:v>
                </c:pt>
                <c:pt idx="1">
                  <c:v>78.01580271955808</c:v>
                </c:pt>
                <c:pt idx="2">
                  <c:v>70.05700254611733</c:v>
                </c:pt>
                <c:pt idx="3">
                  <c:v>64.0364026328377</c:v>
                </c:pt>
                <c:pt idx="4">
                  <c:v>58.015802719558074</c:v>
                </c:pt>
                <c:pt idx="5">
                  <c:v>50.057002546117324</c:v>
                </c:pt>
                <c:pt idx="6">
                  <c:v>44.0364026328377</c:v>
                </c:pt>
                <c:pt idx="7">
                  <c:v>38.015802719558074</c:v>
                </c:pt>
                <c:pt idx="8">
                  <c:v>30.057002546117324</c:v>
                </c:pt>
                <c:pt idx="9">
                  <c:v>24.0364026328377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frequency (MHz)</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20"/>
          <c:min val="2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SNR limit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analog input (ramp)</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Sheet1!$B$2:$B$202</c:f>
              <c:numCache>
                <c:formatCode>General</c:formatCode>
                <c:ptCount val="201"/>
                <c:pt idx="0">
                  <c:v>-1</c:v>
                </c:pt>
                <c:pt idx="1">
                  <c:v>-0.99</c:v>
                </c:pt>
                <c:pt idx="2">
                  <c:v>-0.98</c:v>
                </c:pt>
                <c:pt idx="3">
                  <c:v>-0.97</c:v>
                </c:pt>
                <c:pt idx="4">
                  <c:v>-0.96</c:v>
                </c:pt>
                <c:pt idx="5">
                  <c:v>-0.95</c:v>
                </c:pt>
                <c:pt idx="6">
                  <c:v>-0.94</c:v>
                </c:pt>
                <c:pt idx="7">
                  <c:v>-0.9299999999999999</c:v>
                </c:pt>
                <c:pt idx="8">
                  <c:v>-0.92</c:v>
                </c:pt>
                <c:pt idx="9">
                  <c:v>-0.91</c:v>
                </c:pt>
                <c:pt idx="10">
                  <c:v>-0.9</c:v>
                </c:pt>
                <c:pt idx="11">
                  <c:v>-0.89</c:v>
                </c:pt>
                <c:pt idx="12">
                  <c:v>-0.88</c:v>
                </c:pt>
                <c:pt idx="13">
                  <c:v>-0.87</c:v>
                </c:pt>
                <c:pt idx="14">
                  <c:v>-0.86</c:v>
                </c:pt>
                <c:pt idx="15">
                  <c:v>-0.85</c:v>
                </c:pt>
                <c:pt idx="16">
                  <c:v>-0.84</c:v>
                </c:pt>
                <c:pt idx="17">
                  <c:v>-0.83</c:v>
                </c:pt>
                <c:pt idx="18">
                  <c:v>-0.8200000000000001</c:v>
                </c:pt>
                <c:pt idx="19">
                  <c:v>-0.81</c:v>
                </c:pt>
                <c:pt idx="20">
                  <c:v>-0.8</c:v>
                </c:pt>
                <c:pt idx="21">
                  <c:v>-0.79</c:v>
                </c:pt>
                <c:pt idx="22">
                  <c:v>-0.78</c:v>
                </c:pt>
                <c:pt idx="23">
                  <c:v>-0.77</c:v>
                </c:pt>
                <c:pt idx="24">
                  <c:v>-0.76</c:v>
                </c:pt>
                <c:pt idx="25">
                  <c:v>-0.75</c:v>
                </c:pt>
                <c:pt idx="26">
                  <c:v>-0.74</c:v>
                </c:pt>
                <c:pt idx="27">
                  <c:v>-0.73</c:v>
                </c:pt>
                <c:pt idx="28">
                  <c:v>-0.72</c:v>
                </c:pt>
                <c:pt idx="29">
                  <c:v>-0.71</c:v>
                </c:pt>
                <c:pt idx="30">
                  <c:v>-0.7</c:v>
                </c:pt>
                <c:pt idx="31">
                  <c:v>-0.69</c:v>
                </c:pt>
                <c:pt idx="32">
                  <c:v>-0.6799999999999999</c:v>
                </c:pt>
                <c:pt idx="33">
                  <c:v>-0.6699999999999999</c:v>
                </c:pt>
                <c:pt idx="34">
                  <c:v>-0.6599999999999999</c:v>
                </c:pt>
                <c:pt idx="35">
                  <c:v>-0.65</c:v>
                </c:pt>
                <c:pt idx="36">
                  <c:v>-0.64</c:v>
                </c:pt>
                <c:pt idx="37">
                  <c:v>-0.63</c:v>
                </c:pt>
                <c:pt idx="38">
                  <c:v>-0.62</c:v>
                </c:pt>
                <c:pt idx="39">
                  <c:v>-0.61</c:v>
                </c:pt>
                <c:pt idx="40">
                  <c:v>-0.6</c:v>
                </c:pt>
                <c:pt idx="41">
                  <c:v>-0.5900000000000001</c:v>
                </c:pt>
                <c:pt idx="42">
                  <c:v>-0.5800000000000001</c:v>
                </c:pt>
                <c:pt idx="43">
                  <c:v>-0.5700000000000001</c:v>
                </c:pt>
                <c:pt idx="44">
                  <c:v>-0.56</c:v>
                </c:pt>
                <c:pt idx="45">
                  <c:v>-0.55</c:v>
                </c:pt>
                <c:pt idx="46">
                  <c:v>-0.54</c:v>
                </c:pt>
                <c:pt idx="47">
                  <c:v>-0.53</c:v>
                </c:pt>
                <c:pt idx="48">
                  <c:v>-0.52</c:v>
                </c:pt>
                <c:pt idx="49">
                  <c:v>-0.51</c:v>
                </c:pt>
                <c:pt idx="50">
                  <c:v>-0.5</c:v>
                </c:pt>
                <c:pt idx="51">
                  <c:v>-0.49</c:v>
                </c:pt>
                <c:pt idx="52">
                  <c:v>-0.48</c:v>
                </c:pt>
                <c:pt idx="53">
                  <c:v>-0.47</c:v>
                </c:pt>
                <c:pt idx="54">
                  <c:v>-0.45999999999999996</c:v>
                </c:pt>
                <c:pt idx="55">
                  <c:v>-0.44999999999999996</c:v>
                </c:pt>
                <c:pt idx="56">
                  <c:v>-0.43999999999999995</c:v>
                </c:pt>
                <c:pt idx="57">
                  <c:v>-0.43000000000000005</c:v>
                </c:pt>
                <c:pt idx="58">
                  <c:v>-0.42000000000000004</c:v>
                </c:pt>
                <c:pt idx="59">
                  <c:v>-0.41000000000000003</c:v>
                </c:pt>
                <c:pt idx="60">
                  <c:v>-0.4</c:v>
                </c:pt>
                <c:pt idx="61">
                  <c:v>-0.39</c:v>
                </c:pt>
                <c:pt idx="62">
                  <c:v>-0.38</c:v>
                </c:pt>
                <c:pt idx="63">
                  <c:v>-0.37</c:v>
                </c:pt>
                <c:pt idx="64">
                  <c:v>-0.36</c:v>
                </c:pt>
                <c:pt idx="65">
                  <c:v>-0.35</c:v>
                </c:pt>
                <c:pt idx="66">
                  <c:v>-0.33999999999999997</c:v>
                </c:pt>
                <c:pt idx="67">
                  <c:v>-0.32999999999999996</c:v>
                </c:pt>
                <c:pt idx="68">
                  <c:v>-0.31999999999999995</c:v>
                </c:pt>
                <c:pt idx="69">
                  <c:v>-0.31000000000000005</c:v>
                </c:pt>
                <c:pt idx="70">
                  <c:v>-0.30000000000000004</c:v>
                </c:pt>
                <c:pt idx="71">
                  <c:v>-0.29000000000000004</c:v>
                </c:pt>
                <c:pt idx="72">
                  <c:v>-0.28</c:v>
                </c:pt>
                <c:pt idx="73">
                  <c:v>-0.27</c:v>
                </c:pt>
                <c:pt idx="74">
                  <c:v>-0.26</c:v>
                </c:pt>
                <c:pt idx="75">
                  <c:v>-0.25</c:v>
                </c:pt>
                <c:pt idx="76">
                  <c:v>-0.24</c:v>
                </c:pt>
                <c:pt idx="77">
                  <c:v>-0.22999999999999998</c:v>
                </c:pt>
                <c:pt idx="78">
                  <c:v>-0.21999999999999997</c:v>
                </c:pt>
                <c:pt idx="79">
                  <c:v>-0.20999999999999996</c:v>
                </c:pt>
                <c:pt idx="80">
                  <c:v>-0.19999999999999996</c:v>
                </c:pt>
                <c:pt idx="81">
                  <c:v>-0.18999999999999995</c:v>
                </c:pt>
                <c:pt idx="82">
                  <c:v>-0.18000000000000005</c:v>
                </c:pt>
                <c:pt idx="83">
                  <c:v>-0.17000000000000004</c:v>
                </c:pt>
                <c:pt idx="84">
                  <c:v>-0.16000000000000003</c:v>
                </c:pt>
                <c:pt idx="85">
                  <c:v>-0.15000000000000002</c:v>
                </c:pt>
                <c:pt idx="86">
                  <c:v>-0.14</c:v>
                </c:pt>
                <c:pt idx="87">
                  <c:v>-0.13</c:v>
                </c:pt>
                <c:pt idx="88">
                  <c:v>-0.12</c:v>
                </c:pt>
                <c:pt idx="89">
                  <c:v>-0.10999999999999999</c:v>
                </c:pt>
                <c:pt idx="90">
                  <c:v>-0.09999999999999998</c:v>
                </c:pt>
                <c:pt idx="91">
                  <c:v>-0.08999999999999997</c:v>
                </c:pt>
                <c:pt idx="92">
                  <c:v>-0.07999999999999996</c:v>
                </c:pt>
                <c:pt idx="93">
                  <c:v>-0.06999999999999995</c:v>
                </c:pt>
                <c:pt idx="94">
                  <c:v>-0.06000000000000005</c:v>
                </c:pt>
                <c:pt idx="95">
                  <c:v>-0.050000000000000044</c:v>
                </c:pt>
                <c:pt idx="96">
                  <c:v>-0.040000000000000036</c:v>
                </c:pt>
                <c:pt idx="97">
                  <c:v>-0.030000000000000027</c:v>
                </c:pt>
                <c:pt idx="98">
                  <c:v>-0.020000000000000018</c:v>
                </c:pt>
                <c:pt idx="99">
                  <c:v>-0.010000000000000009</c:v>
                </c:pt>
                <c:pt idx="100">
                  <c:v>0</c:v>
                </c:pt>
                <c:pt idx="101">
                  <c:v>0.010000000000000009</c:v>
                </c:pt>
                <c:pt idx="102">
                  <c:v>0.020000000000000018</c:v>
                </c:pt>
                <c:pt idx="103">
                  <c:v>0.030000000000000027</c:v>
                </c:pt>
                <c:pt idx="104">
                  <c:v>0.040000000000000036</c:v>
                </c:pt>
                <c:pt idx="105">
                  <c:v>0.050000000000000044</c:v>
                </c:pt>
                <c:pt idx="106">
                  <c:v>0.06000000000000005</c:v>
                </c:pt>
                <c:pt idx="107">
                  <c:v>0.07000000000000006</c:v>
                </c:pt>
                <c:pt idx="108">
                  <c:v>0.08000000000000007</c:v>
                </c:pt>
                <c:pt idx="109">
                  <c:v>0.09000000000000008</c:v>
                </c:pt>
                <c:pt idx="110">
                  <c:v>0.10000000000000009</c:v>
                </c:pt>
                <c:pt idx="111">
                  <c:v>0.1100000000000001</c:v>
                </c:pt>
                <c:pt idx="112">
                  <c:v>0.1200000000000001</c:v>
                </c:pt>
                <c:pt idx="113">
                  <c:v>0.1299999999999999</c:v>
                </c:pt>
                <c:pt idx="114">
                  <c:v>0.1399999999999999</c:v>
                </c:pt>
                <c:pt idx="115">
                  <c:v>0.1499999999999999</c:v>
                </c:pt>
                <c:pt idx="116">
                  <c:v>0.15999999999999992</c:v>
                </c:pt>
                <c:pt idx="117">
                  <c:v>0.16999999999999993</c:v>
                </c:pt>
                <c:pt idx="118">
                  <c:v>0.17999999999999994</c:v>
                </c:pt>
                <c:pt idx="119">
                  <c:v>0.18999999999999995</c:v>
                </c:pt>
                <c:pt idx="120">
                  <c:v>0.19999999999999996</c:v>
                </c:pt>
                <c:pt idx="121">
                  <c:v>0.20999999999999996</c:v>
                </c:pt>
                <c:pt idx="122">
                  <c:v>0.21999999999999997</c:v>
                </c:pt>
                <c:pt idx="123">
                  <c:v>0.22999999999999998</c:v>
                </c:pt>
                <c:pt idx="124">
                  <c:v>0.24</c:v>
                </c:pt>
                <c:pt idx="125">
                  <c:v>0.25</c:v>
                </c:pt>
                <c:pt idx="126">
                  <c:v>0.26</c:v>
                </c:pt>
                <c:pt idx="127">
                  <c:v>0.27</c:v>
                </c:pt>
                <c:pt idx="128">
                  <c:v>0.28</c:v>
                </c:pt>
                <c:pt idx="129">
                  <c:v>0.29000000000000004</c:v>
                </c:pt>
                <c:pt idx="130">
                  <c:v>0.30000000000000004</c:v>
                </c:pt>
                <c:pt idx="131">
                  <c:v>0.31000000000000005</c:v>
                </c:pt>
                <c:pt idx="132">
                  <c:v>0.32000000000000006</c:v>
                </c:pt>
                <c:pt idx="133">
                  <c:v>0.33000000000000007</c:v>
                </c:pt>
                <c:pt idx="134">
                  <c:v>0.3400000000000001</c:v>
                </c:pt>
                <c:pt idx="135">
                  <c:v>0.3500000000000001</c:v>
                </c:pt>
                <c:pt idx="136">
                  <c:v>0.3600000000000001</c:v>
                </c:pt>
                <c:pt idx="137">
                  <c:v>0.3700000000000001</c:v>
                </c:pt>
                <c:pt idx="138">
                  <c:v>0.3799999999999999</c:v>
                </c:pt>
                <c:pt idx="139">
                  <c:v>0.3899999999999999</c:v>
                </c:pt>
                <c:pt idx="140">
                  <c:v>0.3999999999999999</c:v>
                </c:pt>
                <c:pt idx="141">
                  <c:v>0.4099999999999999</c:v>
                </c:pt>
                <c:pt idx="142">
                  <c:v>0.41999999999999993</c:v>
                </c:pt>
                <c:pt idx="143">
                  <c:v>0.42999999999999994</c:v>
                </c:pt>
                <c:pt idx="144">
                  <c:v>0.43999999999999995</c:v>
                </c:pt>
                <c:pt idx="145">
                  <c:v>0.44999999999999996</c:v>
                </c:pt>
                <c:pt idx="146">
                  <c:v>0.45999999999999996</c:v>
                </c:pt>
                <c:pt idx="147">
                  <c:v>0.47</c:v>
                </c:pt>
                <c:pt idx="148">
                  <c:v>0.48</c:v>
                </c:pt>
                <c:pt idx="149">
                  <c:v>0.49</c:v>
                </c:pt>
                <c:pt idx="150">
                  <c:v>0.5</c:v>
                </c:pt>
                <c:pt idx="151">
                  <c:v>0.51</c:v>
                </c:pt>
                <c:pt idx="152">
                  <c:v>0.52</c:v>
                </c:pt>
                <c:pt idx="153">
                  <c:v>0.53</c:v>
                </c:pt>
                <c:pt idx="154">
                  <c:v>0.54</c:v>
                </c:pt>
                <c:pt idx="155">
                  <c:v>0.55</c:v>
                </c:pt>
                <c:pt idx="156">
                  <c:v>0.56</c:v>
                </c:pt>
                <c:pt idx="157">
                  <c:v>0.5700000000000001</c:v>
                </c:pt>
                <c:pt idx="158">
                  <c:v>0.5800000000000001</c:v>
                </c:pt>
                <c:pt idx="159">
                  <c:v>0.5900000000000001</c:v>
                </c:pt>
                <c:pt idx="160">
                  <c:v>0.6000000000000001</c:v>
                </c:pt>
                <c:pt idx="161">
                  <c:v>0.6100000000000001</c:v>
                </c:pt>
                <c:pt idx="162">
                  <c:v>0.6200000000000001</c:v>
                </c:pt>
                <c:pt idx="163">
                  <c:v>0.6299999999999999</c:v>
                </c:pt>
                <c:pt idx="164">
                  <c:v>0.6399999999999999</c:v>
                </c:pt>
                <c:pt idx="165">
                  <c:v>0.6499999999999999</c:v>
                </c:pt>
                <c:pt idx="166">
                  <c:v>0.6599999999999999</c:v>
                </c:pt>
                <c:pt idx="167">
                  <c:v>0.6699999999999999</c:v>
                </c:pt>
                <c:pt idx="168">
                  <c:v>0.6799999999999999</c:v>
                </c:pt>
                <c:pt idx="169">
                  <c:v>0.69</c:v>
                </c:pt>
                <c:pt idx="170">
                  <c:v>0.7</c:v>
                </c:pt>
                <c:pt idx="171">
                  <c:v>0.71</c:v>
                </c:pt>
                <c:pt idx="172">
                  <c:v>0.72</c:v>
                </c:pt>
                <c:pt idx="173">
                  <c:v>0.73</c:v>
                </c:pt>
                <c:pt idx="174">
                  <c:v>0.74</c:v>
                </c:pt>
                <c:pt idx="175">
                  <c:v>0.75</c:v>
                </c:pt>
                <c:pt idx="176">
                  <c:v>0.76</c:v>
                </c:pt>
                <c:pt idx="177">
                  <c:v>0.77</c:v>
                </c:pt>
                <c:pt idx="178">
                  <c:v>0.78</c:v>
                </c:pt>
                <c:pt idx="179">
                  <c:v>0.79</c:v>
                </c:pt>
                <c:pt idx="180">
                  <c:v>0.8</c:v>
                </c:pt>
                <c:pt idx="181">
                  <c:v>0.81</c:v>
                </c:pt>
                <c:pt idx="182">
                  <c:v>0.8200000000000001</c:v>
                </c:pt>
                <c:pt idx="183">
                  <c:v>0.8300000000000001</c:v>
                </c:pt>
                <c:pt idx="184">
                  <c:v>0.8400000000000001</c:v>
                </c:pt>
                <c:pt idx="185">
                  <c:v>0.8500000000000001</c:v>
                </c:pt>
                <c:pt idx="186">
                  <c:v>0.8600000000000001</c:v>
                </c:pt>
                <c:pt idx="187">
                  <c:v>0.8700000000000001</c:v>
                </c:pt>
                <c:pt idx="188">
                  <c:v>0.8799999999999999</c:v>
                </c:pt>
                <c:pt idx="189">
                  <c:v>0.8899999999999999</c:v>
                </c:pt>
                <c:pt idx="190">
                  <c:v>0.8999999999999999</c:v>
                </c:pt>
                <c:pt idx="191">
                  <c:v>0.9099999999999999</c:v>
                </c:pt>
                <c:pt idx="192">
                  <c:v>0.9199999999999999</c:v>
                </c:pt>
                <c:pt idx="193">
                  <c:v>0.9299999999999999</c:v>
                </c:pt>
                <c:pt idx="194">
                  <c:v>0.94</c:v>
                </c:pt>
                <c:pt idx="195">
                  <c:v>0.95</c:v>
                </c:pt>
                <c:pt idx="196">
                  <c:v>0.96</c:v>
                </c:pt>
                <c:pt idx="197">
                  <c:v>0.97</c:v>
                </c:pt>
                <c:pt idx="198">
                  <c:v>0.98</c:v>
                </c:pt>
                <c:pt idx="199">
                  <c:v>0.99</c:v>
                </c:pt>
                <c:pt idx="200">
                  <c:v>1</c:v>
                </c:pt>
              </c:numCache>
            </c:numRef>
          </c:val>
          <c:smooth val="0"/>
        </c:ser>
        <c:ser>
          <c:idx val="1"/>
          <c:order val="1"/>
          <c:tx>
            <c:strRef>
              <c:f>Sheet1!$C$1</c:f>
              <c:strCache>
                <c:ptCount val="1"/>
                <c:pt idx="0">
                  <c:v>3-bit quantiser output</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Sheet1!$C$2:$C$202</c:f>
              <c:numCache>
                <c:formatCode>General</c:formatCode>
                <c:ptCount val="201"/>
                <c:pt idx="0">
                  <c:v>-1</c:v>
                </c:pt>
                <c:pt idx="1">
                  <c:v>-1</c:v>
                </c:pt>
                <c:pt idx="2">
                  <c:v>-1</c:v>
                </c:pt>
                <c:pt idx="3">
                  <c:v>-1</c:v>
                </c:pt>
                <c:pt idx="4">
                  <c:v>-1</c:v>
                </c:pt>
                <c:pt idx="5">
                  <c:v>-1</c:v>
                </c:pt>
                <c:pt idx="6">
                  <c:v>-1</c:v>
                </c:pt>
                <c:pt idx="7">
                  <c:v>-1</c:v>
                </c:pt>
                <c:pt idx="8">
                  <c:v>-1</c:v>
                </c:pt>
                <c:pt idx="9">
                  <c:v>-1</c:v>
                </c:pt>
                <c:pt idx="10">
                  <c:v>-1</c:v>
                </c:pt>
                <c:pt idx="11">
                  <c:v>-1</c:v>
                </c:pt>
                <c:pt idx="12">
                  <c:v>-1</c:v>
                </c:pt>
                <c:pt idx="13">
                  <c:v>-0.75</c:v>
                </c:pt>
                <c:pt idx="14">
                  <c:v>-0.75</c:v>
                </c:pt>
                <c:pt idx="15">
                  <c:v>-0.75</c:v>
                </c:pt>
                <c:pt idx="16">
                  <c:v>-0.75</c:v>
                </c:pt>
                <c:pt idx="17">
                  <c:v>-0.75</c:v>
                </c:pt>
                <c:pt idx="18">
                  <c:v>-0.75</c:v>
                </c:pt>
                <c:pt idx="19">
                  <c:v>-0.75</c:v>
                </c:pt>
                <c:pt idx="20">
                  <c:v>-0.75</c:v>
                </c:pt>
                <c:pt idx="21">
                  <c:v>-0.75</c:v>
                </c:pt>
                <c:pt idx="22">
                  <c:v>-0.75</c:v>
                </c:pt>
                <c:pt idx="23">
                  <c:v>-0.75</c:v>
                </c:pt>
                <c:pt idx="24">
                  <c:v>-0.75</c:v>
                </c:pt>
                <c:pt idx="25">
                  <c:v>-0.75</c:v>
                </c:pt>
                <c:pt idx="26">
                  <c:v>-0.75</c:v>
                </c:pt>
                <c:pt idx="27">
                  <c:v>-0.75</c:v>
                </c:pt>
                <c:pt idx="28">
                  <c:v>-0.75</c:v>
                </c:pt>
                <c:pt idx="29">
                  <c:v>-0.75</c:v>
                </c:pt>
                <c:pt idx="30">
                  <c:v>-0.75</c:v>
                </c:pt>
                <c:pt idx="31">
                  <c:v>-0.75</c:v>
                </c:pt>
                <c:pt idx="32">
                  <c:v>-0.75</c:v>
                </c:pt>
                <c:pt idx="33">
                  <c:v>-0.75</c:v>
                </c:pt>
                <c:pt idx="34">
                  <c:v>-0.75</c:v>
                </c:pt>
                <c:pt idx="35">
                  <c:v>-0.75</c:v>
                </c:pt>
                <c:pt idx="36">
                  <c:v>-0.75</c:v>
                </c:pt>
                <c:pt idx="37">
                  <c:v>-0.75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-0.25</c:v>
                </c:pt>
                <c:pt idx="64">
                  <c:v>-0.25</c:v>
                </c:pt>
                <c:pt idx="65">
                  <c:v>-0.25</c:v>
                </c:pt>
                <c:pt idx="66">
                  <c:v>-0.25</c:v>
                </c:pt>
                <c:pt idx="67">
                  <c:v>-0.25</c:v>
                </c:pt>
                <c:pt idx="68">
                  <c:v>-0.25</c:v>
                </c:pt>
                <c:pt idx="69">
                  <c:v>-0.25</c:v>
                </c:pt>
                <c:pt idx="70">
                  <c:v>-0.25</c:v>
                </c:pt>
                <c:pt idx="71">
                  <c:v>-0.25</c:v>
                </c:pt>
                <c:pt idx="72">
                  <c:v>-0.25</c:v>
                </c:pt>
                <c:pt idx="73">
                  <c:v>-0.25</c:v>
                </c:pt>
                <c:pt idx="74">
                  <c:v>-0.25</c:v>
                </c:pt>
                <c:pt idx="75">
                  <c:v>-0.25</c:v>
                </c:pt>
                <c:pt idx="76">
                  <c:v>-0.25</c:v>
                </c:pt>
                <c:pt idx="77">
                  <c:v>-0.25</c:v>
                </c:pt>
                <c:pt idx="78">
                  <c:v>-0.25</c:v>
                </c:pt>
                <c:pt idx="79">
                  <c:v>-0.25</c:v>
                </c:pt>
                <c:pt idx="80">
                  <c:v>-0.25</c:v>
                </c:pt>
                <c:pt idx="81">
                  <c:v>-0.25</c:v>
                </c:pt>
                <c:pt idx="82">
                  <c:v>-0.25</c:v>
                </c:pt>
                <c:pt idx="83">
                  <c:v>-0.25</c:v>
                </c:pt>
                <c:pt idx="84">
                  <c:v>-0.25</c:v>
                </c:pt>
                <c:pt idx="85">
                  <c:v>-0.25</c:v>
                </c:pt>
                <c:pt idx="86">
                  <c:v>-0.25</c:v>
                </c:pt>
                <c:pt idx="87">
                  <c:v>-0.25</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0.25</c:v>
                </c:pt>
                <c:pt idx="114">
                  <c:v>0.25</c:v>
                </c:pt>
                <c:pt idx="115">
                  <c:v>0.25</c:v>
                </c:pt>
                <c:pt idx="116">
                  <c:v>0.25</c:v>
                </c:pt>
                <c:pt idx="117">
                  <c:v>0.25</c:v>
                </c:pt>
                <c:pt idx="118">
                  <c:v>0.25</c:v>
                </c:pt>
                <c:pt idx="119">
                  <c:v>0.25</c:v>
                </c:pt>
                <c:pt idx="120">
                  <c:v>0.25</c:v>
                </c:pt>
                <c:pt idx="121">
                  <c:v>0.25</c:v>
                </c:pt>
                <c:pt idx="122">
                  <c:v>0.25</c:v>
                </c:pt>
                <c:pt idx="123">
                  <c:v>0.25</c:v>
                </c:pt>
                <c:pt idx="124">
                  <c:v>0.25</c:v>
                </c:pt>
                <c:pt idx="125">
                  <c:v>0.25</c:v>
                </c:pt>
                <c:pt idx="126">
                  <c:v>0.25</c:v>
                </c:pt>
                <c:pt idx="127">
                  <c:v>0.25</c:v>
                </c:pt>
                <c:pt idx="128">
                  <c:v>0.25</c:v>
                </c:pt>
                <c:pt idx="129">
                  <c:v>0.25</c:v>
                </c:pt>
                <c:pt idx="130">
                  <c:v>0.25</c:v>
                </c:pt>
                <c:pt idx="131">
                  <c:v>0.25</c:v>
                </c:pt>
                <c:pt idx="132">
                  <c:v>0.25</c:v>
                </c:pt>
                <c:pt idx="133">
                  <c:v>0.25</c:v>
                </c:pt>
                <c:pt idx="134">
                  <c:v>0.25</c:v>
                </c:pt>
                <c:pt idx="135">
                  <c:v>0.25</c:v>
                </c:pt>
                <c:pt idx="136">
                  <c:v>0.25</c:v>
                </c:pt>
                <c:pt idx="137">
                  <c:v>0.25</c:v>
                </c:pt>
                <c:pt idx="138">
                  <c:v>0.5</c:v>
                </c:pt>
                <c:pt idx="139">
                  <c:v>0.5</c:v>
                </c:pt>
                <c:pt idx="140">
                  <c:v>0.5</c:v>
                </c:pt>
                <c:pt idx="141">
                  <c:v>0.5</c:v>
                </c:pt>
                <c:pt idx="142">
                  <c:v>0.5</c:v>
                </c:pt>
                <c:pt idx="143">
                  <c:v>0.5</c:v>
                </c:pt>
                <c:pt idx="144">
                  <c:v>0.5</c:v>
                </c:pt>
                <c:pt idx="145">
                  <c:v>0.5</c:v>
                </c:pt>
                <c:pt idx="146">
                  <c:v>0.5</c:v>
                </c:pt>
                <c:pt idx="147">
                  <c:v>0.5</c:v>
                </c:pt>
                <c:pt idx="148">
                  <c:v>0.5</c:v>
                </c:pt>
                <c:pt idx="149">
                  <c:v>0.5</c:v>
                </c:pt>
                <c:pt idx="150">
                  <c:v>0.5</c:v>
                </c:pt>
                <c:pt idx="151">
                  <c:v>0.5</c:v>
                </c:pt>
                <c:pt idx="152">
                  <c:v>0.5</c:v>
                </c:pt>
                <c:pt idx="153">
                  <c:v>0.5</c:v>
                </c:pt>
                <c:pt idx="154">
                  <c:v>0.5</c:v>
                </c:pt>
                <c:pt idx="155">
                  <c:v>0.5</c:v>
                </c:pt>
                <c:pt idx="156">
                  <c:v>0.5</c:v>
                </c:pt>
                <c:pt idx="157">
                  <c:v>0.5</c:v>
                </c:pt>
                <c:pt idx="158">
                  <c:v>0.5</c:v>
                </c:pt>
                <c:pt idx="159">
                  <c:v>0.5</c:v>
                </c:pt>
                <c:pt idx="160">
                  <c:v>0.5</c:v>
                </c:pt>
                <c:pt idx="161">
                  <c:v>0.5</c:v>
                </c:pt>
                <c:pt idx="162">
                  <c:v>0.5</c:v>
                </c:pt>
                <c:pt idx="163">
                  <c:v>0.75</c:v>
                </c:pt>
                <c:pt idx="164">
                  <c:v>0.75</c:v>
                </c:pt>
                <c:pt idx="165">
                  <c:v>0.75</c:v>
                </c:pt>
                <c:pt idx="166">
                  <c:v>0.75</c:v>
                </c:pt>
                <c:pt idx="167">
                  <c:v>0.75</c:v>
                </c:pt>
                <c:pt idx="168">
                  <c:v>0.75</c:v>
                </c:pt>
                <c:pt idx="169">
                  <c:v>0.75</c:v>
                </c:pt>
                <c:pt idx="170">
                  <c:v>0.75</c:v>
                </c:pt>
                <c:pt idx="171">
                  <c:v>0.75</c:v>
                </c:pt>
                <c:pt idx="172">
                  <c:v>0.75</c:v>
                </c:pt>
                <c:pt idx="173">
                  <c:v>0.75</c:v>
                </c:pt>
                <c:pt idx="174">
                  <c:v>0.75</c:v>
                </c:pt>
                <c:pt idx="175">
                  <c:v>0.75</c:v>
                </c:pt>
                <c:pt idx="176">
                  <c:v>0.75</c:v>
                </c:pt>
                <c:pt idx="177">
                  <c:v>0.75</c:v>
                </c:pt>
                <c:pt idx="178">
                  <c:v>0.75</c:v>
                </c:pt>
                <c:pt idx="179">
                  <c:v>0.75</c:v>
                </c:pt>
                <c:pt idx="180">
                  <c:v>0.75</c:v>
                </c:pt>
                <c:pt idx="181">
                  <c:v>0.75</c:v>
                </c:pt>
                <c:pt idx="182">
                  <c:v>0.75</c:v>
                </c:pt>
                <c:pt idx="183">
                  <c:v>0.75</c:v>
                </c:pt>
                <c:pt idx="184">
                  <c:v>0.75</c:v>
                </c:pt>
                <c:pt idx="185">
                  <c:v>0.75</c:v>
                </c:pt>
                <c:pt idx="186">
                  <c:v>0.75</c:v>
                </c:pt>
                <c:pt idx="187">
                  <c:v>0.75</c:v>
                </c:pt>
                <c:pt idx="188">
                  <c:v>0.75</c:v>
                </c:pt>
                <c:pt idx="189">
                  <c:v>0.75</c:v>
                </c:pt>
                <c:pt idx="190">
                  <c:v>0.75</c:v>
                </c:pt>
                <c:pt idx="191">
                  <c:v>0.75</c:v>
                </c:pt>
                <c:pt idx="192">
                  <c:v>0.75</c:v>
                </c:pt>
                <c:pt idx="193">
                  <c:v>0.75</c:v>
                </c:pt>
                <c:pt idx="194">
                  <c:v>0.75</c:v>
                </c:pt>
                <c:pt idx="195">
                  <c:v>0.75</c:v>
                </c:pt>
                <c:pt idx="196">
                  <c:v>0.75</c:v>
                </c:pt>
                <c:pt idx="197">
                  <c:v>0.75</c:v>
                </c:pt>
                <c:pt idx="198">
                  <c:v>0.75</c:v>
                </c:pt>
                <c:pt idx="199">
                  <c:v>0.75</c:v>
                </c:pt>
                <c:pt idx="200">
                  <c:v>0.75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V_in (V)  ·  V_FS = 2 V, LSB = 0.25 V</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1"/>
          <c:min val="-1"/>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V (V)</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error e = V_in − V_q (3-bit)</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Sheet1!$B$2:$B$202</c:f>
              <c:numCache>
                <c:formatCode>General</c:formatCode>
                <c:ptCount val="201"/>
                <c:pt idx="0">
                  <c:v>0</c:v>
                </c:pt>
                <c:pt idx="1">
                  <c:v>0.010000000000000009</c:v>
                </c:pt>
                <c:pt idx="2">
                  <c:v>0.020000000000000018</c:v>
                </c:pt>
                <c:pt idx="3">
                  <c:v>0.030000000000000027</c:v>
                </c:pt>
                <c:pt idx="4">
                  <c:v>0.040000000000000036</c:v>
                </c:pt>
                <c:pt idx="5">
                  <c:v>0.050000000000000044</c:v>
                </c:pt>
                <c:pt idx="6">
                  <c:v>0.06000000000000005</c:v>
                </c:pt>
                <c:pt idx="7">
                  <c:v>0.07000000000000006</c:v>
                </c:pt>
                <c:pt idx="8">
                  <c:v>0.07999999999999996</c:v>
                </c:pt>
                <c:pt idx="9">
                  <c:v>0.08999999999999997</c:v>
                </c:pt>
                <c:pt idx="10">
                  <c:v>0.09999999999999998</c:v>
                </c:pt>
                <c:pt idx="11">
                  <c:v>0.10999999999999999</c:v>
                </c:pt>
                <c:pt idx="12">
                  <c:v>0.12</c:v>
                </c:pt>
                <c:pt idx="13">
                  <c:v>-0.12</c:v>
                </c:pt>
                <c:pt idx="14">
                  <c:v>-0.10999999999999999</c:v>
                </c:pt>
                <c:pt idx="15">
                  <c:v>-0.09999999999999998</c:v>
                </c:pt>
                <c:pt idx="16">
                  <c:v>-0.08999999999999997</c:v>
                </c:pt>
                <c:pt idx="17">
                  <c:v>-0.07999999999999996</c:v>
                </c:pt>
                <c:pt idx="18">
                  <c:v>-0.07000000000000006</c:v>
                </c:pt>
                <c:pt idx="19">
                  <c:v>-0.06000000000000005</c:v>
                </c:pt>
                <c:pt idx="20">
                  <c:v>-0.050000000000000044</c:v>
                </c:pt>
                <c:pt idx="21">
                  <c:v>-0.040000000000000036</c:v>
                </c:pt>
                <c:pt idx="22">
                  <c:v>-0.030000000000000027</c:v>
                </c:pt>
                <c:pt idx="23">
                  <c:v>-0.020000000000000018</c:v>
                </c:pt>
                <c:pt idx="24">
                  <c:v>-0.010000000000000009</c:v>
                </c:pt>
                <c:pt idx="25">
                  <c:v>0</c:v>
                </c:pt>
                <c:pt idx="26">
                  <c:v>0.010000000000000009</c:v>
                </c:pt>
                <c:pt idx="27">
                  <c:v>0.020000000000000018</c:v>
                </c:pt>
                <c:pt idx="28">
                  <c:v>0.030000000000000027</c:v>
                </c:pt>
                <c:pt idx="29">
                  <c:v>0.040000000000000036</c:v>
                </c:pt>
                <c:pt idx="30">
                  <c:v>0.050000000000000044</c:v>
                </c:pt>
                <c:pt idx="31">
                  <c:v>0.06000000000000005</c:v>
                </c:pt>
                <c:pt idx="32">
                  <c:v>0.07000000000000006</c:v>
                </c:pt>
                <c:pt idx="33">
                  <c:v>0.08000000000000007</c:v>
                </c:pt>
                <c:pt idx="34">
                  <c:v>0.09000000000000008</c:v>
                </c:pt>
                <c:pt idx="35">
                  <c:v>0.09999999999999998</c:v>
                </c:pt>
                <c:pt idx="36">
                  <c:v>0.10999999999999999</c:v>
                </c:pt>
                <c:pt idx="37">
                  <c:v>0.12</c:v>
                </c:pt>
                <c:pt idx="38">
                  <c:v>-0.12</c:v>
                </c:pt>
                <c:pt idx="39">
                  <c:v>-0.10999999999999999</c:v>
                </c:pt>
                <c:pt idx="40">
                  <c:v>-0.09999999999999998</c:v>
                </c:pt>
                <c:pt idx="41">
                  <c:v>-0.09000000000000008</c:v>
                </c:pt>
                <c:pt idx="42">
                  <c:v>-0.08000000000000007</c:v>
                </c:pt>
                <c:pt idx="43">
                  <c:v>-0.07000000000000006</c:v>
                </c:pt>
                <c:pt idx="44">
                  <c:v>-0.06000000000000005</c:v>
                </c:pt>
                <c:pt idx="45">
                  <c:v>-0.050000000000000044</c:v>
                </c:pt>
                <c:pt idx="46">
                  <c:v>-0.040000000000000036</c:v>
                </c:pt>
                <c:pt idx="47">
                  <c:v>-0.030000000000000027</c:v>
                </c:pt>
                <c:pt idx="48">
                  <c:v>-0.020000000000000018</c:v>
                </c:pt>
                <c:pt idx="49">
                  <c:v>-0.010000000000000009</c:v>
                </c:pt>
                <c:pt idx="50">
                  <c:v>0</c:v>
                </c:pt>
                <c:pt idx="51">
                  <c:v>0.010000000000000009</c:v>
                </c:pt>
                <c:pt idx="52">
                  <c:v>0.020000000000000018</c:v>
                </c:pt>
                <c:pt idx="53">
                  <c:v>0.030000000000000027</c:v>
                </c:pt>
                <c:pt idx="54">
                  <c:v>0.040000000000000036</c:v>
                </c:pt>
                <c:pt idx="55">
                  <c:v>0.050000000000000044</c:v>
                </c:pt>
                <c:pt idx="56">
                  <c:v>0.06000000000000005</c:v>
                </c:pt>
                <c:pt idx="57">
                  <c:v>0.06999999999999995</c:v>
                </c:pt>
                <c:pt idx="58">
                  <c:v>0.07999999999999996</c:v>
                </c:pt>
                <c:pt idx="59">
                  <c:v>0.08999999999999997</c:v>
                </c:pt>
                <c:pt idx="60">
                  <c:v>0.09999999999999998</c:v>
                </c:pt>
                <c:pt idx="61">
                  <c:v>0.10999999999999999</c:v>
                </c:pt>
                <c:pt idx="62">
                  <c:v>0.12</c:v>
                </c:pt>
                <c:pt idx="63">
                  <c:v>-0.12</c:v>
                </c:pt>
                <c:pt idx="64">
                  <c:v>-0.10999999999999999</c:v>
                </c:pt>
                <c:pt idx="65">
                  <c:v>-0.09999999999999998</c:v>
                </c:pt>
                <c:pt idx="66">
                  <c:v>-0.08999999999999997</c:v>
                </c:pt>
                <c:pt idx="67">
                  <c:v>-0.07999999999999996</c:v>
                </c:pt>
                <c:pt idx="68">
                  <c:v>-0.06999999999999995</c:v>
                </c:pt>
                <c:pt idx="69">
                  <c:v>-0.06000000000000005</c:v>
                </c:pt>
                <c:pt idx="70">
                  <c:v>-0.050000000000000044</c:v>
                </c:pt>
                <c:pt idx="71">
                  <c:v>-0.040000000000000036</c:v>
                </c:pt>
                <c:pt idx="72">
                  <c:v>-0.030000000000000027</c:v>
                </c:pt>
                <c:pt idx="73">
                  <c:v>-0.020000000000000018</c:v>
                </c:pt>
                <c:pt idx="74">
                  <c:v>-0.010000000000000009</c:v>
                </c:pt>
                <c:pt idx="75">
                  <c:v>0</c:v>
                </c:pt>
                <c:pt idx="76">
                  <c:v>0.010000000000000009</c:v>
                </c:pt>
                <c:pt idx="77">
                  <c:v>0.020000000000000018</c:v>
                </c:pt>
                <c:pt idx="78">
                  <c:v>0.030000000000000027</c:v>
                </c:pt>
                <c:pt idx="79">
                  <c:v>0.040000000000000036</c:v>
                </c:pt>
                <c:pt idx="80">
                  <c:v>0.050000000000000044</c:v>
                </c:pt>
                <c:pt idx="81">
                  <c:v>0.06000000000000005</c:v>
                </c:pt>
                <c:pt idx="82">
                  <c:v>0.06999999999999995</c:v>
                </c:pt>
                <c:pt idx="83">
                  <c:v>0.07999999999999996</c:v>
                </c:pt>
                <c:pt idx="84">
                  <c:v>0.08999999999999997</c:v>
                </c:pt>
                <c:pt idx="85">
                  <c:v>0.09999999999999998</c:v>
                </c:pt>
                <c:pt idx="86">
                  <c:v>0.10999999999999999</c:v>
                </c:pt>
                <c:pt idx="87">
                  <c:v>0.12</c:v>
                </c:pt>
                <c:pt idx="88">
                  <c:v>-0.12</c:v>
                </c:pt>
                <c:pt idx="89">
                  <c:v>-0.10999999999999999</c:v>
                </c:pt>
                <c:pt idx="90">
                  <c:v>-0.09999999999999998</c:v>
                </c:pt>
                <c:pt idx="91">
                  <c:v>-0.08999999999999997</c:v>
                </c:pt>
                <c:pt idx="92">
                  <c:v>-0.07999999999999996</c:v>
                </c:pt>
                <c:pt idx="93">
                  <c:v>-0.06999999999999995</c:v>
                </c:pt>
                <c:pt idx="94">
                  <c:v>-0.06000000000000005</c:v>
                </c:pt>
                <c:pt idx="95">
                  <c:v>-0.050000000000000044</c:v>
                </c:pt>
                <c:pt idx="96">
                  <c:v>-0.040000000000000036</c:v>
                </c:pt>
                <c:pt idx="97">
                  <c:v>-0.030000000000000027</c:v>
                </c:pt>
                <c:pt idx="98">
                  <c:v>-0.020000000000000018</c:v>
                </c:pt>
                <c:pt idx="99">
                  <c:v>-0.010000000000000009</c:v>
                </c:pt>
                <c:pt idx="100">
                  <c:v>0</c:v>
                </c:pt>
                <c:pt idx="101">
                  <c:v>0.010000000000000009</c:v>
                </c:pt>
                <c:pt idx="102">
                  <c:v>0.020000000000000018</c:v>
                </c:pt>
                <c:pt idx="103">
                  <c:v>0.030000000000000027</c:v>
                </c:pt>
                <c:pt idx="104">
                  <c:v>0.040000000000000036</c:v>
                </c:pt>
                <c:pt idx="105">
                  <c:v>0.050000000000000044</c:v>
                </c:pt>
                <c:pt idx="106">
                  <c:v>0.06000000000000005</c:v>
                </c:pt>
                <c:pt idx="107">
                  <c:v>0.07000000000000006</c:v>
                </c:pt>
                <c:pt idx="108">
                  <c:v>0.08000000000000007</c:v>
                </c:pt>
                <c:pt idx="109">
                  <c:v>0.09000000000000008</c:v>
                </c:pt>
                <c:pt idx="110">
                  <c:v>0.10000000000000009</c:v>
                </c:pt>
                <c:pt idx="111">
                  <c:v>0.1100000000000001</c:v>
                </c:pt>
                <c:pt idx="112">
                  <c:v>0.1200000000000001</c:v>
                </c:pt>
                <c:pt idx="113">
                  <c:v>-0.1200000000000001</c:v>
                </c:pt>
                <c:pt idx="114">
                  <c:v>-0.1100000000000001</c:v>
                </c:pt>
                <c:pt idx="115">
                  <c:v>-0.10000000000000009</c:v>
                </c:pt>
                <c:pt idx="116">
                  <c:v>-0.09000000000000008</c:v>
                </c:pt>
                <c:pt idx="117">
                  <c:v>-0.08000000000000007</c:v>
                </c:pt>
                <c:pt idx="118">
                  <c:v>-0.07000000000000006</c:v>
                </c:pt>
                <c:pt idx="119">
                  <c:v>-0.06000000000000005</c:v>
                </c:pt>
                <c:pt idx="120">
                  <c:v>-0.050000000000000044</c:v>
                </c:pt>
                <c:pt idx="121">
                  <c:v>-0.040000000000000036</c:v>
                </c:pt>
                <c:pt idx="122">
                  <c:v>-0.030000000000000027</c:v>
                </c:pt>
                <c:pt idx="123">
                  <c:v>-0.020000000000000018</c:v>
                </c:pt>
                <c:pt idx="124">
                  <c:v>-0.010000000000000009</c:v>
                </c:pt>
                <c:pt idx="125">
                  <c:v>0</c:v>
                </c:pt>
                <c:pt idx="126">
                  <c:v>0.010000000000000009</c:v>
                </c:pt>
                <c:pt idx="127">
                  <c:v>0.020000000000000018</c:v>
                </c:pt>
                <c:pt idx="128">
                  <c:v>0.030000000000000027</c:v>
                </c:pt>
                <c:pt idx="129">
                  <c:v>0.040000000000000036</c:v>
                </c:pt>
                <c:pt idx="130">
                  <c:v>0.050000000000000044</c:v>
                </c:pt>
                <c:pt idx="131">
                  <c:v>0.06000000000000005</c:v>
                </c:pt>
                <c:pt idx="132">
                  <c:v>0.07000000000000006</c:v>
                </c:pt>
                <c:pt idx="133">
                  <c:v>0.08000000000000007</c:v>
                </c:pt>
                <c:pt idx="134">
                  <c:v>0.09000000000000008</c:v>
                </c:pt>
                <c:pt idx="135">
                  <c:v>0.10000000000000009</c:v>
                </c:pt>
                <c:pt idx="136">
                  <c:v>0.1100000000000001</c:v>
                </c:pt>
                <c:pt idx="137">
                  <c:v>0.1200000000000001</c:v>
                </c:pt>
                <c:pt idx="138">
                  <c:v>-0.1200000000000001</c:v>
                </c:pt>
                <c:pt idx="139">
                  <c:v>-0.1100000000000001</c:v>
                </c:pt>
                <c:pt idx="140">
                  <c:v>-0.10000000000000009</c:v>
                </c:pt>
                <c:pt idx="141">
                  <c:v>-0.09000000000000008</c:v>
                </c:pt>
                <c:pt idx="142">
                  <c:v>-0.08000000000000007</c:v>
                </c:pt>
                <c:pt idx="143">
                  <c:v>-0.07000000000000006</c:v>
                </c:pt>
                <c:pt idx="144">
                  <c:v>-0.06000000000000005</c:v>
                </c:pt>
                <c:pt idx="145">
                  <c:v>-0.050000000000000044</c:v>
                </c:pt>
                <c:pt idx="146">
                  <c:v>-0.040000000000000036</c:v>
                </c:pt>
                <c:pt idx="147">
                  <c:v>-0.030000000000000027</c:v>
                </c:pt>
                <c:pt idx="148">
                  <c:v>-0.020000000000000018</c:v>
                </c:pt>
                <c:pt idx="149">
                  <c:v>-0.010000000000000009</c:v>
                </c:pt>
                <c:pt idx="150">
                  <c:v>0</c:v>
                </c:pt>
                <c:pt idx="151">
                  <c:v>0.010000000000000009</c:v>
                </c:pt>
                <c:pt idx="152">
                  <c:v>0.020000000000000018</c:v>
                </c:pt>
                <c:pt idx="153">
                  <c:v>0.030000000000000027</c:v>
                </c:pt>
                <c:pt idx="154">
                  <c:v>0.040000000000000036</c:v>
                </c:pt>
                <c:pt idx="155">
                  <c:v>0.050000000000000044</c:v>
                </c:pt>
                <c:pt idx="156">
                  <c:v>0.06000000000000005</c:v>
                </c:pt>
                <c:pt idx="157">
                  <c:v>0.07000000000000006</c:v>
                </c:pt>
                <c:pt idx="158">
                  <c:v>0.08000000000000007</c:v>
                </c:pt>
                <c:pt idx="159">
                  <c:v>0.09000000000000008</c:v>
                </c:pt>
                <c:pt idx="160">
                  <c:v>0.10000000000000009</c:v>
                </c:pt>
                <c:pt idx="161">
                  <c:v>0.1100000000000001</c:v>
                </c:pt>
                <c:pt idx="162">
                  <c:v>0.1200000000000001</c:v>
                </c:pt>
                <c:pt idx="163">
                  <c:v>-0.1200000000000001</c:v>
                </c:pt>
                <c:pt idx="164">
                  <c:v>-0.1100000000000001</c:v>
                </c:pt>
                <c:pt idx="165">
                  <c:v>-0.10000000000000009</c:v>
                </c:pt>
                <c:pt idx="166">
                  <c:v>-0.09000000000000008</c:v>
                </c:pt>
                <c:pt idx="167">
                  <c:v>-0.08000000000000007</c:v>
                </c:pt>
                <c:pt idx="168">
                  <c:v>-0.07000000000000006</c:v>
                </c:pt>
                <c:pt idx="169">
                  <c:v>-0.06000000000000005</c:v>
                </c:pt>
                <c:pt idx="170">
                  <c:v>-0.050000000000000044</c:v>
                </c:pt>
                <c:pt idx="171">
                  <c:v>-0.040000000000000036</c:v>
                </c:pt>
                <c:pt idx="172">
                  <c:v>-0.030000000000000027</c:v>
                </c:pt>
                <c:pt idx="173">
                  <c:v>-0.020000000000000018</c:v>
                </c:pt>
                <c:pt idx="174">
                  <c:v>-0.010000000000000009</c:v>
                </c:pt>
                <c:pt idx="175">
                  <c:v>0</c:v>
                </c:pt>
                <c:pt idx="176">
                  <c:v>0.010000000000000009</c:v>
                </c:pt>
                <c:pt idx="177">
                  <c:v>0.020000000000000018</c:v>
                </c:pt>
                <c:pt idx="178">
                  <c:v>0.030000000000000027</c:v>
                </c:pt>
                <c:pt idx="179">
                  <c:v>0.040000000000000036</c:v>
                </c:pt>
                <c:pt idx="180">
                  <c:v>0.050000000000000044</c:v>
                </c:pt>
                <c:pt idx="181">
                  <c:v>0.06000000000000005</c:v>
                </c:pt>
                <c:pt idx="182">
                  <c:v>0.07000000000000006</c:v>
                </c:pt>
                <c:pt idx="183">
                  <c:v>0.08000000000000007</c:v>
                </c:pt>
                <c:pt idx="184">
                  <c:v>0.09000000000000008</c:v>
                </c:pt>
                <c:pt idx="185">
                  <c:v>0.10000000000000009</c:v>
                </c:pt>
                <c:pt idx="186">
                  <c:v>0.1100000000000001</c:v>
                </c:pt>
                <c:pt idx="187">
                  <c:v>0.1200000000000001</c:v>
                </c:pt>
                <c:pt idx="188">
                  <c:v>0.1299999999999999</c:v>
                </c:pt>
                <c:pt idx="189">
                  <c:v>0.1399999999999999</c:v>
                </c:pt>
                <c:pt idx="190">
                  <c:v>0.1499999999999999</c:v>
                </c:pt>
                <c:pt idx="191">
                  <c:v>0.15999999999999992</c:v>
                </c:pt>
                <c:pt idx="192">
                  <c:v>0.16999999999999993</c:v>
                </c:pt>
                <c:pt idx="193">
                  <c:v>0.17999999999999994</c:v>
                </c:pt>
                <c:pt idx="194">
                  <c:v>0.18999999999999995</c:v>
                </c:pt>
                <c:pt idx="195">
                  <c:v>0.19999999999999996</c:v>
                </c:pt>
                <c:pt idx="196">
                  <c:v>0.20999999999999996</c:v>
                </c:pt>
                <c:pt idx="197">
                  <c:v>0.21999999999999997</c:v>
                </c:pt>
                <c:pt idx="198">
                  <c:v>0.22999999999999998</c:v>
                </c:pt>
                <c:pt idx="199">
                  <c:v>0.24</c:v>
                </c:pt>
                <c:pt idx="200">
                  <c:v>0.25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V_in (V)</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0.15"/>
          <c:min val="-0.15"/>
        </c:scaling>
        <c:delete val="0"/>
        <c:axPos val="l"/>
        <c:majorGridlines>
          <c:spPr>
            <a:ln w="6350" cap="flat">
              <a:solidFill>
                <a:srgbClr val="D9E1EA"/>
              </a:solidFill>
              <a:prstDash val="solid"/>
              <a:round/>
            </a:ln>
          </c:spPr>
        </c:majorGridlines>
        <c:numFmt formatCode="0.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0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count (12-bit, 8192 samples)</c:v>
                </c:pt>
              </c:strCache>
            </c:strRef>
          </c:tx>
          <c:spPr>
            <a:solidFill>
              <a:srgbClr val="2EC4B6"/>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-0.45 LSB</c:v>
                  </c:pt>
                  <c:pt idx="1">
                    <c:v>-0.35 LSB</c:v>
                  </c:pt>
                  <c:pt idx="2">
                    <c:v>-0.25 LSB</c:v>
                  </c:pt>
                  <c:pt idx="3">
                    <c:v>-0.15 LSB</c:v>
                  </c:pt>
                  <c:pt idx="4">
                    <c:v>-0.05 LSB</c:v>
                  </c:pt>
                  <c:pt idx="5">
                    <c:v>0.05 LSB</c:v>
                  </c:pt>
                  <c:pt idx="6">
                    <c:v>0.15 LSB</c:v>
                  </c:pt>
                  <c:pt idx="7">
                    <c:v>0.25 LSB</c:v>
                  </c:pt>
                  <c:pt idx="8">
                    <c:v>0.35 LSB</c:v>
                  </c:pt>
                  <c:pt idx="9">
                    <c:v>0.45 LSB</c:v>
                  </c:pt>
                </c:lvl>
              </c:multiLvlStrCache>
            </c:multiLvlStrRef>
          </c:cat>
          <c:val>
            <c:numRef>
              <c:f>Sheet1!$B$2:$B$11</c:f>
              <c:numCache>
                <c:formatCode>General</c:formatCode>
                <c:ptCount val="10"/>
                <c:pt idx="0">
                  <c:v>801</c:v>
                </c:pt>
                <c:pt idx="1">
                  <c:v>815</c:v>
                </c:pt>
                <c:pt idx="2">
                  <c:v>853</c:v>
                </c:pt>
                <c:pt idx="3">
                  <c:v>812</c:v>
                </c:pt>
                <c:pt idx="4">
                  <c:v>809</c:v>
                </c:pt>
                <c:pt idx="5">
                  <c:v>830</c:v>
                </c:pt>
                <c:pt idx="6">
                  <c:v>811</c:v>
                </c:pt>
                <c:pt idx="7">
                  <c:v>811</c:v>
                </c:pt>
                <c:pt idx="8">
                  <c:v>808</c:v>
                </c:pt>
                <c:pt idx="9">
                  <c:v>842</c:v>
                </c:pt>
              </c:numCache>
            </c:numRef>
          </c:val>
        </c:ser>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error (fraction of LSB)</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in val="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ideal SNR = 6.02 N + 1.76 dB</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C4B6"/>
              </a:solidFill>
              <a:ln w="9525" cap="flat">
                <a:solidFill>
                  <a:srgbClr val="2EC4B6"/>
                </a:solidFill>
                <a:prstDash val="solid"/>
                <a:round/>
              </a:ln>
              <a:effectLst/>
            </c:spPr>
          </c:marker>
          <c:cat>
            <c:multiLvlStrRef>
              <c:f>Sheet1!$A$2:$A$11</c:f>
              <c:multiLvlStrCache>
                <c:ptCount val="10"/>
                <c:lvl>
                  <c:pt idx="0">
                    <c:v>4</c:v>
                  </c:pt>
                  <c:pt idx="1">
                    <c:v>6</c:v>
                  </c:pt>
                  <c:pt idx="2">
                    <c:v>8</c:v>
                  </c:pt>
                  <c:pt idx="3">
                    <c:v>10</c:v>
                  </c:pt>
                  <c:pt idx="4">
                    <c:v>12</c:v>
                  </c:pt>
                  <c:pt idx="5">
                    <c:v>14</c:v>
                  </c:pt>
                  <c:pt idx="6">
                    <c:v>16</c:v>
                  </c:pt>
                  <c:pt idx="7">
                    <c:v>18</c:v>
                  </c:pt>
                  <c:pt idx="8">
                    <c:v>20</c:v>
                  </c:pt>
                  <c:pt idx="9">
                    <c:v>24</c:v>
                  </c:pt>
                </c:lvl>
              </c:multiLvlStrCache>
            </c:multiLvlStrRef>
          </c:cat>
          <c:val>
            <c:numRef>
              <c:f>Sheet1!$B$2:$B$11</c:f>
              <c:numCache>
                <c:formatCode>General</c:formatCode>
                <c:ptCount val="10"/>
                <c:pt idx="0">
                  <c:v>25.84</c:v>
                </c:pt>
                <c:pt idx="1">
                  <c:v>37.879999999999995</c:v>
                </c:pt>
                <c:pt idx="2">
                  <c:v>49.919999999999995</c:v>
                </c:pt>
                <c:pt idx="3">
                  <c:v>61.959999999999994</c:v>
                </c:pt>
                <c:pt idx="4">
                  <c:v>74</c:v>
                </c:pt>
                <c:pt idx="5">
                  <c:v>86.04</c:v>
                </c:pt>
                <c:pt idx="6">
                  <c:v>98.08</c:v>
                </c:pt>
                <c:pt idx="7">
                  <c:v>110.11999999999999</c:v>
                </c:pt>
                <c:pt idx="8">
                  <c:v>122.16</c:v>
                </c:pt>
                <c:pt idx="9">
                  <c:v>146.23999999999998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bits N</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60"/>
          <c:min val="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SNR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DAC trial voltage</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B703"/>
              </a:solidFill>
              <a:ln w="9525" cap="flat">
                <a:solidFill>
                  <a:srgbClr val="FFB703"/>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Sheet1!$B$2:$B$9</c:f>
              <c:numCache>
                <c:formatCode>General</c:formatCode>
                <c:ptCount val="8"/>
                <c:pt idx="0">
                  <c:v>0.5</c:v>
                </c:pt>
                <c:pt idx="1">
                  <c:v>0.75</c:v>
                </c:pt>
                <c:pt idx="2">
                  <c:v>0.625</c:v>
                </c:pt>
                <c:pt idx="3">
                  <c:v>0.6875</c:v>
                </c:pt>
                <c:pt idx="4">
                  <c:v>0.71875</c:v>
                </c:pt>
                <c:pt idx="5">
                  <c:v>0.703125</c:v>
                </c:pt>
                <c:pt idx="6">
                  <c:v>0.6953125</c:v>
                </c:pt>
                <c:pt idx="7">
                  <c:v>0.69921875</c:v>
                </c:pt>
              </c:numCache>
            </c:numRef>
          </c:val>
          <c:smooth val="0"/>
        </c:ser>
        <c:ser>
          <c:idx val="1"/>
          <c:order val="1"/>
          <c:tx>
            <c:strRef>
              <c:f>Sheet1!$C$1</c:f>
              <c:strCache>
                <c:ptCount val="1"/>
                <c:pt idx="0">
                  <c:v>result after decision</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C4B6"/>
              </a:solidFill>
              <a:ln w="9525" cap="flat">
                <a:solidFill>
                  <a:srgbClr val="2EC4B6"/>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Sheet1!$C$2:$C$9</c:f>
              <c:numCache>
                <c:formatCode>General</c:formatCode>
                <c:ptCount val="8"/>
                <c:pt idx="0">
                  <c:v>0.5</c:v>
                </c:pt>
                <c:pt idx="1">
                  <c:v>0.5</c:v>
                </c:pt>
                <c:pt idx="2">
                  <c:v>0.625</c:v>
                </c:pt>
                <c:pt idx="3">
                  <c:v>0.6875</c:v>
                </c:pt>
                <c:pt idx="4">
                  <c:v>0.6875</c:v>
                </c:pt>
                <c:pt idx="5">
                  <c:v>0.6875</c:v>
                </c:pt>
                <c:pt idx="6">
                  <c:v>0.6953125</c:v>
                </c:pt>
                <c:pt idx="7">
                  <c:v>0.69921875</c:v>
                </c:pt>
              </c:numCache>
            </c:numRef>
          </c:val>
          <c:smooth val="0"/>
        </c:ser>
        <c:ser>
          <c:idx val="2"/>
          <c:order val="2"/>
          <c:tx>
            <c:strRef>
              <c:f>Sheet1!$D$1</c:f>
              <c:strCache>
                <c:ptCount val="1"/>
                <c:pt idx="0">
                  <c:v>V_in = 0.70 V_ref</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76F51"/>
              </a:solidFill>
              <a:ln w="9525" cap="flat">
                <a:solidFill>
                  <a:srgbClr val="E76F51"/>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Sheet1!$D$2:$D$9</c:f>
              <c:numCache>
                <c:formatCode>General</c:formatCode>
                <c:ptCount val="8"/>
                <c:pt idx="0">
                  <c:v>0.7</c:v>
                </c:pt>
                <c:pt idx="1">
                  <c:v>0.7</c:v>
                </c:pt>
                <c:pt idx="2">
                  <c:v>0.7</c:v>
                </c:pt>
                <c:pt idx="3">
                  <c:v>0.7</c:v>
                </c:pt>
                <c:pt idx="4">
                  <c:v>0.7</c:v>
                </c:pt>
                <c:pt idx="5">
                  <c:v>0.7</c:v>
                </c:pt>
                <c:pt idx="6">
                  <c:v>0.7</c:v>
                </c:pt>
                <c:pt idx="7">
                  <c:v>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clock cycle (bit tested: MSB → LSB)</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
          <c:min val="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V / V_ref</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no shaping (flat)</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Sheet1!$A$2:$A$101</c:f>
              <c:multiLvlStrCache>
                <c:ptCount val="100"/>
                <c:lvl>
                  <c:pt idx="0">
                    <c:v>0.005</c:v>
                  </c:pt>
                  <c:pt idx="1">
                    <c:v>0.010</c:v>
                  </c:pt>
                  <c:pt idx="2">
                    <c:v>0.015</c:v>
                  </c:pt>
                  <c:pt idx="3">
                    <c:v>0.020</c:v>
                  </c:pt>
                  <c:pt idx="4">
                    <c:v>0.025</c:v>
                  </c:pt>
                  <c:pt idx="5">
                    <c:v>0.030</c:v>
                  </c:pt>
                  <c:pt idx="6">
                    <c:v>0.035</c:v>
                  </c:pt>
                  <c:pt idx="7">
                    <c:v>0.040</c:v>
                  </c:pt>
                  <c:pt idx="8">
                    <c:v>0.045</c:v>
                  </c:pt>
                  <c:pt idx="9">
                    <c:v>0.050</c:v>
                  </c:pt>
                  <c:pt idx="10">
                    <c:v>0.055</c:v>
                  </c:pt>
                  <c:pt idx="11">
                    <c:v>0.060</c:v>
                  </c:pt>
                  <c:pt idx="12">
                    <c:v>0.065</c:v>
                  </c:pt>
                  <c:pt idx="13">
                    <c:v>0.070</c:v>
                  </c:pt>
                  <c:pt idx="14">
                    <c:v>0.075</c:v>
                  </c:pt>
                  <c:pt idx="15">
                    <c:v>0.080</c:v>
                  </c:pt>
                  <c:pt idx="16">
                    <c:v>0.085</c:v>
                  </c:pt>
                  <c:pt idx="17">
                    <c:v>0.090</c:v>
                  </c:pt>
                  <c:pt idx="18">
                    <c:v>0.095</c:v>
                  </c:pt>
                  <c:pt idx="19">
                    <c:v>0.100</c:v>
                  </c:pt>
                  <c:pt idx="20">
                    <c:v>0.105</c:v>
                  </c:pt>
                  <c:pt idx="21">
                    <c:v>0.110</c:v>
                  </c:pt>
                  <c:pt idx="22">
                    <c:v>0.115</c:v>
                  </c:pt>
                  <c:pt idx="23">
                    <c:v>0.120</c:v>
                  </c:pt>
                  <c:pt idx="24">
                    <c:v>0.125</c:v>
                  </c:pt>
                  <c:pt idx="25">
                    <c:v>0.130</c:v>
                  </c:pt>
                  <c:pt idx="26">
                    <c:v>0.135</c:v>
                  </c:pt>
                  <c:pt idx="27">
                    <c:v>0.140</c:v>
                  </c:pt>
                  <c:pt idx="28">
                    <c:v>0.145</c:v>
                  </c:pt>
                  <c:pt idx="29">
                    <c:v>0.150</c:v>
                  </c:pt>
                  <c:pt idx="30">
                    <c:v>0.155</c:v>
                  </c:pt>
                  <c:pt idx="31">
                    <c:v>0.160</c:v>
                  </c:pt>
                  <c:pt idx="32">
                    <c:v>0.165</c:v>
                  </c:pt>
                  <c:pt idx="33">
                    <c:v>0.170</c:v>
                  </c:pt>
                  <c:pt idx="34">
                    <c:v>0.175</c:v>
                  </c:pt>
                  <c:pt idx="35">
                    <c:v>0.180</c:v>
                  </c:pt>
                  <c:pt idx="36">
                    <c:v>0.185</c:v>
                  </c:pt>
                  <c:pt idx="37">
                    <c:v>0.190</c:v>
                  </c:pt>
                  <c:pt idx="38">
                    <c:v>0.195</c:v>
                  </c:pt>
                  <c:pt idx="39">
                    <c:v>0.200</c:v>
                  </c:pt>
                  <c:pt idx="40">
                    <c:v>0.205</c:v>
                  </c:pt>
                  <c:pt idx="41">
                    <c:v>0.210</c:v>
                  </c:pt>
                  <c:pt idx="42">
                    <c:v>0.215</c:v>
                  </c:pt>
                  <c:pt idx="43">
                    <c:v>0.220</c:v>
                  </c:pt>
                  <c:pt idx="44">
                    <c:v>0.225</c:v>
                  </c:pt>
                  <c:pt idx="45">
                    <c:v>0.230</c:v>
                  </c:pt>
                  <c:pt idx="46">
                    <c:v>0.235</c:v>
                  </c:pt>
                  <c:pt idx="47">
                    <c:v>0.240</c:v>
                  </c:pt>
                  <c:pt idx="48">
                    <c:v>0.245</c:v>
                  </c:pt>
                  <c:pt idx="49">
                    <c:v>0.250</c:v>
                  </c:pt>
                  <c:pt idx="50">
                    <c:v>0.255</c:v>
                  </c:pt>
                  <c:pt idx="51">
                    <c:v>0.260</c:v>
                  </c:pt>
                  <c:pt idx="52">
                    <c:v>0.265</c:v>
                  </c:pt>
                  <c:pt idx="53">
                    <c:v>0.270</c:v>
                  </c:pt>
                  <c:pt idx="54">
                    <c:v>0.275</c:v>
                  </c:pt>
                  <c:pt idx="55">
                    <c:v>0.280</c:v>
                  </c:pt>
                  <c:pt idx="56">
                    <c:v>0.285</c:v>
                  </c:pt>
                  <c:pt idx="57">
                    <c:v>0.290</c:v>
                  </c:pt>
                  <c:pt idx="58">
                    <c:v>0.295</c:v>
                  </c:pt>
                  <c:pt idx="59">
                    <c:v>0.300</c:v>
                  </c:pt>
                  <c:pt idx="60">
                    <c:v>0.305</c:v>
                  </c:pt>
                  <c:pt idx="61">
                    <c:v>0.310</c:v>
                  </c:pt>
                  <c:pt idx="62">
                    <c:v>0.315</c:v>
                  </c:pt>
                  <c:pt idx="63">
                    <c:v>0.320</c:v>
                  </c:pt>
                  <c:pt idx="64">
                    <c:v>0.325</c:v>
                  </c:pt>
                  <c:pt idx="65">
                    <c:v>0.330</c:v>
                  </c:pt>
                  <c:pt idx="66">
                    <c:v>0.335</c:v>
                  </c:pt>
                  <c:pt idx="67">
                    <c:v>0.340</c:v>
                  </c:pt>
                  <c:pt idx="68">
                    <c:v>0.345</c:v>
                  </c:pt>
                  <c:pt idx="69">
                    <c:v>0.350</c:v>
                  </c:pt>
                  <c:pt idx="70">
                    <c:v>0.355</c:v>
                  </c:pt>
                  <c:pt idx="71">
                    <c:v>0.360</c:v>
                  </c:pt>
                  <c:pt idx="72">
                    <c:v>0.365</c:v>
                  </c:pt>
                  <c:pt idx="73">
                    <c:v>0.370</c:v>
                  </c:pt>
                  <c:pt idx="74">
                    <c:v>0.375</c:v>
                  </c:pt>
                  <c:pt idx="75">
                    <c:v>0.380</c:v>
                  </c:pt>
                  <c:pt idx="76">
                    <c:v>0.385</c:v>
                  </c:pt>
                  <c:pt idx="77">
                    <c:v>0.390</c:v>
                  </c:pt>
                  <c:pt idx="78">
                    <c:v>0.395</c:v>
                  </c:pt>
                  <c:pt idx="79">
                    <c:v>0.400</c:v>
                  </c:pt>
                  <c:pt idx="80">
                    <c:v>0.405</c:v>
                  </c:pt>
                  <c:pt idx="81">
                    <c:v>0.410</c:v>
                  </c:pt>
                  <c:pt idx="82">
                    <c:v>0.415</c:v>
                  </c:pt>
                  <c:pt idx="83">
                    <c:v>0.420</c:v>
                  </c:pt>
                  <c:pt idx="84">
                    <c:v>0.425</c:v>
                  </c:pt>
                  <c:pt idx="85">
                    <c:v>0.430</c:v>
                  </c:pt>
                  <c:pt idx="86">
                    <c:v>0.435</c:v>
                  </c:pt>
                  <c:pt idx="87">
                    <c:v>0.440</c:v>
                  </c:pt>
                  <c:pt idx="88">
                    <c:v>0.445</c:v>
                  </c:pt>
                  <c:pt idx="89">
                    <c:v>0.450</c:v>
                  </c:pt>
                  <c:pt idx="90">
                    <c:v>0.455</c:v>
                  </c:pt>
                  <c:pt idx="91">
                    <c:v>0.460</c:v>
                  </c:pt>
                  <c:pt idx="92">
                    <c:v>0.465</c:v>
                  </c:pt>
                  <c:pt idx="93">
                    <c:v>0.470</c:v>
                  </c:pt>
                  <c:pt idx="94">
                    <c:v>0.475</c:v>
                  </c:pt>
                  <c:pt idx="95">
                    <c:v>0.480</c:v>
                  </c:pt>
                  <c:pt idx="96">
                    <c:v>0.485</c:v>
                  </c:pt>
                  <c:pt idx="97">
                    <c:v>0.490</c:v>
                  </c:pt>
                  <c:pt idx="98">
                    <c:v>0.495</c:v>
                  </c:pt>
                  <c:pt idx="99">
                    <c:v>0.500</c:v>
                  </c:pt>
                </c:lvl>
              </c:multiLvlStrCache>
            </c:multiLvlStrRef>
          </c:cat>
          <c:val>
            <c:numRef>
              <c:f>Sheet1!$B$2:$B$101</c:f>
              <c:numCache>
                <c:formatCode>General</c:formatCode>
                <c:ptCount val="1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numCache>
            </c:numRef>
          </c:val>
          <c:smooth val="0"/>
        </c:ser>
        <c:ser>
          <c:idx val="1"/>
          <c:order val="1"/>
          <c:tx>
            <c:strRef>
              <c:f>Sheet1!$C$1</c:f>
              <c:strCache>
                <c:ptCount val="1"/>
                <c:pt idx="0">
                  <c:v>1st-order (1 − z⁻¹)</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Sheet1!$A$2:$A$101</c:f>
              <c:multiLvlStrCache>
                <c:ptCount val="100"/>
                <c:lvl>
                  <c:pt idx="0">
                    <c:v>0.005</c:v>
                  </c:pt>
                  <c:pt idx="1">
                    <c:v>0.010</c:v>
                  </c:pt>
                  <c:pt idx="2">
                    <c:v>0.015</c:v>
                  </c:pt>
                  <c:pt idx="3">
                    <c:v>0.020</c:v>
                  </c:pt>
                  <c:pt idx="4">
                    <c:v>0.025</c:v>
                  </c:pt>
                  <c:pt idx="5">
                    <c:v>0.030</c:v>
                  </c:pt>
                  <c:pt idx="6">
                    <c:v>0.035</c:v>
                  </c:pt>
                  <c:pt idx="7">
                    <c:v>0.040</c:v>
                  </c:pt>
                  <c:pt idx="8">
                    <c:v>0.045</c:v>
                  </c:pt>
                  <c:pt idx="9">
                    <c:v>0.050</c:v>
                  </c:pt>
                  <c:pt idx="10">
                    <c:v>0.055</c:v>
                  </c:pt>
                  <c:pt idx="11">
                    <c:v>0.060</c:v>
                  </c:pt>
                  <c:pt idx="12">
                    <c:v>0.065</c:v>
                  </c:pt>
                  <c:pt idx="13">
                    <c:v>0.070</c:v>
                  </c:pt>
                  <c:pt idx="14">
                    <c:v>0.075</c:v>
                  </c:pt>
                  <c:pt idx="15">
                    <c:v>0.080</c:v>
                  </c:pt>
                  <c:pt idx="16">
                    <c:v>0.085</c:v>
                  </c:pt>
                  <c:pt idx="17">
                    <c:v>0.090</c:v>
                  </c:pt>
                  <c:pt idx="18">
                    <c:v>0.095</c:v>
                  </c:pt>
                  <c:pt idx="19">
                    <c:v>0.100</c:v>
                  </c:pt>
                  <c:pt idx="20">
                    <c:v>0.105</c:v>
                  </c:pt>
                  <c:pt idx="21">
                    <c:v>0.110</c:v>
                  </c:pt>
                  <c:pt idx="22">
                    <c:v>0.115</c:v>
                  </c:pt>
                  <c:pt idx="23">
                    <c:v>0.120</c:v>
                  </c:pt>
                  <c:pt idx="24">
                    <c:v>0.125</c:v>
                  </c:pt>
                  <c:pt idx="25">
                    <c:v>0.130</c:v>
                  </c:pt>
                  <c:pt idx="26">
                    <c:v>0.135</c:v>
                  </c:pt>
                  <c:pt idx="27">
                    <c:v>0.140</c:v>
                  </c:pt>
                  <c:pt idx="28">
                    <c:v>0.145</c:v>
                  </c:pt>
                  <c:pt idx="29">
                    <c:v>0.150</c:v>
                  </c:pt>
                  <c:pt idx="30">
                    <c:v>0.155</c:v>
                  </c:pt>
                  <c:pt idx="31">
                    <c:v>0.160</c:v>
                  </c:pt>
                  <c:pt idx="32">
                    <c:v>0.165</c:v>
                  </c:pt>
                  <c:pt idx="33">
                    <c:v>0.170</c:v>
                  </c:pt>
                  <c:pt idx="34">
                    <c:v>0.175</c:v>
                  </c:pt>
                  <c:pt idx="35">
                    <c:v>0.180</c:v>
                  </c:pt>
                  <c:pt idx="36">
                    <c:v>0.185</c:v>
                  </c:pt>
                  <c:pt idx="37">
                    <c:v>0.190</c:v>
                  </c:pt>
                  <c:pt idx="38">
                    <c:v>0.195</c:v>
                  </c:pt>
                  <c:pt idx="39">
                    <c:v>0.200</c:v>
                  </c:pt>
                  <c:pt idx="40">
                    <c:v>0.205</c:v>
                  </c:pt>
                  <c:pt idx="41">
                    <c:v>0.210</c:v>
                  </c:pt>
                  <c:pt idx="42">
                    <c:v>0.215</c:v>
                  </c:pt>
                  <c:pt idx="43">
                    <c:v>0.220</c:v>
                  </c:pt>
                  <c:pt idx="44">
                    <c:v>0.225</c:v>
                  </c:pt>
                  <c:pt idx="45">
                    <c:v>0.230</c:v>
                  </c:pt>
                  <c:pt idx="46">
                    <c:v>0.235</c:v>
                  </c:pt>
                  <c:pt idx="47">
                    <c:v>0.240</c:v>
                  </c:pt>
                  <c:pt idx="48">
                    <c:v>0.245</c:v>
                  </c:pt>
                  <c:pt idx="49">
                    <c:v>0.250</c:v>
                  </c:pt>
                  <c:pt idx="50">
                    <c:v>0.255</c:v>
                  </c:pt>
                  <c:pt idx="51">
                    <c:v>0.260</c:v>
                  </c:pt>
                  <c:pt idx="52">
                    <c:v>0.265</c:v>
                  </c:pt>
                  <c:pt idx="53">
                    <c:v>0.270</c:v>
                  </c:pt>
                  <c:pt idx="54">
                    <c:v>0.275</c:v>
                  </c:pt>
                  <c:pt idx="55">
                    <c:v>0.280</c:v>
                  </c:pt>
                  <c:pt idx="56">
                    <c:v>0.285</c:v>
                  </c:pt>
                  <c:pt idx="57">
                    <c:v>0.290</c:v>
                  </c:pt>
                  <c:pt idx="58">
                    <c:v>0.295</c:v>
                  </c:pt>
                  <c:pt idx="59">
                    <c:v>0.300</c:v>
                  </c:pt>
                  <c:pt idx="60">
                    <c:v>0.305</c:v>
                  </c:pt>
                  <c:pt idx="61">
                    <c:v>0.310</c:v>
                  </c:pt>
                  <c:pt idx="62">
                    <c:v>0.315</c:v>
                  </c:pt>
                  <c:pt idx="63">
                    <c:v>0.320</c:v>
                  </c:pt>
                  <c:pt idx="64">
                    <c:v>0.325</c:v>
                  </c:pt>
                  <c:pt idx="65">
                    <c:v>0.330</c:v>
                  </c:pt>
                  <c:pt idx="66">
                    <c:v>0.335</c:v>
                  </c:pt>
                  <c:pt idx="67">
                    <c:v>0.340</c:v>
                  </c:pt>
                  <c:pt idx="68">
                    <c:v>0.345</c:v>
                  </c:pt>
                  <c:pt idx="69">
                    <c:v>0.350</c:v>
                  </c:pt>
                  <c:pt idx="70">
                    <c:v>0.355</c:v>
                  </c:pt>
                  <c:pt idx="71">
                    <c:v>0.360</c:v>
                  </c:pt>
                  <c:pt idx="72">
                    <c:v>0.365</c:v>
                  </c:pt>
                  <c:pt idx="73">
                    <c:v>0.370</c:v>
                  </c:pt>
                  <c:pt idx="74">
                    <c:v>0.375</c:v>
                  </c:pt>
                  <c:pt idx="75">
                    <c:v>0.380</c:v>
                  </c:pt>
                  <c:pt idx="76">
                    <c:v>0.385</c:v>
                  </c:pt>
                  <c:pt idx="77">
                    <c:v>0.390</c:v>
                  </c:pt>
                  <c:pt idx="78">
                    <c:v>0.395</c:v>
                  </c:pt>
                  <c:pt idx="79">
                    <c:v>0.400</c:v>
                  </c:pt>
                  <c:pt idx="80">
                    <c:v>0.405</c:v>
                  </c:pt>
                  <c:pt idx="81">
                    <c:v>0.410</c:v>
                  </c:pt>
                  <c:pt idx="82">
                    <c:v>0.415</c:v>
                  </c:pt>
                  <c:pt idx="83">
                    <c:v>0.420</c:v>
                  </c:pt>
                  <c:pt idx="84">
                    <c:v>0.425</c:v>
                  </c:pt>
                  <c:pt idx="85">
                    <c:v>0.430</c:v>
                  </c:pt>
                  <c:pt idx="86">
                    <c:v>0.435</c:v>
                  </c:pt>
                  <c:pt idx="87">
                    <c:v>0.440</c:v>
                  </c:pt>
                  <c:pt idx="88">
                    <c:v>0.445</c:v>
                  </c:pt>
                  <c:pt idx="89">
                    <c:v>0.450</c:v>
                  </c:pt>
                  <c:pt idx="90">
                    <c:v>0.455</c:v>
                  </c:pt>
                  <c:pt idx="91">
                    <c:v>0.460</c:v>
                  </c:pt>
                  <c:pt idx="92">
                    <c:v>0.465</c:v>
                  </c:pt>
                  <c:pt idx="93">
                    <c:v>0.470</c:v>
                  </c:pt>
                  <c:pt idx="94">
                    <c:v>0.475</c:v>
                  </c:pt>
                  <c:pt idx="95">
                    <c:v>0.480</c:v>
                  </c:pt>
                  <c:pt idx="96">
                    <c:v>0.485</c:v>
                  </c:pt>
                  <c:pt idx="97">
                    <c:v>0.490</c:v>
                  </c:pt>
                  <c:pt idx="98">
                    <c:v>0.495</c:v>
                  </c:pt>
                  <c:pt idx="99">
                    <c:v>0.500</c:v>
                  </c:pt>
                </c:lvl>
              </c:multiLvlStrCache>
            </c:multiLvlStrRef>
          </c:cat>
          <c:val>
            <c:numRef>
              <c:f>Sheet1!$C$2:$C$101</c:f>
              <c:numCache>
                <c:formatCode>General</c:formatCode>
                <c:ptCount val="100"/>
                <c:pt idx="0">
                  <c:v>-30.057359741949327</c:v>
                </c:pt>
                <c:pt idx="1">
                  <c:v>-24.037831451422</c:v>
                </c:pt>
                <c:pt idx="2">
                  <c:v>-20.517792425766398</c:v>
                </c:pt>
                <c:pt idx="3">
                  <c:v>-18.02151855812847</c:v>
                </c:pt>
                <c:pt idx="4">
                  <c:v>-16.086534118591608</c:v>
                </c:pt>
                <c:pt idx="5">
                  <c:v>-14.506840292163808</c:v>
                </c:pt>
                <c:pt idx="6">
                  <c:v>-13.172551256708653</c:v>
                </c:pt>
                <c:pt idx="7">
                  <c:v>-12.018075196787432</c:v>
                </c:pt>
                <c:pt idx="8">
                  <c:v>-11.00110428111873</c:v>
                </c:pt>
                <c:pt idx="9">
                  <c:v>-10.092751259580599</c:v>
                </c:pt>
                <c:pt idx="10">
                  <c:v>-9.272412277102235</c:v>
                </c:pt>
                <c:pt idx="11">
                  <c:v>-8.524874457809577</c:v>
                </c:pt>
                <c:pt idx="12">
                  <c:v>-7.83858522826712</c:v>
                </c:pt>
                <c:pt idx="13">
                  <c:v>-7.20456484589336</c:v>
                </c:pt>
                <c:pt idx="14">
                  <c:v>-6.615695018431706</c:v>
                </c:pt>
                <c:pt idx="15">
                  <c:v>-6.0662375809836435</c:v>
                </c:pt>
                <c:pt idx="16">
                  <c:v>-5.551499349314303</c:v>
                </c:pt>
                <c:pt idx="17">
                  <c:v>-5.06759291441346</c:v>
                </c:pt>
                <c:pt idx="18">
                  <c:v>-4.611262197869622</c:v>
                </c:pt>
                <c:pt idx="19">
                  <c:v>-4.179752804999575</c:v>
                </c:pt>
                <c:pt idx="20">
                  <c:v>-3.7707140426052104</c:v>
                </c:pt>
                <c:pt idx="21">
                  <c:v>-3.382123751615995</c:v>
                </c:pt>
                <c:pt idx="22">
                  <c:v>-3.0122298624840456</c:v>
                </c:pt>
                <c:pt idx="23">
                  <c:v>-2.659504398484293</c:v>
                </c:pt>
                <c:pt idx="24">
                  <c:v>-2.3226068750587245</c:v>
                </c:pt>
                <c:pt idx="25">
                  <c:v>-2.0003548821159383</c:v>
                </c:pt>
                <c:pt idx="26">
                  <c:v>-1.6917002214326538</c:v>
                </c:pt>
                <c:pt idx="27">
                  <c:v>-1.395709386089146</c:v>
                </c:pt>
                <c:pt idx="28">
                  <c:v>-1.1115474670984415</c:v>
                </c:pt>
                <c:pt idx="29">
                  <c:v>-0.8384647896602722</c:v>
                </c:pt>
                <c:pt idx="30">
                  <c:v>-0.5757857416994923</c:v>
                </c:pt>
                <c:pt idx="31">
                  <c:v>-0.3228993768486631</c:v>
                </c:pt>
                <c:pt idx="32">
                  <c:v>-0.07925146409541409</c:v>
                </c:pt>
                <c:pt idx="33">
                  <c:v>0.15566227514767234</c:v>
                </c:pt>
                <c:pt idx="34">
                  <c:v>0.38230194915965554</c:v>
                </c:pt>
                <c:pt idx="35">
                  <c:v>0.60108846305914</c:v>
                </c:pt>
                <c:pt idx="36">
                  <c:v>0.8124078050043821</c:v>
                </c:pt>
                <c:pt idx="37">
                  <c:v>1.0166147604357936</c:v>
                </c:pt>
                <c:pt idx="38">
                  <c:v>1.214036143524326</c:v>
                </c:pt>
                <c:pt idx="39">
                  <c:v>1.404973619180307</c:v>
                </c:pt>
                <c:pt idx="40">
                  <c:v>1.589706176292652</c:v>
                </c:pt>
                <c:pt idx="41">
                  <c:v>1.7684923026301114</c:v>
                </c:pt>
                <c:pt idx="42">
                  <c:v>1.941571903526032</c:v>
                </c:pt>
                <c:pt idx="43">
                  <c:v>2.109167999686897</c:v>
                </c:pt>
                <c:pt idx="44">
                  <c:v>2.2714882339032587</c:v>
                </c:pt>
                <c:pt idx="45">
                  <c:v>2.428726211858259</c:v>
                </c:pt>
                <c:pt idx="46">
                  <c:v>2.58106269843436</c:v>
                </c:pt>
                <c:pt idx="47">
                  <c:v>2.728666687763588</c:v>
                </c:pt>
                <c:pt idx="48">
                  <c:v>2.871696362631936</c:v>
                </c:pt>
                <c:pt idx="49">
                  <c:v>3.0102999566398116</c:v>
                </c:pt>
                <c:pt idx="50">
                  <c:v>3.144616530661591</c:v>
                </c:pt>
                <c:pt idx="51">
                  <c:v>3.2747766735774526</c:v>
                </c:pt>
                <c:pt idx="52">
                  <c:v>3.4009031359198714</c:v>
                </c:pt>
                <c:pt idx="53">
                  <c:v>3.523111403945529</c:v>
                </c:pt>
                <c:pt idx="54">
                  <c:v>3.641510220677766</c:v>
                </c:pt>
                <c:pt idx="55">
                  <c:v>3.756202059638385</c:v>
                </c:pt>
                <c:pt idx="56">
                  <c:v>3.867283556278178</c:v>
                </c:pt>
                <c:pt idx="57">
                  <c:v>3.974845901504866</c:v>
                </c:pt>
                <c:pt idx="58">
                  <c:v>4.078975201179948</c:v>
                </c:pt>
                <c:pt idx="59">
                  <c:v>4.179752804999575</c:v>
                </c:pt>
                <c:pt idx="60">
                  <c:v>4.277255607778566</c:v>
                </c:pt>
                <c:pt idx="61">
                  <c:v>4.371556325812086</c:v>
                </c:pt>
                <c:pt idx="62">
                  <c:v>4.462723750689009</c:v>
                </c:pt>
                <c:pt idx="63">
                  <c:v>4.550822982668393</c:v>
                </c:pt>
                <c:pt idx="64">
                  <c:v>4.63591564550019</c:v>
                </c:pt>
                <c:pt idx="65">
                  <c:v>4.718060084369384</c:v>
                </c:pt>
                <c:pt idx="66">
                  <c:v>4.797311548464801</c:v>
                </c:pt>
                <c:pt idx="67">
                  <c:v>4.873722359517058</c:v>
                </c:pt>
                <c:pt idx="68">
                  <c:v>4.947342067511578</c:v>
                </c:pt>
                <c:pt idx="69">
                  <c:v>5.018217594659847</c:v>
                </c:pt>
                <c:pt idx="70">
                  <c:v>5.086393368603307</c:v>
                </c:pt>
                <c:pt idx="71">
                  <c:v>5.151911445727533</c:v>
                </c:pt>
                <c:pt idx="72">
                  <c:v>5.214811625378183</c:v>
                </c:pt>
                <c:pt idx="73">
                  <c:v>5.275131555693391</c:v>
                </c:pt>
                <c:pt idx="74">
                  <c:v>5.332906831698537</c:v>
                </c:pt>
                <c:pt idx="75">
                  <c:v>5.388171086247878</c:v>
                </c:pt>
                <c:pt idx="76">
                  <c:v>5.440956074342305</c:v>
                </c:pt>
                <c:pt idx="77">
                  <c:v>5.491291751302894</c:v>
                </c:pt>
                <c:pt idx="78">
                  <c:v>5.539206345235322</c:v>
                </c:pt>
                <c:pt idx="79">
                  <c:v>5.584726424179881</c:v>
                </c:pt>
                <c:pt idx="80">
                  <c:v>5.627876958305414</c:v>
                </c:pt>
                <c:pt idx="81">
                  <c:v>5.6686813774726</c:v>
                </c:pt>
                <c:pt idx="82">
                  <c:v>5.707161624461975</c:v>
                </c:pt>
                <c:pt idx="83">
                  <c:v>5.743338204134979</c:v>
                </c:pt>
                <c:pt idx="84">
                  <c:v>5.777230228771431</c:v>
                </c:pt>
                <c:pt idx="85">
                  <c:v>5.808855459804212</c:v>
                </c:pt>
                <c:pt idx="86">
                  <c:v>5.838230346151181</c:v>
                </c:pt>
                <c:pt idx="87">
                  <c:v>5.865370059325282</c:v>
                </c:pt>
                <c:pt idx="88">
                  <c:v>5.890288525486239</c:v>
                </c:pt>
                <c:pt idx="89">
                  <c:v>5.912998454581024</c:v>
                </c:pt>
                <c:pt idx="90">
                  <c:v>5.93351136670527</c:v>
                </c:pt>
                <c:pt idx="91">
                  <c:v>5.951837615803789</c:v>
                </c:pt>
                <c:pt idx="92">
                  <c:v>5.967986410815293</c:v>
                </c:pt>
                <c:pt idx="93">
                  <c:v>5.981965834354232</c:v>
                </c:pt>
                <c:pt idx="94">
                  <c:v>5.993782859011011</c:v>
                </c:pt>
                <c:pt idx="95">
                  <c:v>6.003443361341039</c:v>
                </c:pt>
                <c:pt idx="96">
                  <c:v>6.010952133602593</c:v>
                </c:pt>
                <c:pt idx="97">
                  <c:v>6.016312893293527</c:v>
                </c:pt>
                <c:pt idx="98">
                  <c:v>6.019528290527326</c:v>
                </c:pt>
                <c:pt idx="99">
                  <c:v>6.020599913279624</c:v>
                </c:pt>
              </c:numCache>
            </c:numRef>
          </c:val>
          <c:smooth val="0"/>
        </c:ser>
        <c:ser>
          <c:idx val="2"/>
          <c:order val="2"/>
          <c:tx>
            <c:strRef>
              <c:f>Sheet1!$D$1</c:f>
              <c:strCache>
                <c:ptCount val="1"/>
                <c:pt idx="0">
                  <c:v>2nd-order</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Sheet1!$A$2:$A$101</c:f>
              <c:multiLvlStrCache>
                <c:ptCount val="100"/>
                <c:lvl>
                  <c:pt idx="0">
                    <c:v>0.005</c:v>
                  </c:pt>
                  <c:pt idx="1">
                    <c:v>0.010</c:v>
                  </c:pt>
                  <c:pt idx="2">
                    <c:v>0.015</c:v>
                  </c:pt>
                  <c:pt idx="3">
                    <c:v>0.020</c:v>
                  </c:pt>
                  <c:pt idx="4">
                    <c:v>0.025</c:v>
                  </c:pt>
                  <c:pt idx="5">
                    <c:v>0.030</c:v>
                  </c:pt>
                  <c:pt idx="6">
                    <c:v>0.035</c:v>
                  </c:pt>
                  <c:pt idx="7">
                    <c:v>0.040</c:v>
                  </c:pt>
                  <c:pt idx="8">
                    <c:v>0.045</c:v>
                  </c:pt>
                  <c:pt idx="9">
                    <c:v>0.050</c:v>
                  </c:pt>
                  <c:pt idx="10">
                    <c:v>0.055</c:v>
                  </c:pt>
                  <c:pt idx="11">
                    <c:v>0.060</c:v>
                  </c:pt>
                  <c:pt idx="12">
                    <c:v>0.065</c:v>
                  </c:pt>
                  <c:pt idx="13">
                    <c:v>0.070</c:v>
                  </c:pt>
                  <c:pt idx="14">
                    <c:v>0.075</c:v>
                  </c:pt>
                  <c:pt idx="15">
                    <c:v>0.080</c:v>
                  </c:pt>
                  <c:pt idx="16">
                    <c:v>0.085</c:v>
                  </c:pt>
                  <c:pt idx="17">
                    <c:v>0.090</c:v>
                  </c:pt>
                  <c:pt idx="18">
                    <c:v>0.095</c:v>
                  </c:pt>
                  <c:pt idx="19">
                    <c:v>0.100</c:v>
                  </c:pt>
                  <c:pt idx="20">
                    <c:v>0.105</c:v>
                  </c:pt>
                  <c:pt idx="21">
                    <c:v>0.110</c:v>
                  </c:pt>
                  <c:pt idx="22">
                    <c:v>0.115</c:v>
                  </c:pt>
                  <c:pt idx="23">
                    <c:v>0.120</c:v>
                  </c:pt>
                  <c:pt idx="24">
                    <c:v>0.125</c:v>
                  </c:pt>
                  <c:pt idx="25">
                    <c:v>0.130</c:v>
                  </c:pt>
                  <c:pt idx="26">
                    <c:v>0.135</c:v>
                  </c:pt>
                  <c:pt idx="27">
                    <c:v>0.140</c:v>
                  </c:pt>
                  <c:pt idx="28">
                    <c:v>0.145</c:v>
                  </c:pt>
                  <c:pt idx="29">
                    <c:v>0.150</c:v>
                  </c:pt>
                  <c:pt idx="30">
                    <c:v>0.155</c:v>
                  </c:pt>
                  <c:pt idx="31">
                    <c:v>0.160</c:v>
                  </c:pt>
                  <c:pt idx="32">
                    <c:v>0.165</c:v>
                  </c:pt>
                  <c:pt idx="33">
                    <c:v>0.170</c:v>
                  </c:pt>
                  <c:pt idx="34">
                    <c:v>0.175</c:v>
                  </c:pt>
                  <c:pt idx="35">
                    <c:v>0.180</c:v>
                  </c:pt>
                  <c:pt idx="36">
                    <c:v>0.185</c:v>
                  </c:pt>
                  <c:pt idx="37">
                    <c:v>0.190</c:v>
                  </c:pt>
                  <c:pt idx="38">
                    <c:v>0.195</c:v>
                  </c:pt>
                  <c:pt idx="39">
                    <c:v>0.200</c:v>
                  </c:pt>
                  <c:pt idx="40">
                    <c:v>0.205</c:v>
                  </c:pt>
                  <c:pt idx="41">
                    <c:v>0.210</c:v>
                  </c:pt>
                  <c:pt idx="42">
                    <c:v>0.215</c:v>
                  </c:pt>
                  <c:pt idx="43">
                    <c:v>0.220</c:v>
                  </c:pt>
                  <c:pt idx="44">
                    <c:v>0.225</c:v>
                  </c:pt>
                  <c:pt idx="45">
                    <c:v>0.230</c:v>
                  </c:pt>
                  <c:pt idx="46">
                    <c:v>0.235</c:v>
                  </c:pt>
                  <c:pt idx="47">
                    <c:v>0.240</c:v>
                  </c:pt>
                  <c:pt idx="48">
                    <c:v>0.245</c:v>
                  </c:pt>
                  <c:pt idx="49">
                    <c:v>0.250</c:v>
                  </c:pt>
                  <c:pt idx="50">
                    <c:v>0.255</c:v>
                  </c:pt>
                  <c:pt idx="51">
                    <c:v>0.260</c:v>
                  </c:pt>
                  <c:pt idx="52">
                    <c:v>0.265</c:v>
                  </c:pt>
                  <c:pt idx="53">
                    <c:v>0.270</c:v>
                  </c:pt>
                  <c:pt idx="54">
                    <c:v>0.275</c:v>
                  </c:pt>
                  <c:pt idx="55">
                    <c:v>0.280</c:v>
                  </c:pt>
                  <c:pt idx="56">
                    <c:v>0.285</c:v>
                  </c:pt>
                  <c:pt idx="57">
                    <c:v>0.290</c:v>
                  </c:pt>
                  <c:pt idx="58">
                    <c:v>0.295</c:v>
                  </c:pt>
                  <c:pt idx="59">
                    <c:v>0.300</c:v>
                  </c:pt>
                  <c:pt idx="60">
                    <c:v>0.305</c:v>
                  </c:pt>
                  <c:pt idx="61">
                    <c:v>0.310</c:v>
                  </c:pt>
                  <c:pt idx="62">
                    <c:v>0.315</c:v>
                  </c:pt>
                  <c:pt idx="63">
                    <c:v>0.320</c:v>
                  </c:pt>
                  <c:pt idx="64">
                    <c:v>0.325</c:v>
                  </c:pt>
                  <c:pt idx="65">
                    <c:v>0.330</c:v>
                  </c:pt>
                  <c:pt idx="66">
                    <c:v>0.335</c:v>
                  </c:pt>
                  <c:pt idx="67">
                    <c:v>0.340</c:v>
                  </c:pt>
                  <c:pt idx="68">
                    <c:v>0.345</c:v>
                  </c:pt>
                  <c:pt idx="69">
                    <c:v>0.350</c:v>
                  </c:pt>
                  <c:pt idx="70">
                    <c:v>0.355</c:v>
                  </c:pt>
                  <c:pt idx="71">
                    <c:v>0.360</c:v>
                  </c:pt>
                  <c:pt idx="72">
                    <c:v>0.365</c:v>
                  </c:pt>
                  <c:pt idx="73">
                    <c:v>0.370</c:v>
                  </c:pt>
                  <c:pt idx="74">
                    <c:v>0.375</c:v>
                  </c:pt>
                  <c:pt idx="75">
                    <c:v>0.380</c:v>
                  </c:pt>
                  <c:pt idx="76">
                    <c:v>0.385</c:v>
                  </c:pt>
                  <c:pt idx="77">
                    <c:v>0.390</c:v>
                  </c:pt>
                  <c:pt idx="78">
                    <c:v>0.395</c:v>
                  </c:pt>
                  <c:pt idx="79">
                    <c:v>0.400</c:v>
                  </c:pt>
                  <c:pt idx="80">
                    <c:v>0.405</c:v>
                  </c:pt>
                  <c:pt idx="81">
                    <c:v>0.410</c:v>
                  </c:pt>
                  <c:pt idx="82">
                    <c:v>0.415</c:v>
                  </c:pt>
                  <c:pt idx="83">
                    <c:v>0.420</c:v>
                  </c:pt>
                  <c:pt idx="84">
                    <c:v>0.425</c:v>
                  </c:pt>
                  <c:pt idx="85">
                    <c:v>0.430</c:v>
                  </c:pt>
                  <c:pt idx="86">
                    <c:v>0.435</c:v>
                  </c:pt>
                  <c:pt idx="87">
                    <c:v>0.440</c:v>
                  </c:pt>
                  <c:pt idx="88">
                    <c:v>0.445</c:v>
                  </c:pt>
                  <c:pt idx="89">
                    <c:v>0.450</c:v>
                  </c:pt>
                  <c:pt idx="90">
                    <c:v>0.455</c:v>
                  </c:pt>
                  <c:pt idx="91">
                    <c:v>0.460</c:v>
                  </c:pt>
                  <c:pt idx="92">
                    <c:v>0.465</c:v>
                  </c:pt>
                  <c:pt idx="93">
                    <c:v>0.470</c:v>
                  </c:pt>
                  <c:pt idx="94">
                    <c:v>0.475</c:v>
                  </c:pt>
                  <c:pt idx="95">
                    <c:v>0.480</c:v>
                  </c:pt>
                  <c:pt idx="96">
                    <c:v>0.485</c:v>
                  </c:pt>
                  <c:pt idx="97">
                    <c:v>0.490</c:v>
                  </c:pt>
                  <c:pt idx="98">
                    <c:v>0.495</c:v>
                  </c:pt>
                  <c:pt idx="99">
                    <c:v>0.500</c:v>
                  </c:pt>
                </c:lvl>
              </c:multiLvlStrCache>
            </c:multiLvlStrRef>
          </c:cat>
          <c:val>
            <c:numRef>
              <c:f>Sheet1!$D$2:$D$101</c:f>
              <c:numCache>
                <c:formatCode>General</c:formatCode>
                <c:ptCount val="100"/>
                <c:pt idx="0">
                  <c:v>-60</c:v>
                </c:pt>
                <c:pt idx="1">
                  <c:v>-48.075662902844</c:v>
                </c:pt>
                <c:pt idx="2">
                  <c:v>-41.035584851532796</c:v>
                </c:pt>
                <c:pt idx="3">
                  <c:v>-36.04303711625694</c:v>
                </c:pt>
                <c:pt idx="4">
                  <c:v>-32.173068237183216</c:v>
                </c:pt>
                <c:pt idx="5">
                  <c:v>-29.013680584327616</c:v>
                </c:pt>
                <c:pt idx="6">
                  <c:v>-26.345102513417306</c:v>
                </c:pt>
                <c:pt idx="7">
                  <c:v>-24.036150393574864</c:v>
                </c:pt>
                <c:pt idx="8">
                  <c:v>-22.00220856223746</c:v>
                </c:pt>
                <c:pt idx="9">
                  <c:v>-20.185502519161197</c:v>
                </c:pt>
                <c:pt idx="10">
                  <c:v>-18.54482455420447</c:v>
                </c:pt>
                <c:pt idx="11">
                  <c:v>-17.049748915619155</c:v>
                </c:pt>
                <c:pt idx="12">
                  <c:v>-15.67717045653424</c:v>
                </c:pt>
                <c:pt idx="13">
                  <c:v>-14.40912969178672</c:v>
                </c:pt>
                <c:pt idx="14">
                  <c:v>-13.231390036863411</c:v>
                </c:pt>
                <c:pt idx="15">
                  <c:v>-12.132475161967287</c:v>
                </c:pt>
                <c:pt idx="16">
                  <c:v>-11.102998698628605</c:v>
                </c:pt>
                <c:pt idx="17">
                  <c:v>-10.13518582882692</c:v>
                </c:pt>
                <c:pt idx="18">
                  <c:v>-9.222524395739244</c:v>
                </c:pt>
                <c:pt idx="19">
                  <c:v>-8.35950560999915</c:v>
                </c:pt>
                <c:pt idx="20">
                  <c:v>-7.541428085210421</c:v>
                </c:pt>
                <c:pt idx="21">
                  <c:v>-6.76424750323199</c:v>
                </c:pt>
                <c:pt idx="22">
                  <c:v>-6.024459724968091</c:v>
                </c:pt>
                <c:pt idx="23">
                  <c:v>-5.319008796968586</c:v>
                </c:pt>
                <c:pt idx="24">
                  <c:v>-4.645213750117449</c:v>
                </c:pt>
                <c:pt idx="25">
                  <c:v>-4.0007097642318765</c:v>
                </c:pt>
                <c:pt idx="26">
                  <c:v>-3.3834004428653075</c:v>
                </c:pt>
                <c:pt idx="27">
                  <c:v>-2.791418772178292</c:v>
                </c:pt>
                <c:pt idx="28">
                  <c:v>-2.223094934196883</c:v>
                </c:pt>
                <c:pt idx="29">
                  <c:v>-1.6769295793205443</c:v>
                </c:pt>
                <c:pt idx="30">
                  <c:v>-1.1515714833989845</c:v>
                </c:pt>
                <c:pt idx="31">
                  <c:v>-0.6457987536973262</c:v>
                </c:pt>
                <c:pt idx="32">
                  <c:v>-0.15850292819082817</c:v>
                </c:pt>
                <c:pt idx="33">
                  <c:v>0.31132455029534467</c:v>
                </c:pt>
                <c:pt idx="34">
                  <c:v>0.7646038983193111</c:v>
                </c:pt>
                <c:pt idx="35">
                  <c:v>1.20217692611828</c:v>
                </c:pt>
                <c:pt idx="36">
                  <c:v>1.6248156100087643</c:v>
                </c:pt>
                <c:pt idx="37">
                  <c:v>2.033229520871587</c:v>
                </c:pt>
                <c:pt idx="38">
                  <c:v>2.428072287048652</c:v>
                </c:pt>
                <c:pt idx="39">
                  <c:v>2.809947238360614</c:v>
                </c:pt>
                <c:pt idx="40">
                  <c:v>3.179412352585304</c:v>
                </c:pt>
                <c:pt idx="41">
                  <c:v>3.5369846052602227</c:v>
                </c:pt>
                <c:pt idx="42">
                  <c:v>3.883143807052064</c:v>
                </c:pt>
                <c:pt idx="43">
                  <c:v>4.218335999373794</c:v>
                </c:pt>
                <c:pt idx="44">
                  <c:v>4.542976467806517</c:v>
                </c:pt>
                <c:pt idx="45">
                  <c:v>4.857452423716518</c:v>
                </c:pt>
                <c:pt idx="46">
                  <c:v>5.16212539686872</c:v>
                </c:pt>
                <c:pt idx="47">
                  <c:v>5.457333375527176</c:v>
                </c:pt>
                <c:pt idx="48">
                  <c:v>5.743392725263872</c:v>
                </c:pt>
                <c:pt idx="49">
                  <c:v>6.020599913279623</c:v>
                </c:pt>
                <c:pt idx="50">
                  <c:v>6.289233061323182</c:v>
                </c:pt>
                <c:pt idx="51">
                  <c:v>6.549553347154905</c:v>
                </c:pt>
                <c:pt idx="52">
                  <c:v>6.801806271839743</c:v>
                </c:pt>
                <c:pt idx="53">
                  <c:v>7.046222807891058</c:v>
                </c:pt>
                <c:pt idx="54">
                  <c:v>7.283020441355532</c:v>
                </c:pt>
                <c:pt idx="55">
                  <c:v>7.51240411927677</c:v>
                </c:pt>
                <c:pt idx="56">
                  <c:v>7.734567112556356</c:v>
                </c:pt>
                <c:pt idx="57">
                  <c:v>7.949691803009732</c:v>
                </c:pt>
                <c:pt idx="58">
                  <c:v>8.157950402359896</c:v>
                </c:pt>
                <c:pt idx="59">
                  <c:v>8.35950560999915</c:v>
                </c:pt>
                <c:pt idx="60">
                  <c:v>8.554511215557133</c:v>
                </c:pt>
                <c:pt idx="61">
                  <c:v>8.743112651624172</c:v>
                </c:pt>
                <c:pt idx="62">
                  <c:v>8.925447501378018</c:v>
                </c:pt>
                <c:pt idx="63">
                  <c:v>9.101645965336786</c:v>
                </c:pt>
                <c:pt idx="64">
                  <c:v>9.27183129100038</c:v>
                </c:pt>
                <c:pt idx="65">
                  <c:v>9.436120168738768</c:v>
                </c:pt>
                <c:pt idx="66">
                  <c:v>9.594623096929602</c:v>
                </c:pt>
                <c:pt idx="67">
                  <c:v>9.747444719034116</c:v>
                </c:pt>
                <c:pt idx="68">
                  <c:v>9.894684135023155</c:v>
                </c:pt>
                <c:pt idx="69">
                  <c:v>10.036435189319693</c:v>
                </c:pt>
                <c:pt idx="70">
                  <c:v>10.172786737206614</c:v>
                </c:pt>
                <c:pt idx="71">
                  <c:v>10.303822891455066</c:v>
                </c:pt>
                <c:pt idx="72">
                  <c:v>10.429623250756366</c:v>
                </c:pt>
                <c:pt idx="73">
                  <c:v>10.550263111386782</c:v>
                </c:pt>
                <c:pt idx="74">
                  <c:v>10.665813663397074</c:v>
                </c:pt>
                <c:pt idx="75">
                  <c:v>10.776342172495756</c:v>
                </c:pt>
                <c:pt idx="76">
                  <c:v>10.88191214868461</c:v>
                </c:pt>
                <c:pt idx="77">
                  <c:v>10.982583502605788</c:v>
                </c:pt>
                <c:pt idx="78">
                  <c:v>11.078412690470644</c:v>
                </c:pt>
                <c:pt idx="79">
                  <c:v>11.169452848359763</c:v>
                </c:pt>
                <c:pt idx="80">
                  <c:v>11.255753916610828</c:v>
                </c:pt>
                <c:pt idx="81">
                  <c:v>11.3373627549452</c:v>
                </c:pt>
                <c:pt idx="82">
                  <c:v>11.41432324892395</c:v>
                </c:pt>
                <c:pt idx="83">
                  <c:v>11.486676408269958</c:v>
                </c:pt>
                <c:pt idx="84">
                  <c:v>11.554460457542863</c:v>
                </c:pt>
                <c:pt idx="85">
                  <c:v>11.617710919608424</c:v>
                </c:pt>
                <c:pt idx="86">
                  <c:v>11.676460692302362</c:v>
                </c:pt>
                <c:pt idx="87">
                  <c:v>11.730740118650564</c:v>
                </c:pt>
                <c:pt idx="88">
                  <c:v>11.780577050972479</c:v>
                </c:pt>
                <c:pt idx="89">
                  <c:v>11.825996909162049</c:v>
                </c:pt>
                <c:pt idx="90">
                  <c:v>11.86702273341054</c:v>
                </c:pt>
                <c:pt idx="91">
                  <c:v>11.903675231607577</c:v>
                </c:pt>
                <c:pt idx="92">
                  <c:v>11.935972821630585</c:v>
                </c:pt>
                <c:pt idx="93">
                  <c:v>11.963931668708463</c:v>
                </c:pt>
                <c:pt idx="94">
                  <c:v>11.987565718022022</c:v>
                </c:pt>
                <c:pt idx="95">
                  <c:v>12.006886722682077</c:v>
                </c:pt>
                <c:pt idx="96">
                  <c:v>12.021904267205185</c:v>
                </c:pt>
                <c:pt idx="97">
                  <c:v>12.032625786587055</c:v>
                </c:pt>
                <c:pt idx="98">
                  <c:v>12.039056581054652</c:v>
                </c:pt>
                <c:pt idx="99">
                  <c:v>12.041199826559248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frequency / f_s  (signal band ≪ 0.5)</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0"/>
      </c:catAx>
      <c:valAx>
        <c:axId val="2094734552"/>
        <c:scaling>
          <c:orientation val="minMax"/>
          <c:max val="15"/>
          <c:min val="-6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noise density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x[n]: 30 kHz + 75 kHz tones + noise</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Sheet1!$A$2:$A$129</c:f>
              <c:multiLvlStrCache>
                <c:ptCount val="128"/>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lvl>
              </c:multiLvlStrCache>
            </c:multiLvlStrRef>
          </c:cat>
          <c:val>
            <c:numRef>
              <c:f>Sheet1!$B$2:$B$129</c:f>
              <c:numCache>
                <c:formatCode>General</c:formatCode>
                <c:ptCount val="128"/>
                <c:pt idx="0">
                  <c:v>1.2604909031876352</c:v>
                </c:pt>
                <c:pt idx="1">
                  <c:v>0.4456706522257486</c:v>
                </c:pt>
                <c:pt idx="2">
                  <c:v>0.012939178883511537</c:v>
                </c:pt>
                <c:pt idx="3">
                  <c:v>-0.2858667496967491</c:v>
                </c:pt>
                <c:pt idx="4">
                  <c:v>-1.053065547609818</c:v>
                </c:pt>
                <c:pt idx="5">
                  <c:v>-1.1687598993814803</c:v>
                </c:pt>
                <c:pt idx="6">
                  <c:v>-0.04109739474906592</c:v>
                </c:pt>
                <c:pt idx="7">
                  <c:v>0.5113893107208218</c:v>
                </c:pt>
                <c:pt idx="8">
                  <c:v>0.7198109130305634</c:v>
                </c:pt>
                <c:pt idx="9">
                  <c:v>0.9390221249606449</c:v>
                </c:pt>
                <c:pt idx="10">
                  <c:v>0.7615563142697804</c:v>
                </c:pt>
                <c:pt idx="11">
                  <c:v>-0.39938189592435275</c:v>
                </c:pt>
                <c:pt idx="12">
                  <c:v>-1.0204430341667345</c:v>
                </c:pt>
                <c:pt idx="13">
                  <c:v>-0.7937136786633014</c:v>
                </c:pt>
                <c:pt idx="14">
                  <c:v>-0.6007015339959554</c:v>
                </c:pt>
                <c:pt idx="15">
                  <c:v>-0.2799230779704775</c:v>
                </c:pt>
                <c:pt idx="16">
                  <c:v>0.8129782467948652</c:v>
                </c:pt>
                <c:pt idx="17">
                  <c:v>1.258614733171707</c:v>
                </c:pt>
                <c:pt idx="18">
                  <c:v>0.5509180215201025</c:v>
                </c:pt>
                <c:pt idx="19">
                  <c:v>-0.015526979394556384</c:v>
                </c:pt>
                <c:pt idx="20">
                  <c:v>-0.27074390752735833</c:v>
                </c:pt>
                <c:pt idx="21">
                  <c:v>-1.0782903183087271</c:v>
                </c:pt>
                <c:pt idx="22">
                  <c:v>-1.142585568927999</c:v>
                </c:pt>
                <c:pt idx="23">
                  <c:v>-0.081895020804567</c:v>
                </c:pt>
                <c:pt idx="24">
                  <c:v>0.5630550887199303</c:v>
                </c:pt>
                <c:pt idx="25">
                  <c:v>0.581959439718533</c:v>
                </c:pt>
                <c:pt idx="26">
                  <c:v>0.958261833257675</c:v>
                </c:pt>
                <c:pt idx="27">
                  <c:v>0.7449064101100702</c:v>
                </c:pt>
                <c:pt idx="28">
                  <c:v>-0.3644818122573129</c:v>
                </c:pt>
                <c:pt idx="29">
                  <c:v>-1.0650016308370005</c:v>
                </c:pt>
                <c:pt idx="30">
                  <c:v>-0.8702623562831953</c:v>
                </c:pt>
                <c:pt idx="31">
                  <c:v>-0.6300469895492578</c:v>
                </c:pt>
                <c:pt idx="32">
                  <c:v>-0.26344842274580405</c:v>
                </c:pt>
                <c:pt idx="33">
                  <c:v>0.7135850765560237</c:v>
                </c:pt>
                <c:pt idx="34">
                  <c:v>1.278741634779694</c:v>
                </c:pt>
                <c:pt idx="35">
                  <c:v>0.49067462137226947</c:v>
                </c:pt>
                <c:pt idx="36">
                  <c:v>0.014445108413179614</c:v>
                </c:pt>
                <c:pt idx="37">
                  <c:v>-0.33878453654710994</c:v>
                </c:pt>
                <c:pt idx="38">
                  <c:v>-0.9212798018599818</c:v>
                </c:pt>
                <c:pt idx="39">
                  <c:v>-1.2300964282047635</c:v>
                </c:pt>
                <c:pt idx="40">
                  <c:v>-0.23241189582625374</c:v>
                </c:pt>
                <c:pt idx="41">
                  <c:v>0.5826723507596215</c:v>
                </c:pt>
                <c:pt idx="42">
                  <c:v>0.598439504401347</c:v>
                </c:pt>
                <c:pt idx="43">
                  <c:v>0.8002324019993609</c:v>
                </c:pt>
                <c:pt idx="44">
                  <c:v>0.8209495563001397</c:v>
                </c:pt>
                <c:pt idx="45">
                  <c:v>-0.2906526343317274</c:v>
                </c:pt>
                <c:pt idx="46">
                  <c:v>-1.0107720103091908</c:v>
                </c:pt>
                <c:pt idx="47">
                  <c:v>-0.7911319741352772</c:v>
                </c:pt>
                <c:pt idx="48">
                  <c:v>-0.6388000290365438</c:v>
                </c:pt>
                <c:pt idx="49">
                  <c:v>-0.3953768497057913</c:v>
                </c:pt>
                <c:pt idx="50">
                  <c:v>0.7145174352307329</c:v>
                </c:pt>
                <c:pt idx="51">
                  <c:v>1.2744214173671207</c:v>
                </c:pt>
                <c:pt idx="52">
                  <c:v>0.5827675375830075</c:v>
                </c:pt>
                <c:pt idx="53">
                  <c:v>0.004444636397950619</c:v>
                </c:pt>
                <c:pt idx="54">
                  <c:v>-0.17316367395209298</c:v>
                </c:pt>
                <c:pt idx="55">
                  <c:v>-0.8625698706955236</c:v>
                </c:pt>
                <c:pt idx="56">
                  <c:v>-1.258155208938394</c:v>
                </c:pt>
                <c:pt idx="57">
                  <c:v>-0.2600013023653709</c:v>
                </c:pt>
                <c:pt idx="58">
                  <c:v>0.5644358213491918</c:v>
                </c:pt>
                <c:pt idx="59">
                  <c:v>0.633401248675668</c:v>
                </c:pt>
                <c:pt idx="60">
                  <c:v>0.8508626081849157</c:v>
                </c:pt>
                <c:pt idx="61">
                  <c:v>0.8705263231095248</c:v>
                </c:pt>
                <c:pt idx="62">
                  <c:v>-0.0896574333085686</c:v>
                </c:pt>
                <c:pt idx="63">
                  <c:v>-1.0167301065181475</c:v>
                </c:pt>
                <c:pt idx="64">
                  <c:v>-0.8018411196402301</c:v>
                </c:pt>
                <c:pt idx="65">
                  <c:v>-0.6768846810911777</c:v>
                </c:pt>
                <c:pt idx="66">
                  <c:v>-0.4562493399042139</c:v>
                </c:pt>
                <c:pt idx="67">
                  <c:v>0.6570694862487269</c:v>
                </c:pt>
                <c:pt idx="68">
                  <c:v>1.196158468541025</c:v>
                </c:pt>
                <c:pt idx="69">
                  <c:v>0.7373448168506694</c:v>
                </c:pt>
                <c:pt idx="70">
                  <c:v>0.09687073293769416</c:v>
                </c:pt>
                <c:pt idx="71">
                  <c:v>-0.1302423367719458</c:v>
                </c:pt>
                <c:pt idx="72">
                  <c:v>-0.8614879068410878</c:v>
                </c:pt>
                <c:pt idx="73">
                  <c:v>-1.1753058051074168</c:v>
                </c:pt>
                <c:pt idx="74">
                  <c:v>-0.3025719461227769</c:v>
                </c:pt>
                <c:pt idx="75">
                  <c:v>0.4778452533879454</c:v>
                </c:pt>
                <c:pt idx="76">
                  <c:v>0.7205740423742513</c:v>
                </c:pt>
                <c:pt idx="77">
                  <c:v>0.8392298124086086</c:v>
                </c:pt>
                <c:pt idx="78">
                  <c:v>0.9647879825981157</c:v>
                </c:pt>
                <c:pt idx="79">
                  <c:v>-0.06678972603483628</c:v>
                </c:pt>
                <c:pt idx="80">
                  <c:v>-1.037279432785246</c:v>
                </c:pt>
                <c:pt idx="81">
                  <c:v>-0.7737264802079097</c:v>
                </c:pt>
                <c:pt idx="82">
                  <c:v>-0.6076802852906986</c:v>
                </c:pt>
                <c:pt idx="83">
                  <c:v>-0.42782982688096394</c:v>
                </c:pt>
                <c:pt idx="84">
                  <c:v>0.37361329062354776</c:v>
                </c:pt>
                <c:pt idx="85">
                  <c:v>1.3358578710973945</c:v>
                </c:pt>
                <c:pt idx="86">
                  <c:v>0.7815654588301123</c:v>
                </c:pt>
                <c:pt idx="87">
                  <c:v>0.14465137414248452</c:v>
                </c:pt>
                <c:pt idx="88">
                  <c:v>-0.08111611781951458</c:v>
                </c:pt>
                <c:pt idx="89">
                  <c:v>-0.8757905966206566</c:v>
                </c:pt>
                <c:pt idx="90">
                  <c:v>-1.2841716852722427</c:v>
                </c:pt>
                <c:pt idx="91">
                  <c:v>-0.4213891280919236</c:v>
                </c:pt>
                <c:pt idx="92">
                  <c:v>0.37782107677057114</c:v>
                </c:pt>
                <c:pt idx="93">
                  <c:v>0.6536948484047548</c:v>
                </c:pt>
                <c:pt idx="94">
                  <c:v>0.8150171410996766</c:v>
                </c:pt>
                <c:pt idx="95">
                  <c:v>0.9092451503365886</c:v>
                </c:pt>
                <c:pt idx="96">
                  <c:v>0.06546197055966511</c:v>
                </c:pt>
                <c:pt idx="97">
                  <c:v>-0.851390985144836</c:v>
                </c:pt>
                <c:pt idx="98">
                  <c:v>-0.9233324169028695</c:v>
                </c:pt>
                <c:pt idx="99">
                  <c:v>-0.563164839034769</c:v>
                </c:pt>
                <c:pt idx="100">
                  <c:v>-0.49430037819332606</c:v>
                </c:pt>
                <c:pt idx="101">
                  <c:v>0.5086440732216473</c:v>
                </c:pt>
                <c:pt idx="102">
                  <c:v>1.241095135792711</c:v>
                </c:pt>
                <c:pt idx="103">
                  <c:v>0.8697239838873607</c:v>
                </c:pt>
                <c:pt idx="104">
                  <c:v>0.06753600688191044</c:v>
                </c:pt>
                <c:pt idx="105">
                  <c:v>-0.1290509170624442</c:v>
                </c:pt>
                <c:pt idx="106">
                  <c:v>-0.744067372997974</c:v>
                </c:pt>
                <c:pt idx="107">
                  <c:v>-1.2506142409553247</c:v>
                </c:pt>
                <c:pt idx="108">
                  <c:v>-0.5546869125080178</c:v>
                </c:pt>
                <c:pt idx="109">
                  <c:v>0.4347388278783902</c:v>
                </c:pt>
                <c:pt idx="110">
                  <c:v>0.5802588777661553</c:v>
                </c:pt>
                <c:pt idx="111">
                  <c:v>0.8249268383188748</c:v>
                </c:pt>
                <c:pt idx="112">
                  <c:v>0.9323816806916003</c:v>
                </c:pt>
                <c:pt idx="113">
                  <c:v>0.09836485106777056</c:v>
                </c:pt>
                <c:pt idx="114">
                  <c:v>-0.8564866933049711</c:v>
                </c:pt>
                <c:pt idx="115">
                  <c:v>-0.9098704270093202</c:v>
                </c:pt>
                <c:pt idx="116">
                  <c:v>-0.5890539308054668</c:v>
                </c:pt>
                <c:pt idx="117">
                  <c:v>-0.41776392545122143</c:v>
                </c:pt>
                <c:pt idx="118">
                  <c:v>0.4293083811546808</c:v>
                </c:pt>
                <c:pt idx="119">
                  <c:v>1.1517286870312864</c:v>
                </c:pt>
                <c:pt idx="120">
                  <c:v>0.9821161709034043</c:v>
                </c:pt>
                <c:pt idx="121">
                  <c:v>0.0898065775592192</c:v>
                </c:pt>
                <c:pt idx="122">
                  <c:v>-0.004871191070158834</c:v>
                </c:pt>
                <c:pt idx="123">
                  <c:v>-0.6705394525326076</c:v>
                </c:pt>
                <c:pt idx="124">
                  <c:v>-1.3162635500863267</c:v>
                </c:pt>
                <c:pt idx="125">
                  <c:v>-0.6506410729386257</c:v>
                </c:pt>
                <c:pt idx="126">
                  <c:v>0.4314391265401691</c:v>
                </c:pt>
                <c:pt idx="127">
                  <c:v>0.6608214965831469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sample n  (first 128 of 256)</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16"/>
      </c:catAx>
      <c:valAx>
        <c:axId val="2094734552"/>
        <c:scaling>
          <c:orientation val="minMax"/>
          <c:max val="1.6"/>
          <c:min val="-1.6"/>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8"/>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|X[k]| after 256-point FFT (dBFS)</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Sheet1!$A$2:$A$129</c:f>
              <c:multiLvlStrCache>
                <c:ptCount val="128"/>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lvl>
              </c:multiLvlStrCache>
            </c:multiLvlStrRef>
          </c:cat>
          <c:val>
            <c:numRef>
              <c:f>Sheet1!$B$2:$B$129</c:f>
              <c:numCache>
                <c:formatCode>General</c:formatCode>
                <c:ptCount val="128"/>
                <c:pt idx="0">
                  <c:v>-43.54508645250203</c:v>
                </c:pt>
                <c:pt idx="1">
                  <c:v>-41.70144412335616</c:v>
                </c:pt>
                <c:pt idx="2">
                  <c:v>-44.23196831330997</c:v>
                </c:pt>
                <c:pt idx="3">
                  <c:v>-47.18111774062915</c:v>
                </c:pt>
                <c:pt idx="4">
                  <c:v>-41.360176279431016</c:v>
                </c:pt>
                <c:pt idx="5">
                  <c:v>-43.070488336935504</c:v>
                </c:pt>
                <c:pt idx="6">
                  <c:v>-48.671478020394765</c:v>
                </c:pt>
                <c:pt idx="7">
                  <c:v>-57.28448715135926</c:v>
                </c:pt>
                <c:pt idx="8">
                  <c:v>-58.62585098120149</c:v>
                </c:pt>
                <c:pt idx="9">
                  <c:v>-49.421807581807265</c:v>
                </c:pt>
                <c:pt idx="10">
                  <c:v>-44.83341964515893</c:v>
                </c:pt>
                <c:pt idx="11">
                  <c:v>-48.6664050753215</c:v>
                </c:pt>
                <c:pt idx="12">
                  <c:v>-49.230879093452266</c:v>
                </c:pt>
                <c:pt idx="13">
                  <c:v>-39.2936628827438</c:v>
                </c:pt>
                <c:pt idx="14">
                  <c:v>-46.93542751110208</c:v>
                </c:pt>
                <c:pt idx="15">
                  <c:v>-42.1015906573058</c:v>
                </c:pt>
                <c:pt idx="16">
                  <c:v>-45.22251502906285</c:v>
                </c:pt>
                <c:pt idx="17">
                  <c:v>-49.898227275106954</c:v>
                </c:pt>
                <c:pt idx="18">
                  <c:v>-47.70829961896719</c:v>
                </c:pt>
                <c:pt idx="19">
                  <c:v>-40.95106643289611</c:v>
                </c:pt>
                <c:pt idx="20">
                  <c:v>-57.034779902524505</c:v>
                </c:pt>
                <c:pt idx="21">
                  <c:v>-44.407043891341154</c:v>
                </c:pt>
                <c:pt idx="22">
                  <c:v>-49.54142756837112</c:v>
                </c:pt>
                <c:pt idx="23">
                  <c:v>-53.94364253771762</c:v>
                </c:pt>
                <c:pt idx="24">
                  <c:v>-58.05459677203465</c:v>
                </c:pt>
                <c:pt idx="25">
                  <c:v>-52.348862599581295</c:v>
                </c:pt>
                <c:pt idx="26">
                  <c:v>-48.22031359101646</c:v>
                </c:pt>
                <c:pt idx="27">
                  <c:v>-44.4980900771284</c:v>
                </c:pt>
                <c:pt idx="28">
                  <c:v>-60.298951064010964</c:v>
                </c:pt>
                <c:pt idx="29">
                  <c:v>-47.05337279146156</c:v>
                </c:pt>
                <c:pt idx="30">
                  <c:v>0.014781213487796456</c:v>
                </c:pt>
                <c:pt idx="31">
                  <c:v>-46.24038291584792</c:v>
                </c:pt>
                <c:pt idx="32">
                  <c:v>-47.72589713490689</c:v>
                </c:pt>
                <c:pt idx="33">
                  <c:v>-36.82300001211835</c:v>
                </c:pt>
                <c:pt idx="34">
                  <c:v>-44.43368732521457</c:v>
                </c:pt>
                <c:pt idx="35">
                  <c:v>-43.69516960237324</c:v>
                </c:pt>
                <c:pt idx="36">
                  <c:v>-41.621397191168455</c:v>
                </c:pt>
                <c:pt idx="37">
                  <c:v>-50.38111275322393</c:v>
                </c:pt>
                <c:pt idx="38">
                  <c:v>-42.10973393918643</c:v>
                </c:pt>
                <c:pt idx="39">
                  <c:v>-64.9040985956107</c:v>
                </c:pt>
                <c:pt idx="40">
                  <c:v>-47.42963009253366</c:v>
                </c:pt>
                <c:pt idx="41">
                  <c:v>-53.231985976870334</c:v>
                </c:pt>
                <c:pt idx="42">
                  <c:v>-57.70008199774219</c:v>
                </c:pt>
                <c:pt idx="43">
                  <c:v>-46.06740256643101</c:v>
                </c:pt>
                <c:pt idx="44">
                  <c:v>-41.41955394275115</c:v>
                </c:pt>
                <c:pt idx="45">
                  <c:v>-45.83672059402845</c:v>
                </c:pt>
                <c:pt idx="46">
                  <c:v>-56.737802016003734</c:v>
                </c:pt>
                <c:pt idx="47">
                  <c:v>-49.86676464772045</c:v>
                </c:pt>
                <c:pt idx="48">
                  <c:v>-44.22684105603801</c:v>
                </c:pt>
                <c:pt idx="49">
                  <c:v>-38.963005107899306</c:v>
                </c:pt>
                <c:pt idx="50">
                  <c:v>-73.60198062318122</c:v>
                </c:pt>
                <c:pt idx="51">
                  <c:v>-39.97112316168442</c:v>
                </c:pt>
                <c:pt idx="52">
                  <c:v>-57.1217185269612</c:v>
                </c:pt>
                <c:pt idx="53">
                  <c:v>-43.01448404685708</c:v>
                </c:pt>
                <c:pt idx="54">
                  <c:v>-43.67782328712407</c:v>
                </c:pt>
                <c:pt idx="55">
                  <c:v>-44.76380906752559</c:v>
                </c:pt>
                <c:pt idx="56">
                  <c:v>-54.469444505891296</c:v>
                </c:pt>
                <c:pt idx="57">
                  <c:v>-39.38740942006265</c:v>
                </c:pt>
                <c:pt idx="58">
                  <c:v>-44.22063107894316</c:v>
                </c:pt>
                <c:pt idx="59">
                  <c:v>-41.373748921106866</c:v>
                </c:pt>
                <c:pt idx="60">
                  <c:v>-40.78869782488879</c:v>
                </c:pt>
                <c:pt idx="61">
                  <c:v>-38.687981163570875</c:v>
                </c:pt>
                <c:pt idx="62">
                  <c:v>-43.00500848742942</c:v>
                </c:pt>
                <c:pt idx="63">
                  <c:v>-44.094782956831224</c:v>
                </c:pt>
                <c:pt idx="64">
                  <c:v>-42.63902382651742</c:v>
                </c:pt>
                <c:pt idx="65">
                  <c:v>-45.194687643569004</c:v>
                </c:pt>
                <c:pt idx="66">
                  <c:v>-42.97875615318865</c:v>
                </c:pt>
                <c:pt idx="67">
                  <c:v>-58.52612023355458</c:v>
                </c:pt>
                <c:pt idx="68">
                  <c:v>-44.22055878418584</c:v>
                </c:pt>
                <c:pt idx="69">
                  <c:v>-47.80922620254459</c:v>
                </c:pt>
                <c:pt idx="70">
                  <c:v>-47.72589513943022</c:v>
                </c:pt>
                <c:pt idx="71">
                  <c:v>-52.520078605403775</c:v>
                </c:pt>
                <c:pt idx="72">
                  <c:v>-53.37187779811465</c:v>
                </c:pt>
                <c:pt idx="73">
                  <c:v>-44.59335772579788</c:v>
                </c:pt>
                <c:pt idx="74">
                  <c:v>-49.24285139323827</c:v>
                </c:pt>
                <c:pt idx="75">
                  <c:v>-10.606490792046866</c:v>
                </c:pt>
                <c:pt idx="76">
                  <c:v>-45.962726755133644</c:v>
                </c:pt>
                <c:pt idx="77">
                  <c:v>-44.584115818794714</c:v>
                </c:pt>
                <c:pt idx="78">
                  <c:v>-51.41769526260512</c:v>
                </c:pt>
                <c:pt idx="79">
                  <c:v>-48.74779334800425</c:v>
                </c:pt>
                <c:pt idx="80">
                  <c:v>-52.159483036291014</c:v>
                </c:pt>
                <c:pt idx="81">
                  <c:v>-49.530964102112634</c:v>
                </c:pt>
                <c:pt idx="82">
                  <c:v>-43.2632057477391</c:v>
                </c:pt>
                <c:pt idx="83">
                  <c:v>-43.70781472223851</c:v>
                </c:pt>
                <c:pt idx="84">
                  <c:v>-51.83531166987751</c:v>
                </c:pt>
                <c:pt idx="85">
                  <c:v>-45.647608233220225</c:v>
                </c:pt>
                <c:pt idx="86">
                  <c:v>-41.34545718909871</c:v>
                </c:pt>
                <c:pt idx="87">
                  <c:v>-40.48412920388553</c:v>
                </c:pt>
                <c:pt idx="88">
                  <c:v>-37.30859915161044</c:v>
                </c:pt>
                <c:pt idx="89">
                  <c:v>-52.63481331513973</c:v>
                </c:pt>
                <c:pt idx="90">
                  <c:v>-40.70655211456659</c:v>
                </c:pt>
                <c:pt idx="91">
                  <c:v>-45.98663630470715</c:v>
                </c:pt>
                <c:pt idx="92">
                  <c:v>-51.09772921776472</c:v>
                </c:pt>
                <c:pt idx="93">
                  <c:v>-55.00939547051775</c:v>
                </c:pt>
                <c:pt idx="94">
                  <c:v>-48.14422973931868</c:v>
                </c:pt>
                <c:pt idx="95">
                  <c:v>-58.34723178889149</c:v>
                </c:pt>
                <c:pt idx="96">
                  <c:v>-42.44473684634993</c:v>
                </c:pt>
                <c:pt idx="97">
                  <c:v>-44.97624415867293</c:v>
                </c:pt>
                <c:pt idx="98">
                  <c:v>-41.866375578571734</c:v>
                </c:pt>
                <c:pt idx="99">
                  <c:v>-49.18659819958988</c:v>
                </c:pt>
                <c:pt idx="100">
                  <c:v>-48.14199167159332</c:v>
                </c:pt>
                <c:pt idx="101">
                  <c:v>-50.779482924564846</c:v>
                </c:pt>
                <c:pt idx="102">
                  <c:v>-50.99404520149993</c:v>
                </c:pt>
                <c:pt idx="103">
                  <c:v>-41.055122730644634</c:v>
                </c:pt>
                <c:pt idx="104">
                  <c:v>-46.74678613847449</c:v>
                </c:pt>
                <c:pt idx="105">
                  <c:v>-46.10475680103949</c:v>
                </c:pt>
                <c:pt idx="106">
                  <c:v>-46.22848136415332</c:v>
                </c:pt>
                <c:pt idx="107">
                  <c:v>-44.339617900511925</c:v>
                </c:pt>
                <c:pt idx="108">
                  <c:v>-43.052632570015234</c:v>
                </c:pt>
                <c:pt idx="109">
                  <c:v>-44.39677968809542</c:v>
                </c:pt>
                <c:pt idx="110">
                  <c:v>-39.90970437231357</c:v>
                </c:pt>
                <c:pt idx="111">
                  <c:v>-39.9046204802042</c:v>
                </c:pt>
                <c:pt idx="112">
                  <c:v>-50.718799064347465</c:v>
                </c:pt>
                <c:pt idx="113">
                  <c:v>-42.34189249144998</c:v>
                </c:pt>
                <c:pt idx="114">
                  <c:v>-63.25612692263783</c:v>
                </c:pt>
                <c:pt idx="115">
                  <c:v>-44.44400875849044</c:v>
                </c:pt>
                <c:pt idx="116">
                  <c:v>-41.51292668060567</c:v>
                </c:pt>
                <c:pt idx="117">
                  <c:v>-38.78236867054211</c:v>
                </c:pt>
                <c:pt idx="118">
                  <c:v>-38.4486324391365</c:v>
                </c:pt>
                <c:pt idx="119">
                  <c:v>-54.16578637605351</c:v>
                </c:pt>
                <c:pt idx="120">
                  <c:v>-63.78361191934934</c:v>
                </c:pt>
                <c:pt idx="121">
                  <c:v>-41.13055444533482</c:v>
                </c:pt>
                <c:pt idx="122">
                  <c:v>-42.029289678154754</c:v>
                </c:pt>
                <c:pt idx="123">
                  <c:v>-39.87931226790588</c:v>
                </c:pt>
                <c:pt idx="124">
                  <c:v>-45.936600140765634</c:v>
                </c:pt>
                <c:pt idx="125">
                  <c:v>-38.860403197472436</c:v>
                </c:pt>
                <c:pt idx="126">
                  <c:v>-37.915929011432816</c:v>
                </c:pt>
                <c:pt idx="127">
                  <c:v>-64.47261103325219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frequency (kHz)  ·  Δf = 1 kHz</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16"/>
      </c:catAx>
      <c:valAx>
        <c:axId val="2094734552"/>
        <c:scaling>
          <c:orientation val="minMax"/>
          <c:max val="5"/>
          <c:min val="-8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k = 1 (one cycle)</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EC4B6"/>
              </a:solidFill>
              <a:ln w="9525" cap="flat">
                <a:solidFill>
                  <a:srgbClr val="2EC4B6"/>
                </a:solidFill>
                <a:prstDash val="solid"/>
                <a:round/>
              </a:ln>
              <a:effectLst/>
            </c:spPr>
          </c:marker>
          <c:cat>
            <c:multiLvlStrRef>
              <c:f>Sheet1!$A$2:$A$33</c:f>
              <c:multiLvlStrCache>
                <c:ptCount val="3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lvl>
              </c:multiLvlStrCache>
            </c:multiLvlStrRef>
          </c:cat>
          <c:val>
            <c:numRef>
              <c:f>Sheet1!$B$2:$B$33</c:f>
              <c:numCache>
                <c:formatCode>General</c:formatCode>
                <c:ptCount val="32"/>
                <c:pt idx="0">
                  <c:v>1</c:v>
                </c:pt>
                <c:pt idx="1">
                  <c:v>0.9807852804032304</c:v>
                </c:pt>
                <c:pt idx="2">
                  <c:v>0.9238795325112867</c:v>
                </c:pt>
                <c:pt idx="3">
                  <c:v>0.8314696123025452</c:v>
                </c:pt>
                <c:pt idx="4">
                  <c:v>0.7071067811865476</c:v>
                </c:pt>
                <c:pt idx="5">
                  <c:v>0.5555702330196023</c:v>
                </c:pt>
                <c:pt idx="6">
                  <c:v>0.38268343236508984</c:v>
                </c:pt>
                <c:pt idx="7">
                  <c:v>0.19509032201612833</c:v>
                </c:pt>
                <c:pt idx="8">
                  <c:v>6.123233995736766e-17</c:v>
                </c:pt>
                <c:pt idx="9">
                  <c:v>-0.1950903220161282</c:v>
                </c:pt>
                <c:pt idx="10">
                  <c:v>-0.3826834323650897</c:v>
                </c:pt>
                <c:pt idx="11">
                  <c:v>-0.555570233019602</c:v>
                </c:pt>
                <c:pt idx="12">
                  <c:v>-0.7071067811865475</c:v>
                </c:pt>
                <c:pt idx="13">
                  <c:v>-0.8314696123025453</c:v>
                </c:pt>
                <c:pt idx="14">
                  <c:v>-0.9238795325112867</c:v>
                </c:pt>
                <c:pt idx="15">
                  <c:v>-0.9807852804032304</c:v>
                </c:pt>
                <c:pt idx="16">
                  <c:v>-1</c:v>
                </c:pt>
                <c:pt idx="17">
                  <c:v>-0.9807852804032304</c:v>
                </c:pt>
                <c:pt idx="18">
                  <c:v>-0.9238795325112868</c:v>
                </c:pt>
                <c:pt idx="19">
                  <c:v>-0.8314696123025455</c:v>
                </c:pt>
                <c:pt idx="20">
                  <c:v>-0.7071067811865477</c:v>
                </c:pt>
                <c:pt idx="21">
                  <c:v>-0.5555702330196022</c:v>
                </c:pt>
                <c:pt idx="22">
                  <c:v>-0.38268343236509034</c:v>
                </c:pt>
                <c:pt idx="23">
                  <c:v>-0.19509032201612866</c:v>
                </c:pt>
                <c:pt idx="24">
                  <c:v>-1.8369701987210297e-16</c:v>
                </c:pt>
                <c:pt idx="25">
                  <c:v>0.1950903220161283</c:v>
                </c:pt>
                <c:pt idx="26">
                  <c:v>0.38268343236509</c:v>
                </c:pt>
                <c:pt idx="27">
                  <c:v>0.5555702330196018</c:v>
                </c:pt>
                <c:pt idx="28">
                  <c:v>0.7071067811865474</c:v>
                </c:pt>
                <c:pt idx="29">
                  <c:v>0.8314696123025452</c:v>
                </c:pt>
                <c:pt idx="30">
                  <c:v>0.9238795325112865</c:v>
                </c:pt>
                <c:pt idx="31">
                  <c:v>0.9807852804032303</c:v>
                </c:pt>
              </c:numCache>
            </c:numRef>
          </c:val>
          <c:smooth val="0"/>
        </c:ser>
        <c:ser>
          <c:idx val="1"/>
          <c:order val="1"/>
          <c:tx>
            <c:strRef>
              <c:f>Sheet1!$C$1</c:f>
              <c:strCache>
                <c:ptCount val="1"/>
                <c:pt idx="0">
                  <c:v>k = 2</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FB703"/>
              </a:solidFill>
              <a:ln w="9525" cap="flat">
                <a:solidFill>
                  <a:srgbClr val="FFB703"/>
                </a:solidFill>
                <a:prstDash val="solid"/>
                <a:round/>
              </a:ln>
              <a:effectLst/>
            </c:spPr>
          </c:marker>
          <c:cat>
            <c:multiLvlStrRef>
              <c:f>Sheet1!$A$2:$A$33</c:f>
              <c:multiLvlStrCache>
                <c:ptCount val="3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lvl>
              </c:multiLvlStrCache>
            </c:multiLvlStrRef>
          </c:cat>
          <c:val>
            <c:numRef>
              <c:f>Sheet1!$C$2:$C$33</c:f>
              <c:numCache>
                <c:formatCode>General</c:formatCode>
                <c:ptCount val="32"/>
                <c:pt idx="0">
                  <c:v>1</c:v>
                </c:pt>
                <c:pt idx="1">
                  <c:v>0.9238795325112867</c:v>
                </c:pt>
                <c:pt idx="2">
                  <c:v>0.7071067811865476</c:v>
                </c:pt>
                <c:pt idx="3">
                  <c:v>0.38268343236508984</c:v>
                </c:pt>
                <c:pt idx="4">
                  <c:v>6.123233995736766e-17</c:v>
                </c:pt>
                <c:pt idx="5">
                  <c:v>-0.3826834323650897</c:v>
                </c:pt>
                <c:pt idx="6">
                  <c:v>-0.7071067811865475</c:v>
                </c:pt>
                <c:pt idx="7">
                  <c:v>-0.9238795325112867</c:v>
                </c:pt>
                <c:pt idx="8">
                  <c:v>-1</c:v>
                </c:pt>
                <c:pt idx="9">
                  <c:v>-0.9238795325112868</c:v>
                </c:pt>
                <c:pt idx="10">
                  <c:v>-0.7071067811865477</c:v>
                </c:pt>
                <c:pt idx="11">
                  <c:v>-0.38268343236509034</c:v>
                </c:pt>
                <c:pt idx="12">
                  <c:v>-1.8369701987210297e-16</c:v>
                </c:pt>
                <c:pt idx="13">
                  <c:v>0.38268343236509</c:v>
                </c:pt>
                <c:pt idx="14">
                  <c:v>0.7071067811865474</c:v>
                </c:pt>
                <c:pt idx="15">
                  <c:v>0.9238795325112865</c:v>
                </c:pt>
                <c:pt idx="16">
                  <c:v>1</c:v>
                </c:pt>
                <c:pt idx="17">
                  <c:v>0.9238795325112867</c:v>
                </c:pt>
                <c:pt idx="18">
                  <c:v>0.7071067811865477</c:v>
                </c:pt>
                <c:pt idx="19">
                  <c:v>0.38268343236509045</c:v>
                </c:pt>
                <c:pt idx="20">
                  <c:v>3.061616997868383e-16</c:v>
                </c:pt>
                <c:pt idx="21">
                  <c:v>-0.3826834323650899</c:v>
                </c:pt>
                <c:pt idx="22">
                  <c:v>-0.7071067811865467</c:v>
                </c:pt>
                <c:pt idx="23">
                  <c:v>-0.9238795325112864</c:v>
                </c:pt>
                <c:pt idx="24">
                  <c:v>-1</c:v>
                </c:pt>
                <c:pt idx="25">
                  <c:v>-0.9238795325112867</c:v>
                </c:pt>
                <c:pt idx="26">
                  <c:v>-0.7071067811865471</c:v>
                </c:pt>
                <c:pt idx="27">
                  <c:v>-0.38268343236509056</c:v>
                </c:pt>
                <c:pt idx="28">
                  <c:v>-4.286263797015736e-16</c:v>
                </c:pt>
                <c:pt idx="29">
                  <c:v>0.3826834323650898</c:v>
                </c:pt>
                <c:pt idx="30">
                  <c:v>0.7071067811865466</c:v>
                </c:pt>
                <c:pt idx="31">
                  <c:v>0.9238795325112864</c:v>
                </c:pt>
              </c:numCache>
            </c:numRef>
          </c:val>
          <c:smooth val="0"/>
        </c:ser>
        <c:ser>
          <c:idx val="2"/>
          <c:order val="2"/>
          <c:tx>
            <c:strRef>
              <c:f>Sheet1!$D$1</c:f>
              <c:strCache>
                <c:ptCount val="1"/>
                <c:pt idx="0">
                  <c:v>k = 3</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E76F51"/>
              </a:solidFill>
              <a:ln w="9525" cap="flat">
                <a:solidFill>
                  <a:srgbClr val="E76F51"/>
                </a:solidFill>
                <a:prstDash val="solid"/>
                <a:round/>
              </a:ln>
              <a:effectLst/>
            </c:spPr>
          </c:marker>
          <c:cat>
            <c:multiLvlStrRef>
              <c:f>Sheet1!$A$2:$A$33</c:f>
              <c:multiLvlStrCache>
                <c:ptCount val="3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lvl>
              </c:multiLvlStrCache>
            </c:multiLvlStrRef>
          </c:cat>
          <c:val>
            <c:numRef>
              <c:f>Sheet1!$D$2:$D$33</c:f>
              <c:numCache>
                <c:formatCode>General</c:formatCode>
                <c:ptCount val="32"/>
                <c:pt idx="0">
                  <c:v>1</c:v>
                </c:pt>
                <c:pt idx="1">
                  <c:v>0.8314696123025452</c:v>
                </c:pt>
                <c:pt idx="2">
                  <c:v>0.38268343236508984</c:v>
                </c:pt>
                <c:pt idx="3">
                  <c:v>-0.1950903220161282</c:v>
                </c:pt>
                <c:pt idx="4">
                  <c:v>-0.7071067811865475</c:v>
                </c:pt>
                <c:pt idx="5">
                  <c:v>-0.9807852804032304</c:v>
                </c:pt>
                <c:pt idx="6">
                  <c:v>-0.9238795325112868</c:v>
                </c:pt>
                <c:pt idx="7">
                  <c:v>-0.5555702330196022</c:v>
                </c:pt>
                <c:pt idx="8">
                  <c:v>-1.8369701987210297e-16</c:v>
                </c:pt>
                <c:pt idx="9">
                  <c:v>0.5555702330196018</c:v>
                </c:pt>
                <c:pt idx="10">
                  <c:v>0.9238795325112865</c:v>
                </c:pt>
                <c:pt idx="11">
                  <c:v>0.9807852804032304</c:v>
                </c:pt>
                <c:pt idx="12">
                  <c:v>0.7071067811865477</c:v>
                </c:pt>
                <c:pt idx="13">
                  <c:v>0.19509032201612878</c:v>
                </c:pt>
                <c:pt idx="14">
                  <c:v>-0.3826834323650899</c:v>
                </c:pt>
                <c:pt idx="15">
                  <c:v>-0.8314696123025451</c:v>
                </c:pt>
                <c:pt idx="16">
                  <c:v>-1</c:v>
                </c:pt>
                <c:pt idx="17">
                  <c:v>-0.8314696123025456</c:v>
                </c:pt>
                <c:pt idx="18">
                  <c:v>-0.38268343236509056</c:v>
                </c:pt>
                <c:pt idx="19">
                  <c:v>0.1950903220161272</c:v>
                </c:pt>
                <c:pt idx="20">
                  <c:v>0.7071067811865466</c:v>
                </c:pt>
                <c:pt idx="21">
                  <c:v>0.9807852804032304</c:v>
                </c:pt>
                <c:pt idx="22">
                  <c:v>0.9238795325112867</c:v>
                </c:pt>
                <c:pt idx="23">
                  <c:v>0.5555702330196025</c:v>
                </c:pt>
                <c:pt idx="24">
                  <c:v>5.51091059616309e-16</c:v>
                </c:pt>
                <c:pt idx="25">
                  <c:v>-0.5555702330196015</c:v>
                </c:pt>
                <c:pt idx="26">
                  <c:v>-0.9238795325112864</c:v>
                </c:pt>
                <c:pt idx="27">
                  <c:v>-0.9807852804032307</c:v>
                </c:pt>
                <c:pt idx="28">
                  <c:v>-0.7071067811865474</c:v>
                </c:pt>
                <c:pt idx="29">
                  <c:v>-0.19509032201613002</c:v>
                </c:pt>
                <c:pt idx="30">
                  <c:v>0.38268343236508956</c:v>
                </c:pt>
                <c:pt idx="31">
                  <c:v>0.831469612302544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sample n  (N = 32)</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4"/>
      </c:catAx>
      <c:valAx>
        <c:axId val="2094734552"/>
        <c:scaling>
          <c:orientation val="minMax"/>
          <c:max val="1.2"/>
          <c:min val="-1.2"/>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cos(2πkn/N)</a:t>
                </a:r>
              </a:p>
            </c:rich>
          </c:tx>
          <c:layout/>
          <c:overlay val="0"/>
        </c:title>
        <c:numFmt formatCode="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4"/>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speed-up: N² ÷ (N/2)·log₂N</c:v>
                </c:pt>
              </c:strCache>
            </c:strRef>
          </c:tx>
          <c:spPr>
            <a:solidFill>
              <a:srgbClr val="2EC4B6"/>
            </a:solidFill>
            <a:effectLst/>
          </c:spPr>
          <c:invertIfNegative val="0"/>
          <c:dLbls>
            <c:numFmt formatCode="#,##0&quot;×&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64</c:v>
                  </c:pt>
                  <c:pt idx="1">
                    <c:v>256</c:v>
                  </c:pt>
                  <c:pt idx="2">
                    <c:v>1,024</c:v>
                  </c:pt>
                  <c:pt idx="3">
                    <c:v>4,096</c:v>
                  </c:pt>
                  <c:pt idx="4">
                    <c:v>16,384</c:v>
                  </c:pt>
                </c:lvl>
              </c:multiLvlStrCache>
            </c:multiLvlStrRef>
          </c:cat>
          <c:val>
            <c:numRef>
              <c:f>Sheet1!$B$2:$B$6</c:f>
              <c:numCache>
                <c:formatCode>General</c:formatCode>
                <c:ptCount val="5"/>
                <c:pt idx="0">
                  <c:v>21</c:v>
                </c:pt>
                <c:pt idx="1">
                  <c:v>64</c:v>
                </c:pt>
                <c:pt idx="2">
                  <c:v>205</c:v>
                </c:pt>
                <c:pt idx="3">
                  <c:v>683</c:v>
                </c:pt>
                <c:pt idx="4">
                  <c:v>2341</c:v>
                </c:pt>
              </c:numCache>
            </c:numRef>
          </c:val>
        </c:ser>
        <c:dLbls>
          <c:numFmt formatCode="#,##0&quot;×&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FFT size N</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Hann window</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Sheet1!$B$2:$B$65</c:f>
              <c:numCache>
                <c:formatCode>General</c:formatCode>
                <c:ptCount val="64"/>
                <c:pt idx="0">
                  <c:v>-100</c:v>
                </c:pt>
                <c:pt idx="1">
                  <c:v>-97.77750035270543</c:v>
                </c:pt>
                <c:pt idx="2">
                  <c:v>-91.54857550457628</c:v>
                </c:pt>
                <c:pt idx="3">
                  <c:v>-87.6765704972934</c:v>
                </c:pt>
                <c:pt idx="4">
                  <c:v>-84.6811412107864</c:v>
                </c:pt>
                <c:pt idx="5">
                  <c:v>-82.09300115441857</c:v>
                </c:pt>
                <c:pt idx="6">
                  <c:v>-79.69676207288033</c:v>
                </c:pt>
                <c:pt idx="7">
                  <c:v>-77.36999661292968</c:v>
                </c:pt>
                <c:pt idx="8">
                  <c:v>-75.03058338142598</c:v>
                </c:pt>
                <c:pt idx="9">
                  <c:v>-72.61447210517835</c:v>
                </c:pt>
                <c:pt idx="10">
                  <c:v>-70.06399446905128</c:v>
                </c:pt>
                <c:pt idx="11">
                  <c:v>-67.31993095869002</c:v>
                </c:pt>
                <c:pt idx="12">
                  <c:v>-64.31417813970131</c:v>
                </c:pt>
                <c:pt idx="13">
                  <c:v>-60.96062723518939</c:v>
                </c:pt>
                <c:pt idx="14">
                  <c:v>-57.1410073108315</c:v>
                </c:pt>
                <c:pt idx="15">
                  <c:v>-52.67914477937627</c:v>
                </c:pt>
                <c:pt idx="16">
                  <c:v>-47.28699691681538</c:v>
                </c:pt>
                <c:pt idx="17">
                  <c:v>-40.429940793228525</c:v>
                </c:pt>
                <c:pt idx="18">
                  <c:v>-30.883268752197694</c:v>
                </c:pt>
                <c:pt idx="19">
                  <c:v>-13.979688465668083</c:v>
                </c:pt>
                <c:pt idx="20">
                  <c:v>0</c:v>
                </c:pt>
                <c:pt idx="21">
                  <c:v>-0.00008558573961411366</c:v>
                </c:pt>
                <c:pt idx="22">
                  <c:v>-13.979257220566092</c:v>
                </c:pt>
                <c:pt idx="23">
                  <c:v>-30.880203096206557</c:v>
                </c:pt>
                <c:pt idx="24">
                  <c:v>-40.420528675864674</c:v>
                </c:pt>
                <c:pt idx="25">
                  <c:v>-47.26564249560713</c:v>
                </c:pt>
                <c:pt idx="26">
                  <c:v>-52.637930722147594</c:v>
                </c:pt>
                <c:pt idx="27">
                  <c:v>-57.06907026632625</c:v>
                </c:pt>
                <c:pt idx="28">
                  <c:v>-60.84328713367504</c:v>
                </c:pt>
                <c:pt idx="29">
                  <c:v>-64.13173023752437</c:v>
                </c:pt>
                <c:pt idx="30">
                  <c:v>-67.04595902588684</c:v>
                </c:pt>
                <c:pt idx="31">
                  <c:v>-69.66297960697068</c:v>
                </c:pt>
                <c:pt idx="32">
                  <c:v>-72.0383258475021</c:v>
                </c:pt>
                <c:pt idx="33">
                  <c:v>-74.21346704821725</c:v>
                </c:pt>
                <c:pt idx="34">
                  <c:v>-76.22027102726051</c:v>
                </c:pt>
                <c:pt idx="35">
                  <c:v>-78.08382966998309</c:v>
                </c:pt>
                <c:pt idx="36">
                  <c:v>-79.82432234639676</c:v>
                </c:pt>
                <c:pt idx="37">
                  <c:v>-81.45828815163675</c:v>
                </c:pt>
                <c:pt idx="38">
                  <c:v>-82.99952125544188</c:v>
                </c:pt>
                <c:pt idx="39">
                  <c:v>-84.4597185647754</c:v>
                </c:pt>
                <c:pt idx="40">
                  <c:v>-85.84896056734983</c:v>
                </c:pt>
                <c:pt idx="41">
                  <c:v>-87.17607775178962</c:v>
                </c:pt>
                <c:pt idx="42">
                  <c:v>-88.44893767301966</c:v>
                </c:pt>
                <c:pt idx="43">
                  <c:v>-89.6746770039085</c:v>
                </c:pt>
                <c:pt idx="44">
                  <c:v>-90.85989618328736</c:v>
                </c:pt>
                <c:pt idx="45">
                  <c:v>-92.01083013520656</c:v>
                </c:pt>
                <c:pt idx="46">
                  <c:v>-93.13350616991326</c:v>
                </c:pt>
                <c:pt idx="47">
                  <c:v>-94.23389922453721</c:v>
                </c:pt>
                <c:pt idx="48">
                  <c:v>-95.31809484811447</c:v>
                </c:pt>
                <c:pt idx="49">
                  <c:v>-96.3924720288895</c:v>
                </c:pt>
                <c:pt idx="50">
                  <c:v>-97.4639214397391</c:v>
                </c:pt>
                <c:pt idx="51">
                  <c:v>-98.54012091219438</c:v>
                </c:pt>
                <c:pt idx="52">
                  <c:v>-99.62990080282955</c:v>
                </c:pt>
                <c:pt idx="53">
                  <c:v>-100</c:v>
                </c:pt>
                <c:pt idx="54">
                  <c:v>-100</c:v>
                </c:pt>
                <c:pt idx="55">
                  <c:v>-100</c:v>
                </c:pt>
                <c:pt idx="56">
                  <c:v>-100</c:v>
                </c:pt>
                <c:pt idx="57">
                  <c:v>-100</c:v>
                </c:pt>
                <c:pt idx="58">
                  <c:v>-100</c:v>
                </c:pt>
                <c:pt idx="59">
                  <c:v>-100</c:v>
                </c:pt>
                <c:pt idx="60">
                  <c:v>-100</c:v>
                </c:pt>
                <c:pt idx="61">
                  <c:v>-100</c:v>
                </c:pt>
                <c:pt idx="62">
                  <c:v>-100</c:v>
                </c:pt>
                <c:pt idx="63">
                  <c:v>-100</c:v>
                </c:pt>
              </c:numCache>
            </c:numRef>
          </c:val>
          <c:smooth val="0"/>
        </c:ser>
        <c:ser>
          <c:idx val="1"/>
          <c:order val="1"/>
          <c:tx>
            <c:strRef>
              <c:f>Sheet1!$C$1</c:f>
              <c:strCache>
                <c:ptCount val="1"/>
                <c:pt idx="0">
                  <c:v>rectangular (no window)</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Sheet1!$C$2:$C$65</c:f>
              <c:numCache>
                <c:formatCode>General</c:formatCode>
                <c:ptCount val="64"/>
                <c:pt idx="0">
                  <c:v>-32.26877862296027</c:v>
                </c:pt>
                <c:pt idx="1">
                  <c:v>-32.22043951566368</c:v>
                </c:pt>
                <c:pt idx="2">
                  <c:v>-32.0760928869243</c:v>
                </c:pt>
                <c:pt idx="3">
                  <c:v>-31.8376221540992</c:v>
                </c:pt>
                <c:pt idx="4">
                  <c:v>-31.5077632774302</c:v>
                </c:pt>
                <c:pt idx="5">
                  <c:v>-31.08957953414763</c:v>
                </c:pt>
                <c:pt idx="6">
                  <c:v>-30.58585153297129</c:v>
                </c:pt>
                <c:pt idx="7">
                  <c:v>-29.99844708156434</c:v>
                </c:pt>
                <c:pt idx="8">
                  <c:v>-29.327698918729688</c:v>
                </c:pt>
                <c:pt idx="9">
                  <c:v>-28.571772047740012</c:v>
                </c:pt>
                <c:pt idx="10">
                  <c:v>-27.725951955309736</c:v>
                </c:pt>
                <c:pt idx="11">
                  <c:v>-26.7817248137731</c:v>
                </c:pt>
                <c:pt idx="12">
                  <c:v>-25.725429523460832</c:v>
                </c:pt>
                <c:pt idx="13">
                  <c:v>-24.536089810564754</c:v>
                </c:pt>
                <c:pt idx="14">
                  <c:v>-23.181666380515445</c:v>
                </c:pt>
                <c:pt idx="15">
                  <c:v>-21.612098090665395</c:v>
                </c:pt>
                <c:pt idx="16">
                  <c:v>-19.745201798352333</c:v>
                </c:pt>
                <c:pt idx="17">
                  <c:v>-17.434469369531886</c:v>
                </c:pt>
                <c:pt idx="18">
                  <c:v>-14.38120324715789</c:v>
                </c:pt>
                <c:pt idx="19">
                  <c:v>-9.811504137354174</c:v>
                </c:pt>
                <c:pt idx="20">
                  <c:v>-0.13498228091190487</c:v>
                </c:pt>
                <c:pt idx="21">
                  <c:v>0</c:v>
                </c:pt>
                <c:pt idx="22">
                  <c:v>-9.40691717679078</c:v>
                </c:pt>
                <c:pt idx="23">
                  <c:v>-13.70811703028522</c:v>
                </c:pt>
                <c:pt idx="24">
                  <c:v>-16.49481316958277</c:v>
                </c:pt>
                <c:pt idx="25">
                  <c:v>-18.54186247118658</c:v>
                </c:pt>
                <c:pt idx="26">
                  <c:v>-20.149113889408397</c:v>
                </c:pt>
                <c:pt idx="27">
                  <c:v>-21.464486959332156</c:v>
                </c:pt>
                <c:pt idx="28">
                  <c:v>-22.57190937857766</c:v>
                </c:pt>
                <c:pt idx="29">
                  <c:v>-23.52359992504936</c:v>
                </c:pt>
                <c:pt idx="30">
                  <c:v>-24.35425343200087</c:v>
                </c:pt>
                <c:pt idx="31">
                  <c:v>-25.0880848697484</c:v>
                </c:pt>
                <c:pt idx="32">
                  <c:v>-25.74265475453132</c:v>
                </c:pt>
                <c:pt idx="33">
                  <c:v>-26.33109409760678</c:v>
                </c:pt>
                <c:pt idx="34">
                  <c:v>-26.86347083088357</c:v>
                </c:pt>
                <c:pt idx="35">
                  <c:v>-27.34766695511145</c:v>
                </c:pt>
                <c:pt idx="36">
                  <c:v>-27.789962679535726</c:v>
                </c:pt>
                <c:pt idx="37">
                  <c:v>-28.195437680094066</c:v>
                </c:pt>
                <c:pt idx="38">
                  <c:v>-28.56825413670213</c:v>
                </c:pt>
                <c:pt idx="39">
                  <c:v>-28.911861009533304</c:v>
                </c:pt>
                <c:pt idx="40">
                  <c:v>-29.22914445047155</c:v>
                </c:pt>
                <c:pt idx="41">
                  <c:v>-29.522540519743554</c:v>
                </c:pt>
                <c:pt idx="42">
                  <c:v>-29.794120981586545</c:v>
                </c:pt>
                <c:pt idx="43">
                  <c:v>-30.045659521651586</c:v>
                </c:pt>
                <c:pt idx="44">
                  <c:v>-30.278683492445715</c:v>
                </c:pt>
                <c:pt idx="45">
                  <c:v>-30.49451480282172</c:v>
                </c:pt>
                <c:pt idx="46">
                  <c:v>-30.694302554365702</c:v>
                </c:pt>
                <c:pt idx="47">
                  <c:v>-30.879049326212893</c:v>
                </c:pt>
                <c:pt idx="48">
                  <c:v>-31.049632516279175</c:v>
                </c:pt>
                <c:pt idx="49">
                  <c:v>-31.206821794326203</c:v>
                </c:pt>
                <c:pt idx="50">
                  <c:v>-31.35129346686476</c:v>
                </c:pt>
                <c:pt idx="51">
                  <c:v>-31.483642366537286</c:v>
                </c:pt>
                <c:pt idx="52">
                  <c:v>-31.604391739452996</c:v>
                </c:pt>
                <c:pt idx="53">
                  <c:v>-31.71400149950104</c:v>
                </c:pt>
                <c:pt idx="54">
                  <c:v>-31.812875139383028</c:v>
                </c:pt>
                <c:pt idx="55">
                  <c:v>-31.9013655273257</c:v>
                </c:pt>
                <c:pt idx="56">
                  <c:v>-31.979779771406417</c:v>
                </c:pt>
                <c:pt idx="57">
                  <c:v>-32.04838329662681</c:v>
                </c:pt>
                <c:pt idx="58">
                  <c:v>-32.10740325085116</c:v>
                </c:pt>
                <c:pt idx="59">
                  <c:v>-32.1570313325403</c:v>
                </c:pt>
                <c:pt idx="60">
                  <c:v>-32.19742611451419</c:v>
                </c:pt>
                <c:pt idx="61">
                  <c:v>-32.22871492269362</c:v>
                </c:pt>
                <c:pt idx="62">
                  <c:v>-32.250995316062664</c:v>
                </c:pt>
                <c:pt idx="63">
                  <c:v>-32.26433620338928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bin k  ·  tone at k = 20.5, N = 128</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max val="5"/>
          <c:min val="-10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|X[k]| (dB, normalised)</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original x[n]</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E76F51"/>
              </a:solidFill>
              <a:ln w="9525" cap="flat">
                <a:solidFill>
                  <a:srgbClr val="E76F51"/>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Sheet1!$B$2:$B$65</c:f>
              <c:numCache>
                <c:formatCode>General</c:formatCode>
                <c:ptCount val="64"/>
                <c:pt idx="0">
                  <c:v>1.0379549821838736</c:v>
                </c:pt>
                <c:pt idx="1">
                  <c:v>1.3286856324727514</c:v>
                </c:pt>
                <c:pt idx="2">
                  <c:v>1.2658148545590844</c:v>
                </c:pt>
                <c:pt idx="3">
                  <c:v>1.09998968078207</c:v>
                </c:pt>
                <c:pt idx="4">
                  <c:v>0.491052588795692</c:v>
                </c:pt>
                <c:pt idx="5">
                  <c:v>-0.028692210257521073</c:v>
                </c:pt>
                <c:pt idx="6">
                  <c:v>-0.5668046790300857</c:v>
                </c:pt>
                <c:pt idx="7">
                  <c:v>-0.9773682576549871</c:v>
                </c:pt>
                <c:pt idx="8">
                  <c:v>-0.9795358717357915</c:v>
                </c:pt>
                <c:pt idx="9">
                  <c:v>-0.9850440400430485</c:v>
                </c:pt>
                <c:pt idx="10">
                  <c:v>-0.6470274810225051</c:v>
                </c:pt>
                <c:pt idx="11">
                  <c:v>-0.46859199629147447</c:v>
                </c:pt>
                <c:pt idx="12">
                  <c:v>-0.42982775554756475</c:v>
                </c:pt>
                <c:pt idx="13">
                  <c:v>-0.6345478008512173</c:v>
                </c:pt>
                <c:pt idx="14">
                  <c:v>-0.6600351124217217</c:v>
                </c:pt>
                <c:pt idx="15">
                  <c:v>-0.7166988896362892</c:v>
                </c:pt>
                <c:pt idx="16">
                  <c:v>-0.42069004341028654</c:v>
                </c:pt>
                <c:pt idx="17">
                  <c:v>-0.13859737356931806</c:v>
                </c:pt>
                <c:pt idx="18">
                  <c:v>0.5090845060156658</c:v>
                </c:pt>
                <c:pt idx="19">
                  <c:v>1.0534054820690013</c:v>
                </c:pt>
                <c:pt idx="20">
                  <c:v>1.3365349184185304</c:v>
                </c:pt>
                <c:pt idx="21">
                  <c:v>1.3774585675989124</c:v>
                </c:pt>
                <c:pt idx="22">
                  <c:v>1.317272046081538</c:v>
                </c:pt>
                <c:pt idx="23">
                  <c:v>0.7745701869348308</c:v>
                </c:pt>
                <c:pt idx="24">
                  <c:v>0.308077253258793</c:v>
                </c:pt>
                <c:pt idx="25">
                  <c:v>-0.10154324126409175</c:v>
                </c:pt>
                <c:pt idx="26">
                  <c:v>-0.22662895810865677</c:v>
                </c:pt>
                <c:pt idx="27">
                  <c:v>-0.1448308012056671</c:v>
                </c:pt>
                <c:pt idx="28">
                  <c:v>-0.2422472147188496</c:v>
                </c:pt>
                <c:pt idx="29">
                  <c:v>-0.2772436774972157</c:v>
                </c:pt>
                <c:pt idx="30">
                  <c:v>-0.271358353270264</c:v>
                </c:pt>
                <c:pt idx="31">
                  <c:v>-0.6763388455032013</c:v>
                </c:pt>
                <c:pt idx="32">
                  <c:v>-1.0184875936713065</c:v>
                </c:pt>
                <c:pt idx="33">
                  <c:v>-1.1769894995576569</c:v>
                </c:pt>
                <c:pt idx="34">
                  <c:v>-1.3674670763132777</c:v>
                </c:pt>
                <c:pt idx="35">
                  <c:v>-1.0981334296745413</c:v>
                </c:pt>
                <c:pt idx="36">
                  <c:v>-0.6305734156848946</c:v>
                </c:pt>
                <c:pt idx="37">
                  <c:v>0.12097007602127398</c:v>
                </c:pt>
                <c:pt idx="38">
                  <c:v>0.6552974147847829</c:v>
                </c:pt>
                <c:pt idx="39">
                  <c:v>1.0447515934651415</c:v>
                </c:pt>
                <c:pt idx="40">
                  <c:v>1.0629707534713841</c:v>
                </c:pt>
                <c:pt idx="41">
                  <c:v>0.9919435587489531</c:v>
                </c:pt>
                <c:pt idx="42">
                  <c:v>0.7328312979091234</c:v>
                </c:pt>
                <c:pt idx="43">
                  <c:v>0.44464045433309807</c:v>
                </c:pt>
                <c:pt idx="44">
                  <c:v>0.4891492797969542</c:v>
                </c:pt>
                <c:pt idx="45">
                  <c:v>0.5528358865074587</c:v>
                </c:pt>
                <c:pt idx="46">
                  <c:v>0.6161520547380154</c:v>
                </c:pt>
                <c:pt idx="47">
                  <c:v>0.7325670197762967</c:v>
                </c:pt>
                <c:pt idx="48">
                  <c:v>0.5218836199026561</c:v>
                </c:pt>
                <c:pt idx="49">
                  <c:v>-0.0021540698148985044</c:v>
                </c:pt>
                <c:pt idx="50">
                  <c:v>-0.3716230136895527</c:v>
                </c:pt>
                <c:pt idx="51">
                  <c:v>-1.0404049623556135</c:v>
                </c:pt>
                <c:pt idx="52">
                  <c:v>-1.4157974107585884</c:v>
                </c:pt>
                <c:pt idx="53">
                  <c:v>-1.39873440499239</c:v>
                </c:pt>
                <c:pt idx="54">
                  <c:v>-1.3087313850538829</c:v>
                </c:pt>
                <c:pt idx="55">
                  <c:v>-0.8978686383789647</c:v>
                </c:pt>
                <c:pt idx="56">
                  <c:v>-0.2868202009676095</c:v>
                </c:pt>
                <c:pt idx="57">
                  <c:v>-0.01802625978386261</c:v>
                </c:pt>
                <c:pt idx="58">
                  <c:v>0.32030179542564563</c:v>
                </c:pt>
                <c:pt idx="59">
                  <c:v>0.14590458269972018</c:v>
                </c:pt>
                <c:pt idx="60">
                  <c:v>0.16155415819132285</c:v>
                </c:pt>
                <c:pt idx="61">
                  <c:v>0.24513382862166228</c:v>
                </c:pt>
                <c:pt idx="62">
                  <c:v>0.3039233287312537</c:v>
                </c:pt>
                <c:pt idx="63">
                  <c:v>0.6718953962555729</c:v>
                </c:pt>
              </c:numCache>
            </c:numRef>
          </c:val>
          <c:smooth val="0"/>
        </c:ser>
        <c:ser>
          <c:idx val="1"/>
          <c:order val="1"/>
          <c:tx>
            <c:strRef>
              <c:f>Sheet1!$C$1</c:f>
              <c:strCache>
                <c:ptCount val="1"/>
                <c:pt idx="0">
                  <c:v>IFFT(FFT(x))</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EC4B6"/>
              </a:solidFill>
              <a:ln w="9525" cap="flat">
                <a:solidFill>
                  <a:srgbClr val="2EC4B6"/>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Sheet1!$C$2:$C$65</c:f>
              <c:numCache>
                <c:formatCode>General</c:formatCode>
                <c:ptCount val="64"/>
                <c:pt idx="0">
                  <c:v>1.0379549821838736</c:v>
                </c:pt>
                <c:pt idx="1">
                  <c:v>1.3286856324727512</c:v>
                </c:pt>
                <c:pt idx="2">
                  <c:v>1.2658148545590844</c:v>
                </c:pt>
                <c:pt idx="3">
                  <c:v>1.0999896807820697</c:v>
                </c:pt>
                <c:pt idx="4">
                  <c:v>0.491052588795692</c:v>
                </c:pt>
                <c:pt idx="5">
                  <c:v>-0.028692210257521222</c:v>
                </c:pt>
                <c:pt idx="6">
                  <c:v>-0.5668046790300859</c:v>
                </c:pt>
                <c:pt idx="7">
                  <c:v>-0.9773682576549874</c:v>
                </c:pt>
                <c:pt idx="8">
                  <c:v>-0.9795358717357916</c:v>
                </c:pt>
                <c:pt idx="9">
                  <c:v>-0.9850440400430484</c:v>
                </c:pt>
                <c:pt idx="10">
                  <c:v>-0.6470274810225052</c:v>
                </c:pt>
                <c:pt idx="11">
                  <c:v>-0.46859199629147436</c:v>
                </c:pt>
                <c:pt idx="12">
                  <c:v>-0.4298277555475647</c:v>
                </c:pt>
                <c:pt idx="13">
                  <c:v>-0.6345478008512172</c:v>
                </c:pt>
                <c:pt idx="14">
                  <c:v>-0.6600351124217216</c:v>
                </c:pt>
                <c:pt idx="15">
                  <c:v>-0.7166988896362892</c:v>
                </c:pt>
                <c:pt idx="16">
                  <c:v>-0.4206900434102867</c:v>
                </c:pt>
                <c:pt idx="17">
                  <c:v>-0.13859737356931792</c:v>
                </c:pt>
                <c:pt idx="18">
                  <c:v>0.5090845060156659</c:v>
                </c:pt>
                <c:pt idx="19">
                  <c:v>1.0534054820690013</c:v>
                </c:pt>
                <c:pt idx="20">
                  <c:v>1.3365349184185307</c:v>
                </c:pt>
                <c:pt idx="21">
                  <c:v>1.3774585675989122</c:v>
                </c:pt>
                <c:pt idx="22">
                  <c:v>1.3172720460815375</c:v>
                </c:pt>
                <c:pt idx="23">
                  <c:v>0.7745701869348309</c:v>
                </c:pt>
                <c:pt idx="24">
                  <c:v>0.308077253258793</c:v>
                </c:pt>
                <c:pt idx="25">
                  <c:v>-0.10154324126409194</c:v>
                </c:pt>
                <c:pt idx="26">
                  <c:v>-0.22662895810865702</c:v>
                </c:pt>
                <c:pt idx="27">
                  <c:v>-0.1448308012056672</c:v>
                </c:pt>
                <c:pt idx="28">
                  <c:v>-0.24224721471884963</c:v>
                </c:pt>
                <c:pt idx="29">
                  <c:v>-0.2772436774972157</c:v>
                </c:pt>
                <c:pt idx="30">
                  <c:v>-0.2713583532702639</c:v>
                </c:pt>
                <c:pt idx="31">
                  <c:v>-0.6763388455032011</c:v>
                </c:pt>
                <c:pt idx="32">
                  <c:v>-1.0184875936713065</c:v>
                </c:pt>
                <c:pt idx="33">
                  <c:v>-1.1769894995576569</c:v>
                </c:pt>
                <c:pt idx="34">
                  <c:v>-1.3674670763132777</c:v>
                </c:pt>
                <c:pt idx="35">
                  <c:v>-1.098133429674541</c:v>
                </c:pt>
                <c:pt idx="36">
                  <c:v>-0.6305734156848946</c:v>
                </c:pt>
                <c:pt idx="37">
                  <c:v>0.12097007602127413</c:v>
                </c:pt>
                <c:pt idx="38">
                  <c:v>0.6552974147847831</c:v>
                </c:pt>
                <c:pt idx="39">
                  <c:v>1.0447515934651417</c:v>
                </c:pt>
                <c:pt idx="40">
                  <c:v>1.0629707534713841</c:v>
                </c:pt>
                <c:pt idx="41">
                  <c:v>0.991943558748953</c:v>
                </c:pt>
                <c:pt idx="42">
                  <c:v>0.7328312979091234</c:v>
                </c:pt>
                <c:pt idx="43">
                  <c:v>0.444640454333098</c:v>
                </c:pt>
                <c:pt idx="44">
                  <c:v>0.4891492797969541</c:v>
                </c:pt>
                <c:pt idx="45">
                  <c:v>0.5528358865074586</c:v>
                </c:pt>
                <c:pt idx="46">
                  <c:v>0.6161520547380153</c:v>
                </c:pt>
                <c:pt idx="47">
                  <c:v>0.7325670197762967</c:v>
                </c:pt>
                <c:pt idx="48">
                  <c:v>0.5218836199026562</c:v>
                </c:pt>
                <c:pt idx="49">
                  <c:v>-0.0021540698148986293</c:v>
                </c:pt>
                <c:pt idx="50">
                  <c:v>-0.37162301368955275</c:v>
                </c:pt>
                <c:pt idx="51">
                  <c:v>-1.0404049623556135</c:v>
                </c:pt>
                <c:pt idx="52">
                  <c:v>-1.4157974107585887</c:v>
                </c:pt>
                <c:pt idx="53">
                  <c:v>-1.39873440499239</c:v>
                </c:pt>
                <c:pt idx="54">
                  <c:v>-1.3087313850538826</c:v>
                </c:pt>
                <c:pt idx="55">
                  <c:v>-0.8978686383789647</c:v>
                </c:pt>
                <c:pt idx="56">
                  <c:v>-0.2868202009676095</c:v>
                </c:pt>
                <c:pt idx="57">
                  <c:v>-0.01802625978386245</c:v>
                </c:pt>
                <c:pt idx="58">
                  <c:v>0.32030179542564585</c:v>
                </c:pt>
                <c:pt idx="59">
                  <c:v>0.14590458269972026</c:v>
                </c:pt>
                <c:pt idx="60">
                  <c:v>0.16155415819132285</c:v>
                </c:pt>
                <c:pt idx="61">
                  <c:v>0.2451338286216623</c:v>
                </c:pt>
                <c:pt idx="62">
                  <c:v>0.3039233287312537</c:v>
                </c:pt>
                <c:pt idx="63">
                  <c:v>0.6718953962555727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sample n</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max val="2"/>
          <c:min val="-2"/>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OFDM symbol, real part (IFFT output)</c:v>
                </c:pt>
              </c:strCache>
            </c:strRef>
          </c:tx>
          <c:spPr>
            <a:solidFill>
              <a:srgbClr val="2EC4B6"/>
            </a:solidFill>
            <a:ln w="15875"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Sheet1!$B$2:$B$65</c:f>
              <c:numCache>
                <c:formatCode>General</c:formatCode>
                <c:ptCount val="64"/>
                <c:pt idx="0">
                  <c:v>0.5</c:v>
                </c:pt>
                <c:pt idx="1">
                  <c:v>-0.8793168410984239</c:v>
                </c:pt>
                <c:pt idx="2">
                  <c:v>-0.760070250867294</c:v>
                </c:pt>
                <c:pt idx="3">
                  <c:v>-1.871970974794565</c:v>
                </c:pt>
                <c:pt idx="4">
                  <c:v>-1.1548494156391085</c:v>
                </c:pt>
                <c:pt idx="5">
                  <c:v>1.081978959613569</c:v>
                </c:pt>
                <c:pt idx="6">
                  <c:v>1.5642664916486104</c:v>
                </c:pt>
                <c:pt idx="7">
                  <c:v>1.4799305749530345</c:v>
                </c:pt>
                <c:pt idx="8">
                  <c:v>0.9267766952966369</c:v>
                </c:pt>
                <c:pt idx="9">
                  <c:v>-0.24021615310854283</c:v>
                </c:pt>
                <c:pt idx="10">
                  <c:v>-0.19744281022067275</c:v>
                </c:pt>
                <c:pt idx="11">
                  <c:v>0.13208797797583885</c:v>
                </c:pt>
                <c:pt idx="12">
                  <c:v>-0.24211746749799856</c:v>
                </c:pt>
                <c:pt idx="13">
                  <c:v>0.31762857955090273</c:v>
                </c:pt>
                <c:pt idx="14">
                  <c:v>-0.46240234363283267</c:v>
                </c:pt>
                <c:pt idx="15">
                  <c:v>-0.6000627418504811</c:v>
                </c:pt>
                <c:pt idx="16">
                  <c:v>0.75</c:v>
                </c:pt>
                <c:pt idx="17">
                  <c:v>-0.7835892255132391</c:v>
                </c:pt>
                <c:pt idx="18">
                  <c:v>-1.4653225224201893</c:v>
                </c:pt>
                <c:pt idx="19">
                  <c:v>-0.5766621408138117</c:v>
                </c:pt>
                <c:pt idx="20">
                  <c:v>0.4783542904563623</c:v>
                </c:pt>
                <c:pt idx="21">
                  <c:v>-0.033091953112584116</c:v>
                </c:pt>
                <c:pt idx="22">
                  <c:v>-1.7159361309630192</c:v>
                </c:pt>
                <c:pt idx="23">
                  <c:v>0.7510470525572225</c:v>
                </c:pt>
                <c:pt idx="24">
                  <c:v>0.07322330470336308</c:v>
                </c:pt>
                <c:pt idx="25">
                  <c:v>-1.1580792049765503</c:v>
                </c:pt>
                <c:pt idx="26">
                  <c:v>1.6765246001213854</c:v>
                </c:pt>
                <c:pt idx="27">
                  <c:v>-0.6297748639252377</c:v>
                </c:pt>
                <c:pt idx="28">
                  <c:v>-0.6225835074654518</c:v>
                </c:pt>
                <c:pt idx="29">
                  <c:v>2.1120967135306286</c:v>
                </c:pt>
                <c:pt idx="30">
                  <c:v>0.7240036760475953</c:v>
                </c:pt>
                <c:pt idx="31">
                  <c:v>0.25270728619253785</c:v>
                </c:pt>
                <c:pt idx="32">
                  <c:v>0</c:v>
                </c:pt>
                <c:pt idx="33">
                  <c:v>0.3643042046680166</c:v>
                </c:pt>
                <c:pt idx="34">
                  <c:v>0.5941595698269434</c:v>
                </c:pt>
                <c:pt idx="35">
                  <c:v>0.47313851657617945</c:v>
                </c:pt>
                <c:pt idx="36">
                  <c:v>1.1548494156391085</c:v>
                </c:pt>
                <c:pt idx="37">
                  <c:v>0.4024529787608557</c:v>
                </c:pt>
                <c:pt idx="38">
                  <c:v>0.6661760057390531</c:v>
                </c:pt>
                <c:pt idx="39">
                  <c:v>0.44873200495233434</c:v>
                </c:pt>
                <c:pt idx="40">
                  <c:v>0.5732233047033631</c:v>
                </c:pt>
                <c:pt idx="41">
                  <c:v>1.172050829536234</c:v>
                </c:pt>
                <c:pt idx="42">
                  <c:v>-0.40201337346915633</c:v>
                </c:pt>
                <c:pt idx="43">
                  <c:v>-0.08544073452833653</c:v>
                </c:pt>
                <c:pt idx="44">
                  <c:v>-0.050775751315453865</c:v>
                </c:pt>
                <c:pt idx="45">
                  <c:v>-0.000373100297918455</c:v>
                </c:pt>
                <c:pt idx="46">
                  <c:v>0.3038896758517255</c:v>
                </c:pt>
                <c:pt idx="47">
                  <c:v>-1.4319610794400217</c:v>
                </c:pt>
                <c:pt idx="48">
                  <c:v>-1.25</c:v>
                </c:pt>
                <c:pt idx="49">
                  <c:v>-0.8227184816159965</c:v>
                </c:pt>
                <c:pt idx="50">
                  <c:v>0.21701964108744498</c:v>
                </c:pt>
                <c:pt idx="51">
                  <c:v>0.5030209531154701</c:v>
                </c:pt>
                <c:pt idx="52">
                  <c:v>-0.4783542904563623</c:v>
                </c:pt>
                <c:pt idx="53">
                  <c:v>0.6699803582978028</c:v>
                </c:pt>
                <c:pt idx="54">
                  <c:v>-0.5145063664246443</c:v>
                </c:pt>
                <c:pt idx="55">
                  <c:v>-0.12484378625347026</c:v>
                </c:pt>
                <c:pt idx="56">
                  <c:v>0.4267766952966369</c:v>
                </c:pt>
                <c:pt idx="57">
                  <c:v>-1.8950758150107836</c:v>
                </c:pt>
                <c:pt idx="58">
                  <c:v>0.33714514594153866</c:v>
                </c:pt>
                <c:pt idx="59">
                  <c:v>0.6413877040213675</c:v>
                </c:pt>
                <c:pt idx="60">
                  <c:v>-1.0845232737210957</c:v>
                </c:pt>
                <c:pt idx="61">
                  <c:v>-0.3080318492239702</c:v>
                </c:pt>
                <c:pt idx="62">
                  <c:v>-0.5654910082664882</c:v>
                </c:pt>
                <c:pt idx="63">
                  <c:v>0.6386642512619387</c:v>
                </c:pt>
              </c:numCache>
            </c:numRef>
          </c:val>
          <c:smooth val="0"/>
        </c:ser>
        <c:ser>
          <c:idx val="1"/>
          <c:order val="1"/>
          <c:tx>
            <c:strRef>
              <c:f>Sheet1!$C$1</c:f>
              <c:strCache>
                <c:ptCount val="1"/>
                <c:pt idx="0">
                  <c:v>imaginary part</c:v>
                </c:pt>
              </c:strCache>
            </c:strRef>
          </c:tx>
          <c:spPr>
            <a:solidFill>
              <a:srgbClr val="FFB703"/>
            </a:solidFill>
            <a:ln w="15875"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B703"/>
              </a:solidFill>
              <a:ln w="9525" cap="flat">
                <a:solidFill>
                  <a:srgbClr val="FFB703"/>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Sheet1!$C$2:$C$65</c:f>
              <c:numCache>
                <c:formatCode>General</c:formatCode>
                <c:ptCount val="64"/>
                <c:pt idx="0">
                  <c:v>1.5</c:v>
                </c:pt>
                <c:pt idx="1">
                  <c:v>1.9770528932955431</c:v>
                </c:pt>
                <c:pt idx="2">
                  <c:v>-0.3905862285097613</c:v>
                </c:pt>
                <c:pt idx="3">
                  <c:v>-1.2925113297260482</c:v>
                </c:pt>
                <c:pt idx="4">
                  <c:v>-0.18124179128290707</c:v>
                </c:pt>
                <c:pt idx="5">
                  <c:v>0.7418163130099635</c:v>
                </c:pt>
                <c:pt idx="6">
                  <c:v>0.2593255678709514</c:v>
                </c:pt>
                <c:pt idx="7">
                  <c:v>-0.09220744514217627</c:v>
                </c:pt>
                <c:pt idx="8">
                  <c:v>-0.7803300858899107</c:v>
                </c:pt>
                <c:pt idx="9">
                  <c:v>-1.8779144948752644</c:v>
                </c:pt>
                <c:pt idx="10">
                  <c:v>-1.3869510948548742</c:v>
                </c:pt>
                <c:pt idx="11">
                  <c:v>0.33767026612156514</c:v>
                </c:pt>
                <c:pt idx="12">
                  <c:v>1.2784805825750998</c:v>
                </c:pt>
                <c:pt idx="13">
                  <c:v>-0.017632797173174272</c:v>
                </c:pt>
                <c:pt idx="14">
                  <c:v>-0.11613099874250739</c:v>
                </c:pt>
                <c:pt idx="15">
                  <c:v>0.8562131595866569</c:v>
                </c:pt>
                <c:pt idx="16">
                  <c:v>-0.7500000000000001</c:v>
                </c:pt>
                <c:pt idx="17">
                  <c:v>-0.5129436417713242</c:v>
                </c:pt>
                <c:pt idx="18">
                  <c:v>-0.0147724274178761</c:v>
                </c:pt>
                <c:pt idx="19">
                  <c:v>-1.4436931613079205</c:v>
                </c:pt>
                <c:pt idx="20">
                  <c:v>0.46982229875764453</c:v>
                </c:pt>
                <c:pt idx="21">
                  <c:v>1.1200990576867738</c:v>
                </c:pt>
                <c:pt idx="22">
                  <c:v>0.08224054232045597</c:v>
                </c:pt>
                <c:pt idx="23">
                  <c:v>1.3312735418398138</c:v>
                </c:pt>
                <c:pt idx="24">
                  <c:v>0.5732233047033631</c:v>
                </c:pt>
                <c:pt idx="25">
                  <c:v>0.11453541854065719</c:v>
                </c:pt>
                <c:pt idx="26">
                  <c:v>0.4788132666333314</c:v>
                </c:pt>
                <c:pt idx="27">
                  <c:v>-0.295490472772698</c:v>
                </c:pt>
                <c:pt idx="28">
                  <c:v>1.2806979749727363</c:v>
                </c:pt>
                <c:pt idx="29">
                  <c:v>1.0949144664167056</c:v>
                </c:pt>
                <c:pt idx="30">
                  <c:v>-1.061254295400405</c:v>
                </c:pt>
                <c:pt idx="31">
                  <c:v>-0.029686133670278503</c:v>
                </c:pt>
                <c:pt idx="32">
                  <c:v>0</c:v>
                </c:pt>
                <c:pt idx="33">
                  <c:v>-1.528116899266627</c:v>
                </c:pt>
                <c:pt idx="34">
                  <c:v>-0.3388157214171402</c:v>
                </c:pt>
                <c:pt idx="35">
                  <c:v>0.41590452376453135</c:v>
                </c:pt>
                <c:pt idx="36">
                  <c:v>-1.0258649899036403</c:v>
                </c:pt>
                <c:pt idx="37">
                  <c:v>0.3088792252368184</c:v>
                </c:pt>
                <c:pt idx="38">
                  <c:v>2.3493655770865285</c:v>
                </c:pt>
                <c:pt idx="39">
                  <c:v>0.6838641990524419</c:v>
                </c:pt>
                <c:pt idx="40">
                  <c:v>0.2803300858899107</c:v>
                </c:pt>
                <c:pt idx="41">
                  <c:v>0.8008939067925217</c:v>
                </c:pt>
                <c:pt idx="42">
                  <c:v>-0.26633038758331407</c:v>
                </c:pt>
                <c:pt idx="43">
                  <c:v>0.6688577155437596</c:v>
                </c:pt>
                <c:pt idx="44">
                  <c:v>0.9286261986114476</c:v>
                </c:pt>
                <c:pt idx="45">
                  <c:v>-0.263007693641</c:v>
                </c:pt>
                <c:pt idx="46">
                  <c:v>-0.2621176488273094</c:v>
                </c:pt>
                <c:pt idx="47">
                  <c:v>-0.3099897403389362</c:v>
                </c:pt>
                <c:pt idx="48">
                  <c:v>0.2500000000000001</c:v>
                </c:pt>
                <c:pt idx="49">
                  <c:v>-0.18429523359033612</c:v>
                </c:pt>
                <c:pt idx="50">
                  <c:v>-1.2558256226552222</c:v>
                </c:pt>
                <c:pt idx="51">
                  <c:v>-0.6933697787934862</c:v>
                </c:pt>
                <c:pt idx="52">
                  <c:v>-0.26271551757109707</c:v>
                </c:pt>
                <c:pt idx="53">
                  <c:v>0.8428751501293683</c:v>
                </c:pt>
                <c:pt idx="54">
                  <c:v>0.1374954374682542</c:v>
                </c:pt>
                <c:pt idx="55">
                  <c:v>-1.6746274144173356</c:v>
                </c:pt>
                <c:pt idx="56">
                  <c:v>0.9267766952966369</c:v>
                </c:pt>
                <c:pt idx="57">
                  <c:v>1.7965744885017352</c:v>
                </c:pt>
                <c:pt idx="58">
                  <c:v>-0.8255317841951433</c:v>
                </c:pt>
                <c:pt idx="59">
                  <c:v>-1.1115813252027982</c:v>
                </c:pt>
                <c:pt idx="60">
                  <c:v>-0.48780475615928365</c:v>
                </c:pt>
                <c:pt idx="61">
                  <c:v>-0.4137301592923605</c:v>
                </c:pt>
                <c:pt idx="62">
                  <c:v>-1.3889241817759683</c:v>
                </c:pt>
                <c:pt idx="63">
                  <c:v>-1.3506266045370914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sample n (N = 64)  ·  teal: real part, amber: imaginary part</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max val="3"/>
          <c:min val="-3"/>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1"/>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|FFT output| per subcarrier (52 used, 12 null)</c:v>
                </c:pt>
              </c:strCache>
            </c:strRef>
          </c:tx>
          <c:spPr>
            <a:solidFill>
              <a:srgbClr val="E76F51"/>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cat>
            <c:multiLvlStrRef>
              <c:f>Sheet1!$A$2:$A$65</c:f>
              <c:multiLvlStrCache>
                <c:ptCount val="64"/>
                <c:lvl>
                  <c:pt idx="0">
                    <c:v>-32</c:v>
                  </c:pt>
                  <c:pt idx="1">
                    <c:v>-31</c:v>
                  </c:pt>
                  <c:pt idx="2">
                    <c:v>-30</c:v>
                  </c:pt>
                  <c:pt idx="3">
                    <c:v>-29</c:v>
                  </c:pt>
                  <c:pt idx="4">
                    <c:v>-28</c:v>
                  </c:pt>
                  <c:pt idx="5">
                    <c:v>-27</c:v>
                  </c:pt>
                  <c:pt idx="6">
                    <c:v>-26</c:v>
                  </c:pt>
                  <c:pt idx="7">
                    <c:v>-25</c:v>
                  </c:pt>
                  <c:pt idx="8">
                    <c:v>-24</c:v>
                  </c:pt>
                  <c:pt idx="9">
                    <c:v>-23</c:v>
                  </c:pt>
                  <c:pt idx="10">
                    <c:v>-22</c:v>
                  </c:pt>
                  <c:pt idx="11">
                    <c:v>-21</c:v>
                  </c:pt>
                  <c:pt idx="12">
                    <c:v>-20</c:v>
                  </c:pt>
                  <c:pt idx="13">
                    <c:v>-19</c:v>
                  </c:pt>
                  <c:pt idx="14">
                    <c:v>-18</c:v>
                  </c:pt>
                  <c:pt idx="15">
                    <c:v>-17</c:v>
                  </c:pt>
                  <c:pt idx="16">
                    <c:v>-16</c:v>
                  </c:pt>
                  <c:pt idx="17">
                    <c:v>-15</c:v>
                  </c:pt>
                  <c:pt idx="18">
                    <c:v>-14</c:v>
                  </c:pt>
                  <c:pt idx="19">
                    <c:v>-13</c:v>
                  </c:pt>
                  <c:pt idx="20">
                    <c:v>-12</c:v>
                  </c:pt>
                  <c:pt idx="21">
                    <c:v>-11</c:v>
                  </c:pt>
                  <c:pt idx="22">
                    <c:v>-10</c:v>
                  </c:pt>
                  <c:pt idx="23">
                    <c:v>-9</c:v>
                  </c:pt>
                  <c:pt idx="24">
                    <c:v>-8</c:v>
                  </c:pt>
                  <c:pt idx="25">
                    <c:v>-7</c:v>
                  </c:pt>
                  <c:pt idx="26">
                    <c:v>-6</c:v>
                  </c:pt>
                  <c:pt idx="27">
                    <c:v>-5</c:v>
                  </c:pt>
                  <c:pt idx="28">
                    <c:v>-4</c:v>
                  </c:pt>
                  <c:pt idx="29">
                    <c:v>-3</c:v>
                  </c:pt>
                  <c:pt idx="30">
                    <c:v>-2</c:v>
                  </c:pt>
                  <c:pt idx="31">
                    <c:v>-1</c:v>
                  </c:pt>
                  <c:pt idx="32">
                    <c:v>0</c:v>
                  </c:pt>
                  <c:pt idx="33">
                    <c:v>1</c:v>
                  </c:pt>
                  <c:pt idx="34">
                    <c:v>2</c:v>
                  </c:pt>
                  <c:pt idx="35">
                    <c:v>3</c:v>
                  </c:pt>
                  <c:pt idx="36">
                    <c:v>4</c:v>
                  </c:pt>
                  <c:pt idx="37">
                    <c:v>5</c:v>
                  </c:pt>
                  <c:pt idx="38">
                    <c:v>6</c:v>
                  </c:pt>
                  <c:pt idx="39">
                    <c:v>7</c:v>
                  </c:pt>
                  <c:pt idx="40">
                    <c:v>8</c:v>
                  </c:pt>
                  <c:pt idx="41">
                    <c:v>9</c:v>
                  </c:pt>
                  <c:pt idx="42">
                    <c:v>10</c:v>
                  </c:pt>
                  <c:pt idx="43">
                    <c:v>11</c:v>
                  </c:pt>
                  <c:pt idx="44">
                    <c:v>12</c:v>
                  </c:pt>
                  <c:pt idx="45">
                    <c:v>13</c:v>
                  </c:pt>
                  <c:pt idx="46">
                    <c:v>14</c:v>
                  </c:pt>
                  <c:pt idx="47">
                    <c:v>15</c:v>
                  </c:pt>
                  <c:pt idx="48">
                    <c:v>16</c:v>
                  </c:pt>
                  <c:pt idx="49">
                    <c:v>17</c:v>
                  </c:pt>
                  <c:pt idx="50">
                    <c:v>18</c:v>
                  </c:pt>
                  <c:pt idx="51">
                    <c:v>19</c:v>
                  </c:pt>
                  <c:pt idx="52">
                    <c:v>20</c:v>
                  </c:pt>
                  <c:pt idx="53">
                    <c:v>21</c:v>
                  </c:pt>
                  <c:pt idx="54">
                    <c:v>22</c:v>
                  </c:pt>
                  <c:pt idx="55">
                    <c:v>23</c:v>
                  </c:pt>
                  <c:pt idx="56">
                    <c:v>24</c:v>
                  </c:pt>
                  <c:pt idx="57">
                    <c:v>25</c:v>
                  </c:pt>
                  <c:pt idx="58">
                    <c:v>26</c:v>
                  </c:pt>
                  <c:pt idx="59">
                    <c:v>27</c:v>
                  </c:pt>
                  <c:pt idx="60">
                    <c:v>28</c:v>
                  </c:pt>
                  <c:pt idx="61">
                    <c:v>29</c:v>
                  </c:pt>
                  <c:pt idx="62">
                    <c:v>30</c:v>
                  </c:pt>
                  <c:pt idx="63">
                    <c:v>31</c:v>
                  </c:pt>
                </c:lvl>
              </c:multiLvlStrCache>
            </c:multiLvlStrRef>
          </c:cat>
          <c:val>
            <c:numRef>
              <c:f>Sheet1!$B$2:$B$65</c:f>
              <c:numCache>
                <c:formatCode>General</c:formatCode>
                <c:ptCount val="64"/>
                <c:pt idx="0">
                  <c:v>6.938893903907228e-17</c:v>
                </c:pt>
                <c:pt idx="1">
                  <c:v>1.6653345369377348e-16</c:v>
                </c:pt>
                <c:pt idx="2">
                  <c:v>2.482534153247273e-16</c:v>
                </c:pt>
                <c:pt idx="3">
                  <c:v>3.7238012298709097e-16</c:v>
                </c:pt>
                <c:pt idx="4">
                  <c:v>0</c:v>
                </c:pt>
                <c:pt idx="5">
                  <c:v>3.554447978966673e-16</c:v>
                </c:pt>
                <c:pt idx="6">
                  <c:v>1.4142135623730951</c:v>
                </c:pt>
                <c:pt idx="7">
                  <c:v>1.4142135623730947</c:v>
                </c:pt>
                <c:pt idx="8">
                  <c:v>1.4142135623730951</c:v>
                </c:pt>
                <c:pt idx="9">
                  <c:v>1.4142135623730951</c:v>
                </c:pt>
                <c:pt idx="10">
                  <c:v>1.414213562373095</c:v>
                </c:pt>
                <c:pt idx="11">
                  <c:v>1.4142135623730954</c:v>
                </c:pt>
                <c:pt idx="12">
                  <c:v>1.4142135623730951</c:v>
                </c:pt>
                <c:pt idx="13">
                  <c:v>1.4142135623730951</c:v>
                </c:pt>
                <c:pt idx="14">
                  <c:v>1.4142135623730954</c:v>
                </c:pt>
                <c:pt idx="15">
                  <c:v>1.4142135623730951</c:v>
                </c:pt>
                <c:pt idx="16">
                  <c:v>1.4142135623730951</c:v>
                </c:pt>
                <c:pt idx="17">
                  <c:v>1.414213562373095</c:v>
                </c:pt>
                <c:pt idx="18">
                  <c:v>1.4142135623730947</c:v>
                </c:pt>
                <c:pt idx="19">
                  <c:v>1.4142135623730951</c:v>
                </c:pt>
                <c:pt idx="20">
                  <c:v>1.414213562373095</c:v>
                </c:pt>
                <c:pt idx="21">
                  <c:v>1.4142135623730954</c:v>
                </c:pt>
                <c:pt idx="22">
                  <c:v>1.4142135623730947</c:v>
                </c:pt>
                <c:pt idx="23">
                  <c:v>1.4142135623730951</c:v>
                </c:pt>
                <c:pt idx="24">
                  <c:v>1.414213562373095</c:v>
                </c:pt>
                <c:pt idx="25">
                  <c:v>1.4142135623730947</c:v>
                </c:pt>
                <c:pt idx="26">
                  <c:v>1.4142135623730951</c:v>
                </c:pt>
                <c:pt idx="27">
                  <c:v>1.4142135623730956</c:v>
                </c:pt>
                <c:pt idx="28">
                  <c:v>1.414213562373095</c:v>
                </c:pt>
                <c:pt idx="29">
                  <c:v>1.4142135623730951</c:v>
                </c:pt>
                <c:pt idx="30">
                  <c:v>1.414213562373095</c:v>
                </c:pt>
                <c:pt idx="31">
                  <c:v>1.4142135623730951</c:v>
                </c:pt>
                <c:pt idx="32">
                  <c:v>1.8041124150158794e-16</c:v>
                </c:pt>
                <c:pt idx="33">
                  <c:v>1.414213562373095</c:v>
                </c:pt>
                <c:pt idx="34">
                  <c:v>1.414213562373095</c:v>
                </c:pt>
                <c:pt idx="35">
                  <c:v>1.414213562373095</c:v>
                </c:pt>
                <c:pt idx="36">
                  <c:v>1.414213562373095</c:v>
                </c:pt>
                <c:pt idx="37">
                  <c:v>1.4142135623730954</c:v>
                </c:pt>
                <c:pt idx="38">
                  <c:v>1.4142135623730951</c:v>
                </c:pt>
                <c:pt idx="39">
                  <c:v>1.4142135623730951</c:v>
                </c:pt>
                <c:pt idx="40">
                  <c:v>1.4142135623730951</c:v>
                </c:pt>
                <c:pt idx="41">
                  <c:v>1.4142135623730951</c:v>
                </c:pt>
                <c:pt idx="42">
                  <c:v>1.4142135623730951</c:v>
                </c:pt>
                <c:pt idx="43">
                  <c:v>1.4142135623730954</c:v>
                </c:pt>
                <c:pt idx="44">
                  <c:v>1.414213562373095</c:v>
                </c:pt>
                <c:pt idx="45">
                  <c:v>1.4142135623730951</c:v>
                </c:pt>
                <c:pt idx="46">
                  <c:v>1.4142135623730951</c:v>
                </c:pt>
                <c:pt idx="47">
                  <c:v>1.4142135623730951</c:v>
                </c:pt>
                <c:pt idx="48">
                  <c:v>1.4142135623730951</c:v>
                </c:pt>
                <c:pt idx="49">
                  <c:v>1.4142135623730947</c:v>
                </c:pt>
                <c:pt idx="50">
                  <c:v>1.4142135623730947</c:v>
                </c:pt>
                <c:pt idx="51">
                  <c:v>1.414213562373095</c:v>
                </c:pt>
                <c:pt idx="52">
                  <c:v>1.4142135623730951</c:v>
                </c:pt>
                <c:pt idx="53">
                  <c:v>1.4142135623730951</c:v>
                </c:pt>
                <c:pt idx="54">
                  <c:v>1.4142135623730954</c:v>
                </c:pt>
                <c:pt idx="55">
                  <c:v>1.4142135623730956</c:v>
                </c:pt>
                <c:pt idx="56">
                  <c:v>1.4142135623730951</c:v>
                </c:pt>
                <c:pt idx="57">
                  <c:v>1.414213562373095</c:v>
                </c:pt>
                <c:pt idx="58">
                  <c:v>1.414213562373095</c:v>
                </c:pt>
                <c:pt idx="59">
                  <c:v>4.965068306494546e-16</c:v>
                </c:pt>
                <c:pt idx="60">
                  <c:v>1.2412670766236366e-16</c:v>
                </c:pt>
                <c:pt idx="61">
                  <c:v>4.0029660424867215e-16</c:v>
                </c:pt>
                <c:pt idx="62">
                  <c:v>3.510833468576701e-16</c:v>
                </c:pt>
                <c:pt idx="63">
                  <c:v>2.9893669801409088e-16</c:v>
                </c:pt>
              </c:numCache>
            </c:numRef>
          </c:val>
        </c:ser>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subcarrier index k</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max val="2"/>
          <c:min val="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for two groups at once: people who design RF systems every day, and people who have never seen a spectrum. Promise to both: beginners will leave able to read an ADC datasheet and an FFT plot; experts get the derivations and the design trade-offs in the "expert corner"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Every topic goes intuition first, equation second, then an expert corner. Recap slides at the end of each part are where beginners should check they can follow. Total ≈ 90 minutes including questions. If running late, Part 5 pitfalls can be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analogy: the chain is a translator. The antenna hears a whisper in a foreign language, the LNA turns up the volume, the mixer slows the speech down, the filter blocks the background chatter, the ADC writes it down as numbers, and the DSP reads the numbers. This diagram returns at the start of each part as a "you are here" marker. Experts: note the ADC is the boundary between analog and digital. Everything before it is a physics problem, everything after it is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You are here: antenna, LNA, mixer. Keep it brisk for the experts, but the I/Q slide is the one beginners must not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a sine wave is a spinning wheel seen from the side. A is the wheel radius, f is how many turns per second, φ is where the wheel started. Ask the room: how long is one cycle at 2.4 GHz? 417 ps. Light travels 12.5 cm in that time. That is why antennas are that size.
Expert corner: Real signals are bandpass: a carrier at fc with information spread over a bandwidth B ≪ fc. That separation of scales is what makes downconversion and complex baseband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dB turns multiplication into addition. A chain of gains and losses becomes a sum. Memorise three numbers: ×2 = +3 dB, ×10 = +10 dB, ×1000 = +30 dB. Expert aside: the 20 log form for voltage assumes equal source and load impedance; mixing 10 log and 20 log is the most common dB mistake in link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to send information you wiggle something about the wave. AM wiggles height, FM wiggles speed, PM wiggles the start position. The second equation is the most important one in the talk for understanding transceivers: any wiggle at all can be produced by mixing two slowly varying signals I and Q with a cosine and a sine.
Expert corner: The I/Q form is the trigonometric expansion of A·cos(ωt + φ) with I = A cos φ and Q = A sin φ. Every modern transceiver implements exactly this equation in hardware: two DACs, two mixers, one 90° phase shifter.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instead of recording a 2.4 GHz wave, we record how the wave differs from a perfect 2.4 GHz reference. Those differences change slowly, so they are easy to digitise. I and Q are the two numbers that capture the difference. Chart: the left spectrum is the RF signal at fc = 20 (arbitrary units). The right spectrum is the complex baseband spectrum after mixing: the energy moved to near 0. The ADC only has to be as fast as the bandwidth of the message, not the carrier.
Expert corner: Negative frequencies are real in complex baseband: an offset of −1 MHz from fc is a distinct signal from +1 MHz. Image rejection depends on I/Q gain and phase balance: IRR ≈ −10 log₁₀((ε² + Δφ²)/4).
Chart: Left: RF tone at fc. Right: after I/Q mixing the same information sits at baseband, at a frequency the ADC can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every resistor at room temperature hisses. The hiss power per Hz is fixed at −174 dBm/Hz, so a wider channel collects more hiss. The receiver must keep the signal above that hiss. Friis is why the LNA sits right at the antenna. Do the worked example on the slide with the room.
Expert corner: Friis uses linear ratios, not dB. A 3 dB NF LNA with 20 dB gain in front of a 10 dB NF mixer gives F = 2 + (10 − 1)/100 = 2.09 → 3.2 dB. Swap the order and NF jumps to nearly 10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shout loudness minus distance loss plus how good the ears are equals what you hear. Do the arithmetic on the slide out loud. Expert aside: FSPL grows 6 dB per doubling of distance and 6 dB per doubling of frequency, which is why mmWave 5G needs beamforming gain to close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questions from the beginner side of the room. Check: can everyone say what I and Q are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here: the filter and the entrance to the ADC. This part explains why the filter must come before the ADC.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a movie camera takes 24 pictures per second and your brain fills in the motion. Sampling is the same: snapshots of the voltage at regular intervals. The chart shows the continuous wave (line) and the samples (dots). The digital system only ever receives the dots.
Expert corner: Mathematically sampling multiplies x(t) by an impulse train; in frequency this convolves X(f) with impulses at multiples of f_s, creating periodic copies. Aliasing is those copies overlapping.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slide of Part 2. Walk through the chart: the coral 9 kHz wave and the teal 1 kHz wave pass through identical sample points. The ADC output is the same list of numbers, so the DSP has no way to know which wave was really there. Beginner: if you only glance at a clock once every 11 hours you will think it runs backwards.
Expert corner: Aliasing folds the spectrum about f_s/2 like a sheet of paper. Wagon wheels in films rotating backwards are aliasing at 24 frames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the filter is a bouncer at the door of the ADC. Anything above half the sample rate gets turned away because once inside it cannot be removed. Expert corner: bandpass sampling is how many receivers digitise an IF directly. Mention that the jitter requirement is set by f_in, which we will quantify in Part 3.
Expert corner: Undersampling an IF (for example a 70 MHz IF at 61.44 MSPS) deliberately aliases the band down to baseband. It works only with a good bandpass filter and a low-jitter clock, because jitter noise scales with the analog input frequency, not with f_s.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a low-pass filter is a very good guesser. Given the dots, it draws the only smooth curve that could have produced them, as long as the Nyquist rule held. Expert aside: the sinc kernel is the ideal low-pass filter impulse response; the sum is a convolution of the sample train with that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with the room: if I sample at 100 MSPS, what is the highest frequency I can represent? 50 MHz. And a 60 MHz tone appears at? 40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here: the ADC. This is the longest hands-on part. Beginners: three ideas only: hold the voltage, compare it, write down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take a photo (hold), measure it against a ruler with 2^N marks (quantise), write the mark number down (encode). Every ADC architecture is a different way of doing step 2 quickly, accurately or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photographing a running athlete; if the shutter fires a little late you capture a different position. The faster the athlete (higher f_in), the bigger the error for the same timing slip. Walk through the chart: three lines for 100 fs, 1 ps, 10 ps. Point out that the lines are straight on log axes and fall 20 dB per decade of input frequency.
Expert corner: Slope error ΔV = (dV/dt) · t_j; for a full-scale sine dV/dt peaks at 2π f A, hence the formula. At a 1 GHz input, 12-bit performance needs about 100 fs rms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measuring height with a ruler marked only in whole centimetres. You always round to the nearest mark; the rounding is the error. Note the staircase is drawn as a dense line chart so it stays a native, editable PowerPoint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rounding errors are sometimes positive, sometimes negative, all equally likely. Adding many equally likely small errors looks exactly like hiss. The variance formula is the integral of e² over the uniform density 1/LSB from −LSB/2 to +LSB/2. Experts: mention dither briefly.
Expert corner: The uniform, white assumption fails for small or periodic inputs, where the error becomes a deterministic harmonic pattern (spurs). Dither (adding a little noise before the quantiser) randomises the error and restores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it live. Signal: full-scale sine amplitude V_FS/2, power amplitude²/2. Noise: LSB²/12 with LSB = V_FS/2^N. Divide, take 10 log. Beginner take-away: every bit buys 6 dB. Expert take-away: datasheets quote SINAD and SFDR at specific input frequencies; ENOB drops as f_in rises because of jitter and distortion.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instead of one ruler, hire 255 people each holding one mark and ask them all at once "is it above you?" Fast, but expensive. Diagram: ladder on the left, comparators in the middle, encoder on the right.
Expert corner: Comparator offset must be below LSB/2, which is why practical flash converters stop at 6 to 8 bits. Interpolating and folding architectures reduce the comparator count; time-interleaving many slower ADCs is the other route to GSPS.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guessing a number between 0 and 255 with "higher or lower" answers. Eight questions always suffice. Chart walk-through: each dot is the DAC trial voltage; where the trial is below V_in the bit is kept and the line stays; where it overshoots the bit is dropped and the line falls back.
Expert corner: Modern SAR ADCs use a binary-weighted capacitor DAC with charge redistribution; the sampling capacitor is the DAC, so there is no separate sample-and-hold. Asynchronous SAR and time-interleaving push SAR past 1 GSPS at 10 to 12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instead of one careful measurement, make thousands of crude yes/no measurements very fast and average them. Noise shaping is the trick of making the crude errors mostly happen at frequencies you are going to throw away anyway. Expert aside: the noise transfer function of a first-order loop is (1 − z⁻¹); integrated in-band noise falls 9 dB per octave of OSR.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beginners the three numbers to look up first: sample rate, ENOB at their input frequency, and SFDR. Experts: the comparison table is a starting point; mention that architectures blend (pipelined SAR, continuous-time sigma-delta at 100s of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with the room: a 10-bit ADC has ideal SNR of? 62 dB. To digitise a 200 MHz IF with 12-bit performance, roughly what jitter? A few hundred femtoseconds.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here: the DSP block. Beginners: the DFT is a set of correlations. The FFT is only a faster way to compute the same thing. The IFFT goes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a chord played on a piano is one messy pressure wave in time, but three clear notes in frequency. The FFT is the ear that hears the notes. Ask: how many tones? Where? Then reveal the right chart.
Expert corner: The FFT concentrates a tone into one bin while spreading white noise over N bins: the processing gain is 10 log₁₀(N/2), about 21 dB for N = 256. That is why the peaks stand so far above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same idea three times. Multiply the signal by a spinning reference and add up; the total is how much of that spin the signal contains. The DFT is the version that works on a list of numbers. Expert aside: the DFT implicitly assumes x[n] is periodic with period N; that assumption is where leakage comes from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X[k] is the answer to the question "how much does my signal look like a wave of frequency f_k?" asked for N different frequencies. Do the example arithmetic: 40e6/1024 = 39062.5 Hz; 10e6/39062.5 = 256. That number returns in Part 5.
Expert corner: Resolution Δf depends on record length N·T_s = N/f_s only. Zero-padding interpolates the plot but does not improve resolution; only a longer record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to check whether a song contains a particular note, hum that note alongside it and listen for beats. The DFT hums N notes in turn and reports how strongly each one resonates. Chart: point out that k = 1 fits one cycle in the record, k = 2 fits two, k = 3 fits three.
Expert corner: Orthogonality: Σₙ W_N^{(k−m)n} = N·δ[k−m]. This is the geometric series identity and the reason the inverse transform needs only a 1/N scale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the DFT does a lot of repeated multiplications. The FFT notices that the twiddle factors repeat and shares the work. Nothing is approximated: the FFT gives the exact DFT. Butterfly: a is added to b·W to make the top output, and subtracted to make the bottom output. That symmetry is the whole saving.
Expert corner: Radix-4 and split-radix reduce multiplies further; real-input FFTs halve the work again by packing two real signals into one complex FFT. Fixed-point implementations need scaling at each stage to avoid overflow (bit growth of 1 bit per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Emphasise bit reversal: index 1 = 001 becomes 100 = 4, which is why x[4] sits in the second slot. Expert aside: decimation-in-frequency does the mirror image (natural-order in, bit-reversed out). Hardware FFTs often pipeline one stage per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imagine cutting a piece from a wallpaper roll and gluing the ends together; if the pattern does not line up you get an ugly seam. The window fades the pattern out at the ends so no seam shows. Chart: a tone placed at bin 20.5, exactly between bins, the worst case. Compare the skirts.
Expert corner: Choose the window for the job: Hann for general use, flat-top for amplitude accuracy (&lt; 0.01 dB scalloping), Blackman–Harris for dynamic range (−92 dB sidelobes), Kaiser when you want a tunable trade-off. Coherent gain and equivalent noise bandwidth must be corrected when reading absolute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if the FFT is a recipe telling you how much of each ingredient is in the cake, the IFFT bakes the cake back from the recipe. Nothing is lost either way. Stat callout: the measured round-trip error from our own build script is shown on the slide.
Expert corner: Fast convolution: y = IFFT(FFT(x) · FFT(h)) is circular convolution; overlap-add or overlap-save with zero padding makes it linear. It beats direct convolution for filter lengths above roughly 64 taps.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2048-point FFT at 100 MSPS, what is the bin spacing? 48.8 kHz. Which bin holds 25 MHz? 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here: the whole chain. The worked example uses only equations already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slowly; this is the slide beginners should be able to reproduce afterwards. Expert aside: with 1 ps jitter at 10 MHz IF the jitter limit is 84 dB, still above the 74 dB quantisation limit, so the 12 bits are usable. Move the IF to 200 MHz and jitter (58 dB)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OFDM sends many slow messages side by side instead of one fast one. The IFFT is the machine that packs them into one waveform and the FFT unpacks them. Chart: the recovered symbol constellation from our own IFFT then FFT is exact; the middle chart is the resulting time-domain waveform.
Expert corner: The cyclic prefix turns the channel's linear convolution into a circular one, so a multipath channel becomes a single complex gain per subcarrier: one-tap equalisation. That is the entire reason OFDM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has appeared in a real design review. Invite the experts in the room to add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It is the one slide to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Point beginners to Lyons first; experts to Kester for ADC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chart" Target="/ppt/charts/chart17.xml"/><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chart" Target="/ppt/charts/chart23.xm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188720"/>
            <a:ext cx="8229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RF Signal Processing</a:t>
            </a:r>
            <a:endParaRPr lang="en-US" sz="4800" dirty="0"/>
          </a:p>
        </p:txBody>
      </p:sp>
      <p:sp>
        <p:nvSpPr>
          <p:cNvPr id="3" name="Text 1"/>
          <p:cNvSpPr txBox="1"/>
          <p:nvPr/>
        </p:nvSpPr>
        <p:spPr>
          <a:xfrm>
            <a:off x="457200" y="2194560"/>
            <a:ext cx="8229600" cy="548640"/>
          </a:xfrm>
          <a:prstGeom prst="rect">
            <a:avLst/>
          </a:prstGeom>
          <a:noFill/>
          <a:ln/>
        </p:spPr>
        <p:txBody>
          <a:bodyPr wrap="square" lIns="0" tIns="0" rIns="0" bIns="0" rtlCol="0" anchor="ctr"/>
          <a:lstStyle/>
          <a:p>
            <a:pPr indent="0" marL="0">
              <a:buNone/>
            </a:pPr>
            <a:r>
              <a:rPr lang="en-US" sz="2000" dirty="0">
                <a:solidFill>
                  <a:srgbClr val="2EC4B6"/>
                </a:solidFill>
                <a:latin typeface="Calibri" pitchFamily="34" charset="0"/>
                <a:ea typeface="Calibri" pitchFamily="34" charset="-122"/>
                <a:cs typeface="Calibri" pitchFamily="34" charset="-120"/>
              </a:rPr>
              <a:t>From antenna to bits: the equations, the ADC, and the FFT</a:t>
            </a:r>
            <a:endParaRPr lang="en-US" sz="2000" dirty="0"/>
          </a:p>
        </p:txBody>
      </p:sp>
      <p:sp>
        <p:nvSpPr>
          <p:cNvPr id="4" name="Text 2"/>
          <p:cNvSpPr txBox="1"/>
          <p:nvPr/>
        </p:nvSpPr>
        <p:spPr>
          <a:xfrm>
            <a:off x="457200" y="2788920"/>
            <a:ext cx="8229600" cy="3657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Equations · ADC internals · FFT and IFFT  ·  about 90 minutes</a:t>
            </a:r>
            <a:endParaRPr lang="en-US" sz="1200" dirty="0"/>
          </a:p>
        </p:txBody>
      </p:sp>
      <p:sp>
        <p:nvSpPr>
          <p:cNvPr id="5" name="Text 3"/>
          <p:cNvSpPr txBox="1"/>
          <p:nvPr/>
        </p:nvSpPr>
        <p:spPr>
          <a:xfrm>
            <a:off x="457200"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Antenna</a:t>
            </a:r>
            <a:endParaRPr lang="en-US" sz="1000" dirty="0"/>
          </a:p>
        </p:txBody>
      </p:sp>
      <p:sp>
        <p:nvSpPr>
          <p:cNvPr id="6" name="Shape 4"/>
          <p:cNvSpPr/>
          <p:nvPr/>
        </p:nvSpPr>
        <p:spPr>
          <a:xfrm>
            <a:off x="1460427" y="4091940"/>
            <a:ext cx="201168" cy="0"/>
          </a:xfrm>
          <a:prstGeom prst="line">
            <a:avLst/>
          </a:prstGeom>
          <a:noFill/>
          <a:ln w="15875">
            <a:solidFill>
              <a:srgbClr val="8FA3BF"/>
            </a:solidFill>
            <a:prstDash val="solid"/>
            <a:tailEnd type="triangle"/>
          </a:ln>
        </p:spPr>
      </p:sp>
      <p:sp>
        <p:nvSpPr>
          <p:cNvPr id="7" name="Text 5"/>
          <p:cNvSpPr txBox="1"/>
          <p:nvPr/>
        </p:nvSpPr>
        <p:spPr>
          <a:xfrm>
            <a:off x="1661595"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LNA</a:t>
            </a:r>
            <a:endParaRPr lang="en-US" sz="1000" dirty="0"/>
          </a:p>
        </p:txBody>
      </p:sp>
      <p:sp>
        <p:nvSpPr>
          <p:cNvPr id="8" name="Shape 6"/>
          <p:cNvSpPr/>
          <p:nvPr/>
        </p:nvSpPr>
        <p:spPr>
          <a:xfrm>
            <a:off x="2664823" y="4091940"/>
            <a:ext cx="201168" cy="0"/>
          </a:xfrm>
          <a:prstGeom prst="line">
            <a:avLst/>
          </a:prstGeom>
          <a:noFill/>
          <a:ln w="15875">
            <a:solidFill>
              <a:srgbClr val="8FA3BF"/>
            </a:solidFill>
            <a:prstDash val="solid"/>
            <a:tailEnd type="triangle"/>
          </a:ln>
        </p:spPr>
      </p:sp>
      <p:sp>
        <p:nvSpPr>
          <p:cNvPr id="9" name="Text 7"/>
          <p:cNvSpPr txBox="1"/>
          <p:nvPr/>
        </p:nvSpPr>
        <p:spPr>
          <a:xfrm>
            <a:off x="2865991"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Mixer</a:t>
            </a:r>
            <a:endParaRPr lang="en-US" sz="1000" dirty="0"/>
          </a:p>
        </p:txBody>
      </p:sp>
      <p:sp>
        <p:nvSpPr>
          <p:cNvPr id="10" name="Shape 8"/>
          <p:cNvSpPr/>
          <p:nvPr/>
        </p:nvSpPr>
        <p:spPr>
          <a:xfrm>
            <a:off x="3869218" y="4091940"/>
            <a:ext cx="201168" cy="0"/>
          </a:xfrm>
          <a:prstGeom prst="line">
            <a:avLst/>
          </a:prstGeom>
          <a:noFill/>
          <a:ln w="15875">
            <a:solidFill>
              <a:srgbClr val="8FA3BF"/>
            </a:solidFill>
            <a:prstDash val="solid"/>
            <a:tailEnd type="triangle"/>
          </a:ln>
        </p:spPr>
      </p:sp>
      <p:sp>
        <p:nvSpPr>
          <p:cNvPr id="11" name="Text 9"/>
          <p:cNvSpPr txBox="1"/>
          <p:nvPr/>
        </p:nvSpPr>
        <p:spPr>
          <a:xfrm>
            <a:off x="4070386"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Filter</a:t>
            </a:r>
            <a:endParaRPr lang="en-US" sz="1000" dirty="0"/>
          </a:p>
        </p:txBody>
      </p:sp>
      <p:sp>
        <p:nvSpPr>
          <p:cNvPr id="12" name="Shape 10"/>
          <p:cNvSpPr/>
          <p:nvPr/>
        </p:nvSpPr>
        <p:spPr>
          <a:xfrm>
            <a:off x="5073614" y="4091940"/>
            <a:ext cx="201168" cy="0"/>
          </a:xfrm>
          <a:prstGeom prst="line">
            <a:avLst/>
          </a:prstGeom>
          <a:noFill/>
          <a:ln w="15875">
            <a:solidFill>
              <a:srgbClr val="8FA3BF"/>
            </a:solidFill>
            <a:prstDash val="solid"/>
            <a:tailEnd type="triangle"/>
          </a:ln>
        </p:spPr>
      </p:sp>
      <p:sp>
        <p:nvSpPr>
          <p:cNvPr id="13" name="Text 11"/>
          <p:cNvSpPr txBox="1"/>
          <p:nvPr/>
        </p:nvSpPr>
        <p:spPr>
          <a:xfrm>
            <a:off x="5274782"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ADC</a:t>
            </a:r>
            <a:endParaRPr lang="en-US" sz="1000" dirty="0"/>
          </a:p>
        </p:txBody>
      </p:sp>
      <p:sp>
        <p:nvSpPr>
          <p:cNvPr id="14" name="Shape 12"/>
          <p:cNvSpPr/>
          <p:nvPr/>
        </p:nvSpPr>
        <p:spPr>
          <a:xfrm>
            <a:off x="6278009" y="4091940"/>
            <a:ext cx="201168" cy="0"/>
          </a:xfrm>
          <a:prstGeom prst="line">
            <a:avLst/>
          </a:prstGeom>
          <a:noFill/>
          <a:ln w="15875">
            <a:solidFill>
              <a:srgbClr val="8FA3BF"/>
            </a:solidFill>
            <a:prstDash val="solid"/>
            <a:tailEnd type="triangle"/>
          </a:ln>
        </p:spPr>
      </p:sp>
      <p:sp>
        <p:nvSpPr>
          <p:cNvPr id="15" name="Text 13"/>
          <p:cNvSpPr txBox="1"/>
          <p:nvPr/>
        </p:nvSpPr>
        <p:spPr>
          <a:xfrm>
            <a:off x="6479177"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DSP</a:t>
            </a:r>
            <a:endParaRPr lang="en-US" sz="1000" dirty="0"/>
          </a:p>
        </p:txBody>
      </p:sp>
      <p:sp>
        <p:nvSpPr>
          <p:cNvPr id="16" name="Shape 14"/>
          <p:cNvSpPr/>
          <p:nvPr/>
        </p:nvSpPr>
        <p:spPr>
          <a:xfrm>
            <a:off x="7482405" y="4091940"/>
            <a:ext cx="201168" cy="0"/>
          </a:xfrm>
          <a:prstGeom prst="line">
            <a:avLst/>
          </a:prstGeom>
          <a:noFill/>
          <a:ln w="15875">
            <a:solidFill>
              <a:srgbClr val="8FA3BF"/>
            </a:solidFill>
            <a:prstDash val="solid"/>
            <a:tailEnd type="triangle"/>
          </a:ln>
        </p:spPr>
      </p:sp>
      <p:sp>
        <p:nvSpPr>
          <p:cNvPr id="17" name="Text 15"/>
          <p:cNvSpPr txBox="1"/>
          <p:nvPr/>
        </p:nvSpPr>
        <p:spPr>
          <a:xfrm>
            <a:off x="7683573"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Agenda and what you will be able to do</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Opening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133856"/>
            <a:ext cx="329184" cy="329184"/>
          </a:xfrm>
          <a:prstGeom prst="ellipse">
            <a:avLst/>
          </a:prstGeom>
          <a:solidFill>
            <a:srgbClr val="2EC4B6"/>
          </a:solidFill>
          <a:ln w="12700">
            <a:solidFill>
              <a:srgbClr val="2EC4B6"/>
            </a:solidFill>
            <a:prstDash val="solid"/>
          </a:ln>
        </p:spPr>
      </p:sp>
      <p:sp>
        <p:nvSpPr>
          <p:cNvPr id="6" name="Text 4"/>
          <p:cNvSpPr txBox="1"/>
          <p:nvPr/>
        </p:nvSpPr>
        <p:spPr>
          <a:xfrm>
            <a:off x="457200" y="113385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14400" y="1024128"/>
            <a:ext cx="3931920"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RF fundamentals</a:t>
            </a:r>
            <a:endParaRPr lang="en-US" sz="1300" dirty="0"/>
          </a:p>
          <a:p>
            <a:pPr indent="0" marL="0">
              <a:buNone/>
            </a:pPr>
            <a:r>
              <a:rPr lang="en-US" sz="1100" dirty="0">
                <a:solidFill>
                  <a:srgbClr val="14213D"/>
                </a:solidFill>
                <a:latin typeface="Calibri" pitchFamily="34" charset="0"/>
                <a:ea typeface="Calibri" pitchFamily="34" charset="-122"/>
                <a:cs typeface="Calibri" pitchFamily="34" charset="-120"/>
              </a:rPr>
              <a:t>sine waves, dB, I/Q, noise, link budget (15 min)</a:t>
            </a:r>
            <a:endParaRPr lang="en-US" sz="1300" dirty="0"/>
          </a:p>
        </p:txBody>
      </p:sp>
      <p:sp>
        <p:nvSpPr>
          <p:cNvPr id="8" name="Shape 6"/>
          <p:cNvSpPr/>
          <p:nvPr/>
        </p:nvSpPr>
        <p:spPr>
          <a:xfrm>
            <a:off x="457200" y="1755648"/>
            <a:ext cx="329184" cy="329184"/>
          </a:xfrm>
          <a:prstGeom prst="ellipse">
            <a:avLst/>
          </a:prstGeom>
          <a:solidFill>
            <a:srgbClr val="2EC4B6"/>
          </a:solidFill>
          <a:ln w="12700">
            <a:solidFill>
              <a:srgbClr val="2EC4B6"/>
            </a:solidFill>
            <a:prstDash val="solid"/>
          </a:ln>
        </p:spPr>
      </p:sp>
      <p:sp>
        <p:nvSpPr>
          <p:cNvPr id="9" name="Text 7"/>
          <p:cNvSpPr txBox="1"/>
          <p:nvPr/>
        </p:nvSpPr>
        <p:spPr>
          <a:xfrm>
            <a:off x="457200" y="1755648"/>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914400" y="1645920"/>
            <a:ext cx="3931920"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Sampling</a:t>
            </a:r>
            <a:endParaRPr lang="en-US" sz="1300" dirty="0"/>
          </a:p>
          <a:p>
            <a:pPr indent="0" marL="0">
              <a:buNone/>
            </a:pPr>
            <a:r>
              <a:rPr lang="en-US" sz="1100" dirty="0">
                <a:solidFill>
                  <a:srgbClr val="14213D"/>
                </a:solidFill>
                <a:latin typeface="Calibri" pitchFamily="34" charset="0"/>
                <a:ea typeface="Calibri" pitchFamily="34" charset="-122"/>
                <a:cs typeface="Calibri" pitchFamily="34" charset="-120"/>
              </a:rPr>
              <a:t>turning a continuous wave into numbers (12 min)</a:t>
            </a:r>
            <a:endParaRPr lang="en-US" sz="1300" dirty="0"/>
          </a:p>
        </p:txBody>
      </p:sp>
      <p:sp>
        <p:nvSpPr>
          <p:cNvPr id="11" name="Shape 9"/>
          <p:cNvSpPr/>
          <p:nvPr/>
        </p:nvSpPr>
        <p:spPr>
          <a:xfrm>
            <a:off x="457200" y="2377440"/>
            <a:ext cx="329184" cy="329184"/>
          </a:xfrm>
          <a:prstGeom prst="ellipse">
            <a:avLst/>
          </a:prstGeom>
          <a:solidFill>
            <a:srgbClr val="2EC4B6"/>
          </a:solidFill>
          <a:ln w="12700">
            <a:solidFill>
              <a:srgbClr val="2EC4B6"/>
            </a:solidFill>
            <a:prstDash val="solid"/>
          </a:ln>
        </p:spPr>
      </p:sp>
      <p:sp>
        <p:nvSpPr>
          <p:cNvPr id="12" name="Text 10"/>
          <p:cNvSpPr txBox="1"/>
          <p:nvPr/>
        </p:nvSpPr>
        <p:spPr>
          <a:xfrm>
            <a:off x="457200" y="2377440"/>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914400" y="2267712"/>
            <a:ext cx="3931920"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Inside the ADC</a:t>
            </a:r>
            <a:endParaRPr lang="en-US" sz="1300" dirty="0"/>
          </a:p>
          <a:p>
            <a:pPr indent="0" marL="0">
              <a:buNone/>
            </a:pPr>
            <a:r>
              <a:rPr lang="en-US" sz="1100" dirty="0">
                <a:solidFill>
                  <a:srgbClr val="14213D"/>
                </a:solidFill>
                <a:latin typeface="Calibri" pitchFamily="34" charset="0"/>
                <a:ea typeface="Calibri" pitchFamily="34" charset="-122"/>
                <a:cs typeface="Calibri" pitchFamily="34" charset="-120"/>
              </a:rPr>
              <a:t>sample-and-hold, quantiser, SAR, flash, sigma-delta (20 min)</a:t>
            </a:r>
            <a:endParaRPr lang="en-US" sz="1300" dirty="0"/>
          </a:p>
        </p:txBody>
      </p:sp>
      <p:sp>
        <p:nvSpPr>
          <p:cNvPr id="14" name="Shape 12"/>
          <p:cNvSpPr/>
          <p:nvPr/>
        </p:nvSpPr>
        <p:spPr>
          <a:xfrm>
            <a:off x="457200" y="2999232"/>
            <a:ext cx="329184" cy="329184"/>
          </a:xfrm>
          <a:prstGeom prst="ellipse">
            <a:avLst/>
          </a:prstGeom>
          <a:solidFill>
            <a:srgbClr val="2EC4B6"/>
          </a:solidFill>
          <a:ln w="12700">
            <a:solidFill>
              <a:srgbClr val="2EC4B6"/>
            </a:solidFill>
            <a:prstDash val="solid"/>
          </a:ln>
        </p:spPr>
      </p:sp>
      <p:sp>
        <p:nvSpPr>
          <p:cNvPr id="15" name="Text 13"/>
          <p:cNvSpPr txBox="1"/>
          <p:nvPr/>
        </p:nvSpPr>
        <p:spPr>
          <a:xfrm>
            <a:off x="457200" y="2999232"/>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4</a:t>
            </a:r>
            <a:endParaRPr lang="en-US" sz="1200" dirty="0"/>
          </a:p>
        </p:txBody>
      </p:sp>
      <p:sp>
        <p:nvSpPr>
          <p:cNvPr id="16" name="Text 14"/>
          <p:cNvSpPr txBox="1"/>
          <p:nvPr/>
        </p:nvSpPr>
        <p:spPr>
          <a:xfrm>
            <a:off x="914400" y="2889504"/>
            <a:ext cx="3931920"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DFT, FFT and IFFT</a:t>
            </a:r>
            <a:endParaRPr lang="en-US" sz="1300" dirty="0"/>
          </a:p>
          <a:p>
            <a:pPr indent="0" marL="0">
              <a:buNone/>
            </a:pPr>
            <a:r>
              <a:rPr lang="en-US" sz="1100" dirty="0">
                <a:solidFill>
                  <a:srgbClr val="14213D"/>
                </a:solidFill>
                <a:latin typeface="Calibri" pitchFamily="34" charset="0"/>
                <a:ea typeface="Calibri" pitchFamily="34" charset="-122"/>
                <a:cs typeface="Calibri" pitchFamily="34" charset="-120"/>
              </a:rPr>
              <a:t>the equations and the butterfly (25 min)</a:t>
            </a:r>
            <a:endParaRPr lang="en-US" sz="1300" dirty="0"/>
          </a:p>
        </p:txBody>
      </p:sp>
      <p:sp>
        <p:nvSpPr>
          <p:cNvPr id="17" name="Shape 15"/>
          <p:cNvSpPr/>
          <p:nvPr/>
        </p:nvSpPr>
        <p:spPr>
          <a:xfrm>
            <a:off x="457200" y="3621024"/>
            <a:ext cx="329184" cy="329184"/>
          </a:xfrm>
          <a:prstGeom prst="ellipse">
            <a:avLst/>
          </a:prstGeom>
          <a:solidFill>
            <a:srgbClr val="2EC4B6"/>
          </a:solidFill>
          <a:ln w="12700">
            <a:solidFill>
              <a:srgbClr val="2EC4B6"/>
            </a:solidFill>
            <a:prstDash val="solid"/>
          </a:ln>
        </p:spPr>
      </p:sp>
      <p:sp>
        <p:nvSpPr>
          <p:cNvPr id="18" name="Text 16"/>
          <p:cNvSpPr txBox="1"/>
          <p:nvPr/>
        </p:nvSpPr>
        <p:spPr>
          <a:xfrm>
            <a:off x="457200" y="3621024"/>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5</a:t>
            </a:r>
            <a:endParaRPr lang="en-US" sz="1200" dirty="0"/>
          </a:p>
        </p:txBody>
      </p:sp>
      <p:sp>
        <p:nvSpPr>
          <p:cNvPr id="19" name="Text 17"/>
          <p:cNvSpPr txBox="1"/>
          <p:nvPr/>
        </p:nvSpPr>
        <p:spPr>
          <a:xfrm>
            <a:off x="914400" y="3511296"/>
            <a:ext cx="3931920"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End-to-end worked example, OFDM, pitfalls (13 min)</a:t>
            </a:r>
            <a:endParaRPr lang="en-US" sz="1300" dirty="0"/>
          </a:p>
          <a:p>
            <a:pPr indent="0" marL="0">
              <a:buNone/>
            </a:pPr>
            <a:endParaRPr lang="en-US" sz="1300" dirty="0"/>
          </a:p>
        </p:txBody>
      </p:sp>
      <p:sp>
        <p:nvSpPr>
          <p:cNvPr id="20" name="Shape 18"/>
          <p:cNvSpPr/>
          <p:nvPr/>
        </p:nvSpPr>
        <p:spPr>
          <a:xfrm>
            <a:off x="5029200" y="1024128"/>
            <a:ext cx="3657600" cy="3154680"/>
          </a:xfrm>
          <a:prstGeom prst="roundRect">
            <a:avLst>
              <a:gd name="adj" fmla="val 2899"/>
            </a:avLst>
          </a:prstGeom>
          <a:solidFill>
            <a:srgbClr val="0B1F3A"/>
          </a:solidFill>
          <a:ln w="12700">
            <a:solidFill>
              <a:srgbClr val="0B1F3A"/>
            </a:solidFill>
            <a:prstDash val="solid"/>
          </a:ln>
        </p:spPr>
      </p:sp>
      <p:sp>
        <p:nvSpPr>
          <p:cNvPr id="21" name="Text 19"/>
          <p:cNvSpPr txBox="1"/>
          <p:nvPr/>
        </p:nvSpPr>
        <p:spPr>
          <a:xfrm>
            <a:off x="5257800" y="1207008"/>
            <a:ext cx="3200400" cy="365760"/>
          </a:xfrm>
          <a:prstGeom prst="rect">
            <a:avLst/>
          </a:prstGeom>
          <a:noFill/>
          <a:ln/>
        </p:spPr>
        <p:txBody>
          <a:bodyPr wrap="square" lIns="0" tIns="0" rIns="0" bIns="0" rtlCol="0" anchor="ctr"/>
          <a:lstStyle/>
          <a:p>
            <a:pPr indent="0" marL="0">
              <a:buNone/>
            </a:pPr>
            <a:r>
              <a:rPr lang="en-US" sz="1300" b="1" dirty="0">
                <a:solidFill>
                  <a:srgbClr val="2EC4B6"/>
                </a:solidFill>
                <a:latin typeface="Calibri" pitchFamily="34" charset="0"/>
                <a:ea typeface="Calibri" pitchFamily="34" charset="-122"/>
                <a:cs typeface="Calibri" pitchFamily="34" charset="-120"/>
              </a:rPr>
              <a:t>After this talk you will be able to</a:t>
            </a:r>
            <a:endParaRPr lang="en-US" sz="1300" dirty="0"/>
          </a:p>
        </p:txBody>
      </p:sp>
      <p:sp>
        <p:nvSpPr>
          <p:cNvPr id="22" name="Text 20"/>
          <p:cNvSpPr txBox="1"/>
          <p:nvPr/>
        </p:nvSpPr>
        <p:spPr>
          <a:xfrm>
            <a:off x="5257800" y="1664208"/>
            <a:ext cx="320040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Compute sample rate, resolution and SNR for a given ADC</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Explain what happens inside an ADC in each clock cycle</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Read an FFT: bins, resolution, leakage, noise floor</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Explain why the FFT is fast and how the IFFT is used in Wi-Fi and 5G</a:t>
            </a:r>
            <a:endParaRPr lang="en-US" sz="1250" dirty="0"/>
          </a:p>
        </p:txBody>
      </p:sp>
      <p:sp>
        <p:nvSpPr>
          <p:cNvPr id="23" name="Text 21"/>
          <p:cNvSpPr txBox="1"/>
          <p:nvPr/>
        </p:nvSpPr>
        <p:spPr>
          <a:xfrm>
            <a:off x="457200" y="4224528"/>
            <a:ext cx="822960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Beginner path: intuition → equation → recap.  Expert path: the ★ expert corners.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The big picture: a receive chain</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Opening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a:t>
            </a:r>
            <a:endParaRPr lang="en-US" sz="900" dirty="0"/>
          </a:p>
        </p:txBody>
      </p:sp>
      <p:sp>
        <p:nvSpPr>
          <p:cNvPr id="5" name="Text 3"/>
          <p:cNvSpPr txBox="1"/>
          <p:nvPr/>
        </p:nvSpPr>
        <p:spPr>
          <a:xfrm>
            <a:off x="457200" y="1161288"/>
            <a:ext cx="1003227" cy="578358"/>
          </a:xfrm>
          <a:prstGeom prst="roundRect">
            <a:avLst>
              <a:gd name="adj" fmla="val 9486"/>
            </a:avLst>
          </a:prstGeom>
          <a:solidFill>
            <a:srgbClr val="EEF3F8"/>
          </a:solidFill>
          <a:ln w="9525">
            <a:solidFill>
              <a:srgbClr val="EEF3F8"/>
            </a:solidFill>
          </a:ln>
        </p:spPr>
        <p:txBody>
          <a:bodyPr wrap="square" lIns="254" tIns="254" rIns="254" bIns="254"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Antenna</a:t>
            </a:r>
            <a:endParaRPr lang="en-US" sz="1200" dirty="0"/>
          </a:p>
        </p:txBody>
      </p:sp>
      <p:sp>
        <p:nvSpPr>
          <p:cNvPr id="6" name="Shape 4"/>
          <p:cNvSpPr/>
          <p:nvPr/>
        </p:nvSpPr>
        <p:spPr>
          <a:xfrm>
            <a:off x="1460427" y="1450467"/>
            <a:ext cx="201168" cy="0"/>
          </a:xfrm>
          <a:prstGeom prst="line">
            <a:avLst/>
          </a:prstGeom>
          <a:noFill/>
          <a:ln w="15875">
            <a:solidFill>
              <a:srgbClr val="5B6B7F"/>
            </a:solidFill>
            <a:prstDash val="solid"/>
            <a:tailEnd type="triangle"/>
          </a:ln>
        </p:spPr>
      </p:sp>
      <p:sp>
        <p:nvSpPr>
          <p:cNvPr id="7" name="Text 5"/>
          <p:cNvSpPr txBox="1"/>
          <p:nvPr/>
        </p:nvSpPr>
        <p:spPr>
          <a:xfrm>
            <a:off x="411480" y="1785366"/>
            <a:ext cx="1094667" cy="427482"/>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EM wave → µV</a:t>
            </a:r>
            <a:endParaRPr lang="en-US" sz="900" dirty="0"/>
          </a:p>
        </p:txBody>
      </p:sp>
      <p:sp>
        <p:nvSpPr>
          <p:cNvPr id="8" name="Text 6"/>
          <p:cNvSpPr txBox="1"/>
          <p:nvPr/>
        </p:nvSpPr>
        <p:spPr>
          <a:xfrm>
            <a:off x="1661595" y="1161288"/>
            <a:ext cx="1003227" cy="578358"/>
          </a:xfrm>
          <a:prstGeom prst="roundRect">
            <a:avLst>
              <a:gd name="adj" fmla="val 9486"/>
            </a:avLst>
          </a:prstGeom>
          <a:solidFill>
            <a:srgbClr val="EEF3F8"/>
          </a:solidFill>
          <a:ln w="9525">
            <a:solidFill>
              <a:srgbClr val="EEF3F8"/>
            </a:solidFill>
          </a:ln>
        </p:spPr>
        <p:txBody>
          <a:bodyPr wrap="square" lIns="254" tIns="254" rIns="254" bIns="254"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LNA</a:t>
            </a:r>
            <a:endParaRPr lang="en-US" sz="1200" dirty="0"/>
          </a:p>
        </p:txBody>
      </p:sp>
      <p:sp>
        <p:nvSpPr>
          <p:cNvPr id="9" name="Shape 7"/>
          <p:cNvSpPr/>
          <p:nvPr/>
        </p:nvSpPr>
        <p:spPr>
          <a:xfrm>
            <a:off x="2664823" y="1450467"/>
            <a:ext cx="201168" cy="0"/>
          </a:xfrm>
          <a:prstGeom prst="line">
            <a:avLst/>
          </a:prstGeom>
          <a:noFill/>
          <a:ln w="15875">
            <a:solidFill>
              <a:srgbClr val="5B6B7F"/>
            </a:solidFill>
            <a:prstDash val="solid"/>
            <a:tailEnd type="triangle"/>
          </a:ln>
        </p:spPr>
      </p:sp>
      <p:sp>
        <p:nvSpPr>
          <p:cNvPr id="10" name="Text 8"/>
          <p:cNvSpPr txBox="1"/>
          <p:nvPr/>
        </p:nvSpPr>
        <p:spPr>
          <a:xfrm>
            <a:off x="1615875" y="1785366"/>
            <a:ext cx="1094667" cy="427482"/>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low-noise gain</a:t>
            </a:r>
            <a:endParaRPr lang="en-US" sz="900" dirty="0"/>
          </a:p>
        </p:txBody>
      </p:sp>
      <p:sp>
        <p:nvSpPr>
          <p:cNvPr id="11" name="Text 9"/>
          <p:cNvSpPr txBox="1"/>
          <p:nvPr/>
        </p:nvSpPr>
        <p:spPr>
          <a:xfrm>
            <a:off x="2865991" y="1161288"/>
            <a:ext cx="1003227" cy="578358"/>
          </a:xfrm>
          <a:prstGeom prst="roundRect">
            <a:avLst>
              <a:gd name="adj" fmla="val 9486"/>
            </a:avLst>
          </a:prstGeom>
          <a:solidFill>
            <a:srgbClr val="EEF3F8"/>
          </a:solidFill>
          <a:ln w="9525">
            <a:solidFill>
              <a:srgbClr val="EEF3F8"/>
            </a:solidFill>
          </a:ln>
        </p:spPr>
        <p:txBody>
          <a:bodyPr wrap="square" lIns="254" tIns="254" rIns="254" bIns="254"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Mixer</a:t>
            </a:r>
            <a:endParaRPr lang="en-US" sz="1200" dirty="0"/>
          </a:p>
        </p:txBody>
      </p:sp>
      <p:sp>
        <p:nvSpPr>
          <p:cNvPr id="12" name="Shape 10"/>
          <p:cNvSpPr/>
          <p:nvPr/>
        </p:nvSpPr>
        <p:spPr>
          <a:xfrm>
            <a:off x="3869218" y="1450467"/>
            <a:ext cx="201168" cy="0"/>
          </a:xfrm>
          <a:prstGeom prst="line">
            <a:avLst/>
          </a:prstGeom>
          <a:noFill/>
          <a:ln w="15875">
            <a:solidFill>
              <a:srgbClr val="5B6B7F"/>
            </a:solidFill>
            <a:prstDash val="solid"/>
            <a:tailEnd type="triangle"/>
          </a:ln>
        </p:spPr>
      </p:sp>
      <p:sp>
        <p:nvSpPr>
          <p:cNvPr id="13" name="Text 11"/>
          <p:cNvSpPr txBox="1"/>
          <p:nvPr/>
        </p:nvSpPr>
        <p:spPr>
          <a:xfrm>
            <a:off x="2820271" y="1785366"/>
            <a:ext cx="1094667" cy="427482"/>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RF → IF</a:t>
            </a:r>
            <a:endParaRPr lang="en-US" sz="900" dirty="0"/>
          </a:p>
        </p:txBody>
      </p:sp>
      <p:sp>
        <p:nvSpPr>
          <p:cNvPr id="14" name="Text 12"/>
          <p:cNvSpPr txBox="1"/>
          <p:nvPr/>
        </p:nvSpPr>
        <p:spPr>
          <a:xfrm>
            <a:off x="4070386" y="1161288"/>
            <a:ext cx="1003227" cy="578358"/>
          </a:xfrm>
          <a:prstGeom prst="roundRect">
            <a:avLst>
              <a:gd name="adj" fmla="val 9486"/>
            </a:avLst>
          </a:prstGeom>
          <a:solidFill>
            <a:srgbClr val="EEF3F8"/>
          </a:solidFill>
          <a:ln w="9525">
            <a:solidFill>
              <a:srgbClr val="EEF3F8"/>
            </a:solidFill>
          </a:ln>
        </p:spPr>
        <p:txBody>
          <a:bodyPr wrap="square" lIns="254" tIns="254" rIns="254" bIns="254"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Filter</a:t>
            </a:r>
            <a:endParaRPr lang="en-US" sz="1200" dirty="0"/>
          </a:p>
        </p:txBody>
      </p:sp>
      <p:sp>
        <p:nvSpPr>
          <p:cNvPr id="15" name="Shape 13"/>
          <p:cNvSpPr/>
          <p:nvPr/>
        </p:nvSpPr>
        <p:spPr>
          <a:xfrm>
            <a:off x="5073614" y="1450467"/>
            <a:ext cx="201168" cy="0"/>
          </a:xfrm>
          <a:prstGeom prst="line">
            <a:avLst/>
          </a:prstGeom>
          <a:noFill/>
          <a:ln w="15875">
            <a:solidFill>
              <a:srgbClr val="5B6B7F"/>
            </a:solidFill>
            <a:prstDash val="solid"/>
            <a:tailEnd type="triangle"/>
          </a:ln>
        </p:spPr>
      </p:sp>
      <p:sp>
        <p:nvSpPr>
          <p:cNvPr id="16" name="Text 14"/>
          <p:cNvSpPr txBox="1"/>
          <p:nvPr/>
        </p:nvSpPr>
        <p:spPr>
          <a:xfrm>
            <a:off x="4024666" y="1785366"/>
            <a:ext cx="1094667" cy="427482"/>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band select</a:t>
            </a:r>
            <a:endParaRPr lang="en-US" sz="900" dirty="0"/>
          </a:p>
        </p:txBody>
      </p:sp>
      <p:sp>
        <p:nvSpPr>
          <p:cNvPr id="17" name="Text 15"/>
          <p:cNvSpPr txBox="1"/>
          <p:nvPr/>
        </p:nvSpPr>
        <p:spPr>
          <a:xfrm>
            <a:off x="5274782" y="1161288"/>
            <a:ext cx="1003227" cy="578358"/>
          </a:xfrm>
          <a:prstGeom prst="roundRect">
            <a:avLst>
              <a:gd name="adj" fmla="val 9486"/>
            </a:avLst>
          </a:prstGeom>
          <a:solidFill>
            <a:srgbClr val="EEF3F8"/>
          </a:solidFill>
          <a:ln w="9525">
            <a:solidFill>
              <a:srgbClr val="EEF3F8"/>
            </a:solidFill>
          </a:ln>
        </p:spPr>
        <p:txBody>
          <a:bodyPr wrap="square" lIns="254" tIns="254" rIns="254" bIns="254"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ADC</a:t>
            </a:r>
            <a:endParaRPr lang="en-US" sz="1200" dirty="0"/>
          </a:p>
        </p:txBody>
      </p:sp>
      <p:sp>
        <p:nvSpPr>
          <p:cNvPr id="18" name="Shape 16"/>
          <p:cNvSpPr/>
          <p:nvPr/>
        </p:nvSpPr>
        <p:spPr>
          <a:xfrm>
            <a:off x="6278009" y="1450467"/>
            <a:ext cx="201168" cy="0"/>
          </a:xfrm>
          <a:prstGeom prst="line">
            <a:avLst/>
          </a:prstGeom>
          <a:noFill/>
          <a:ln w="15875">
            <a:solidFill>
              <a:srgbClr val="5B6B7F"/>
            </a:solidFill>
            <a:prstDash val="solid"/>
            <a:tailEnd type="triangle"/>
          </a:ln>
        </p:spPr>
      </p:sp>
      <p:sp>
        <p:nvSpPr>
          <p:cNvPr id="19" name="Text 17"/>
          <p:cNvSpPr txBox="1"/>
          <p:nvPr/>
        </p:nvSpPr>
        <p:spPr>
          <a:xfrm>
            <a:off x="5229062" y="1785366"/>
            <a:ext cx="1094667" cy="427482"/>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V → bits</a:t>
            </a:r>
            <a:endParaRPr lang="en-US" sz="900" dirty="0"/>
          </a:p>
        </p:txBody>
      </p:sp>
      <p:sp>
        <p:nvSpPr>
          <p:cNvPr id="20" name="Text 18"/>
          <p:cNvSpPr txBox="1"/>
          <p:nvPr/>
        </p:nvSpPr>
        <p:spPr>
          <a:xfrm>
            <a:off x="6479177" y="1161288"/>
            <a:ext cx="1003227" cy="578358"/>
          </a:xfrm>
          <a:prstGeom prst="roundRect">
            <a:avLst>
              <a:gd name="adj" fmla="val 9486"/>
            </a:avLst>
          </a:prstGeom>
          <a:solidFill>
            <a:srgbClr val="EEF3F8"/>
          </a:solidFill>
          <a:ln w="9525">
            <a:solidFill>
              <a:srgbClr val="EEF3F8"/>
            </a:solidFill>
          </a:ln>
        </p:spPr>
        <p:txBody>
          <a:bodyPr wrap="square" lIns="254" tIns="254" rIns="254" bIns="254"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DSP</a:t>
            </a:r>
            <a:endParaRPr lang="en-US" sz="1200" dirty="0"/>
          </a:p>
        </p:txBody>
      </p:sp>
      <p:sp>
        <p:nvSpPr>
          <p:cNvPr id="21" name="Shape 19"/>
          <p:cNvSpPr/>
          <p:nvPr/>
        </p:nvSpPr>
        <p:spPr>
          <a:xfrm>
            <a:off x="7482405" y="1450467"/>
            <a:ext cx="201168" cy="0"/>
          </a:xfrm>
          <a:prstGeom prst="line">
            <a:avLst/>
          </a:prstGeom>
          <a:noFill/>
          <a:ln w="15875">
            <a:solidFill>
              <a:srgbClr val="5B6B7F"/>
            </a:solidFill>
            <a:prstDash val="solid"/>
            <a:tailEnd type="triangle"/>
          </a:ln>
        </p:spPr>
      </p:sp>
      <p:sp>
        <p:nvSpPr>
          <p:cNvPr id="22" name="Text 20"/>
          <p:cNvSpPr txBox="1"/>
          <p:nvPr/>
        </p:nvSpPr>
        <p:spPr>
          <a:xfrm>
            <a:off x="6433457" y="1785366"/>
            <a:ext cx="1094667" cy="427482"/>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FFT, demod</a:t>
            </a:r>
            <a:endParaRPr lang="en-US" sz="900" dirty="0"/>
          </a:p>
        </p:txBody>
      </p:sp>
      <p:sp>
        <p:nvSpPr>
          <p:cNvPr id="23" name="Text 21"/>
          <p:cNvSpPr txBox="1"/>
          <p:nvPr/>
        </p:nvSpPr>
        <p:spPr>
          <a:xfrm>
            <a:off x="7683573" y="1161288"/>
            <a:ext cx="1003227" cy="578358"/>
          </a:xfrm>
          <a:prstGeom prst="roundRect">
            <a:avLst>
              <a:gd name="adj" fmla="val 9486"/>
            </a:avLst>
          </a:prstGeom>
          <a:solidFill>
            <a:srgbClr val="EEF3F8"/>
          </a:solidFill>
          <a:ln w="9525">
            <a:solidFill>
              <a:srgbClr val="EEF3F8"/>
            </a:solidFill>
          </a:ln>
        </p:spPr>
        <p:txBody>
          <a:bodyPr wrap="square" lIns="254" tIns="254" rIns="254" bIns="254"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Data</a:t>
            </a:r>
            <a:endParaRPr lang="en-US" sz="1200" dirty="0"/>
          </a:p>
        </p:txBody>
      </p:sp>
      <p:sp>
        <p:nvSpPr>
          <p:cNvPr id="24" name="Text 22"/>
          <p:cNvSpPr txBox="1"/>
          <p:nvPr/>
        </p:nvSpPr>
        <p:spPr>
          <a:xfrm>
            <a:off x="7637853" y="1785366"/>
            <a:ext cx="1094667" cy="427482"/>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information</a:t>
            </a:r>
            <a:endParaRPr lang="en-US" sz="900" dirty="0"/>
          </a:p>
        </p:txBody>
      </p:sp>
      <p:sp>
        <p:nvSpPr>
          <p:cNvPr id="25" name="Text 23"/>
          <p:cNvSpPr txBox="1"/>
          <p:nvPr/>
        </p:nvSpPr>
        <p:spPr>
          <a:xfrm>
            <a:off x="457200" y="251460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4213D"/>
                </a:solidFill>
                <a:latin typeface="Calibri" pitchFamily="34" charset="0"/>
                <a:ea typeface="Calibri" pitchFamily="34" charset="-122"/>
                <a:cs typeface="Calibri" pitchFamily="34" charset="-120"/>
              </a:rPr>
              <a:t>Antenna converts an electromagnetic wave into a tiny voltage (microvolts)</a:t>
            </a:r>
            <a:endParaRPr lang="en-US" sz="1250" dirty="0"/>
          </a:p>
          <a:p>
            <a:pPr marL="342900" indent="-342900">
              <a:spcAft>
                <a:spcPts val="800"/>
              </a:spcAft>
              <a:buSzPct val="100000"/>
              <a:buChar char="•"/>
            </a:pPr>
            <a:r>
              <a:rPr lang="en-US" sz="1250" dirty="0">
                <a:solidFill>
                  <a:srgbClr val="14213D"/>
                </a:solidFill>
                <a:latin typeface="Calibri" pitchFamily="34" charset="0"/>
                <a:ea typeface="Calibri" pitchFamily="34" charset="-122"/>
                <a:cs typeface="Calibri" pitchFamily="34" charset="-120"/>
              </a:rPr>
              <a:t>LNA amplifies it while adding as little noise as possible</a:t>
            </a:r>
            <a:endParaRPr lang="en-US" sz="1250" dirty="0"/>
          </a:p>
          <a:p>
            <a:pPr marL="342900" indent="-342900">
              <a:spcAft>
                <a:spcPts val="800"/>
              </a:spcAft>
              <a:buSzPct val="100000"/>
              <a:buChar char="•"/>
            </a:pPr>
            <a:r>
              <a:rPr lang="en-US" sz="1250" dirty="0">
                <a:solidFill>
                  <a:srgbClr val="14213D"/>
                </a:solidFill>
                <a:latin typeface="Calibri" pitchFamily="34" charset="0"/>
                <a:ea typeface="Calibri" pitchFamily="34" charset="-122"/>
                <a:cs typeface="Calibri" pitchFamily="34" charset="-120"/>
              </a:rPr>
              <a:t>Mixer shifts the signal from RF (GHz) down to an IF or baseband (MHz)</a:t>
            </a:r>
            <a:endParaRPr lang="en-US" sz="1250" dirty="0"/>
          </a:p>
        </p:txBody>
      </p:sp>
      <p:sp>
        <p:nvSpPr>
          <p:cNvPr id="26" name="Text 24"/>
          <p:cNvSpPr txBox="1"/>
          <p:nvPr/>
        </p:nvSpPr>
        <p:spPr>
          <a:xfrm>
            <a:off x="4754880" y="251460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4213D"/>
                </a:solidFill>
                <a:latin typeface="Calibri" pitchFamily="34" charset="0"/>
                <a:ea typeface="Calibri" pitchFamily="34" charset="-122"/>
                <a:cs typeface="Calibri" pitchFamily="34" charset="-120"/>
              </a:rPr>
              <a:t>Filter removes everything outside the band of interest</a:t>
            </a:r>
            <a:endParaRPr lang="en-US" sz="1250" dirty="0"/>
          </a:p>
          <a:p>
            <a:pPr marL="342900" indent="-342900">
              <a:spcAft>
                <a:spcPts val="800"/>
              </a:spcAft>
              <a:buSzPct val="100000"/>
              <a:buChar char="•"/>
            </a:pPr>
            <a:r>
              <a:rPr lang="en-US" sz="1250" dirty="0">
                <a:solidFill>
                  <a:srgbClr val="14213D"/>
                </a:solidFill>
                <a:latin typeface="Calibri" pitchFamily="34" charset="0"/>
                <a:ea typeface="Calibri" pitchFamily="34" charset="-122"/>
                <a:cs typeface="Calibri" pitchFamily="34" charset="-120"/>
              </a:rPr>
              <a:t>ADC converts the analog voltage into a stream of numbers</a:t>
            </a:r>
            <a:endParaRPr lang="en-US" sz="1250" dirty="0"/>
          </a:p>
          <a:p>
            <a:pPr marL="342900" indent="-342900">
              <a:spcAft>
                <a:spcPts val="800"/>
              </a:spcAft>
              <a:buSzPct val="100000"/>
              <a:buChar char="•"/>
            </a:pPr>
            <a:r>
              <a:rPr lang="en-US" sz="1250" dirty="0">
                <a:solidFill>
                  <a:srgbClr val="14213D"/>
                </a:solidFill>
                <a:latin typeface="Calibri" pitchFamily="34" charset="0"/>
                <a:ea typeface="Calibri" pitchFamily="34" charset="-122"/>
                <a:cs typeface="Calibri" pitchFamily="34" charset="-120"/>
              </a:rPr>
              <a:t>DSP (FFT, filters, demodulation) turns numbers into information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09728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1</a:t>
            </a:r>
            <a:endParaRPr lang="en-US" sz="1400" dirty="0"/>
          </a:p>
        </p:txBody>
      </p:sp>
      <p:sp>
        <p:nvSpPr>
          <p:cNvPr id="3" name="Text 1"/>
          <p:cNvSpPr txBox="1"/>
          <p:nvPr/>
        </p:nvSpPr>
        <p:spPr>
          <a:xfrm>
            <a:off x="457200" y="146304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RF signal fundamentals</a:t>
            </a:r>
            <a:endParaRPr lang="en-US" sz="4000" dirty="0"/>
          </a:p>
        </p:txBody>
      </p:sp>
      <p:sp>
        <p:nvSpPr>
          <p:cNvPr id="4" name="Text 2"/>
          <p:cNvSpPr txBox="1"/>
          <p:nvPr/>
        </p:nvSpPr>
        <p:spPr>
          <a:xfrm>
            <a:off x="457200" y="242316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Sine waves, decibels, I/Q, noise and the link budget</a:t>
            </a:r>
            <a:endParaRPr lang="en-US" sz="1600" dirty="0"/>
          </a:p>
        </p:txBody>
      </p:sp>
      <p:sp>
        <p:nvSpPr>
          <p:cNvPr id="5" name="Text 3"/>
          <p:cNvSpPr txBox="1"/>
          <p:nvPr/>
        </p:nvSpPr>
        <p:spPr>
          <a:xfrm>
            <a:off x="457200" y="292608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15 minutes</a:t>
            </a:r>
            <a:endParaRPr lang="en-US" sz="1100" dirty="0"/>
          </a:p>
        </p:txBody>
      </p:sp>
      <p:sp>
        <p:nvSpPr>
          <p:cNvPr id="6" name="Text 4"/>
          <p:cNvSpPr txBox="1"/>
          <p:nvPr/>
        </p:nvSpPr>
        <p:spPr>
          <a:xfrm>
            <a:off x="457200" y="3611880"/>
            <a:ext cx="2743200" cy="228600"/>
          </a:xfrm>
          <a:prstGeom prst="rect">
            <a:avLst/>
          </a:prstGeom>
          <a:noFill/>
          <a:ln/>
        </p:spPr>
        <p:txBody>
          <a:bodyPr wrap="square" lIns="0" tIns="0" rIns="0" bIns="0" rtlCol="0" anchor="ctr"/>
          <a:lstStyle/>
          <a:p>
            <a:pPr indent="0" marL="0">
              <a:buNone/>
            </a:pPr>
            <a:r>
              <a:rPr lang="en-US" sz="900" i="1" dirty="0">
                <a:solidFill>
                  <a:srgbClr val="B8C4D6"/>
                </a:solidFill>
                <a:latin typeface="Calibri" pitchFamily="34" charset="0"/>
                <a:ea typeface="Calibri" pitchFamily="34" charset="-122"/>
                <a:cs typeface="Calibri" pitchFamily="34" charset="-120"/>
              </a:rPr>
              <a:t>You are here</a:t>
            </a:r>
            <a:endParaRPr lang="en-US" sz="900" dirty="0"/>
          </a:p>
        </p:txBody>
      </p:sp>
      <p:sp>
        <p:nvSpPr>
          <p:cNvPr id="7" name="Text 5"/>
          <p:cNvSpPr txBox="1"/>
          <p:nvPr/>
        </p:nvSpPr>
        <p:spPr>
          <a:xfrm>
            <a:off x="457200" y="3840480"/>
            <a:ext cx="1003227" cy="502920"/>
          </a:xfrm>
          <a:prstGeom prst="roundRect">
            <a:avLst>
              <a:gd name="adj" fmla="val 10909"/>
            </a:avLst>
          </a:prstGeom>
          <a:solidFill>
            <a:srgbClr val="2EC4B6"/>
          </a:solidFill>
          <a:ln w="9525">
            <a:solidFill>
              <a:srgbClr val="2EC4B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Antenna</a:t>
            </a:r>
            <a:endParaRPr lang="en-US" sz="1000" dirty="0"/>
          </a:p>
        </p:txBody>
      </p:sp>
      <p:sp>
        <p:nvSpPr>
          <p:cNvPr id="8" name="Shape 6"/>
          <p:cNvSpPr/>
          <p:nvPr/>
        </p:nvSpPr>
        <p:spPr>
          <a:xfrm>
            <a:off x="1460427" y="4091940"/>
            <a:ext cx="201168" cy="0"/>
          </a:xfrm>
          <a:prstGeom prst="line">
            <a:avLst/>
          </a:prstGeom>
          <a:noFill/>
          <a:ln w="15875">
            <a:solidFill>
              <a:srgbClr val="8FA3BF"/>
            </a:solidFill>
            <a:prstDash val="solid"/>
            <a:tailEnd type="triangle"/>
          </a:ln>
        </p:spPr>
      </p:sp>
      <p:sp>
        <p:nvSpPr>
          <p:cNvPr id="9" name="Text 7"/>
          <p:cNvSpPr txBox="1"/>
          <p:nvPr/>
        </p:nvSpPr>
        <p:spPr>
          <a:xfrm>
            <a:off x="1661595"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LNA</a:t>
            </a:r>
            <a:endParaRPr lang="en-US" sz="1000" dirty="0"/>
          </a:p>
        </p:txBody>
      </p:sp>
      <p:sp>
        <p:nvSpPr>
          <p:cNvPr id="10" name="Shape 8"/>
          <p:cNvSpPr/>
          <p:nvPr/>
        </p:nvSpPr>
        <p:spPr>
          <a:xfrm>
            <a:off x="2664823" y="4091940"/>
            <a:ext cx="201168" cy="0"/>
          </a:xfrm>
          <a:prstGeom prst="line">
            <a:avLst/>
          </a:prstGeom>
          <a:noFill/>
          <a:ln w="15875">
            <a:solidFill>
              <a:srgbClr val="8FA3BF"/>
            </a:solidFill>
            <a:prstDash val="solid"/>
            <a:tailEnd type="triangle"/>
          </a:ln>
        </p:spPr>
      </p:sp>
      <p:sp>
        <p:nvSpPr>
          <p:cNvPr id="11" name="Text 9"/>
          <p:cNvSpPr txBox="1"/>
          <p:nvPr/>
        </p:nvSpPr>
        <p:spPr>
          <a:xfrm>
            <a:off x="2865991"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Mixer</a:t>
            </a:r>
            <a:endParaRPr lang="en-US" sz="1000" dirty="0"/>
          </a:p>
        </p:txBody>
      </p:sp>
      <p:sp>
        <p:nvSpPr>
          <p:cNvPr id="12" name="Shape 10"/>
          <p:cNvSpPr/>
          <p:nvPr/>
        </p:nvSpPr>
        <p:spPr>
          <a:xfrm>
            <a:off x="3869218" y="4091940"/>
            <a:ext cx="201168" cy="0"/>
          </a:xfrm>
          <a:prstGeom prst="line">
            <a:avLst/>
          </a:prstGeom>
          <a:noFill/>
          <a:ln w="15875">
            <a:solidFill>
              <a:srgbClr val="8FA3BF"/>
            </a:solidFill>
            <a:prstDash val="solid"/>
            <a:tailEnd type="triangle"/>
          </a:ln>
        </p:spPr>
      </p:sp>
      <p:sp>
        <p:nvSpPr>
          <p:cNvPr id="13" name="Text 11"/>
          <p:cNvSpPr txBox="1"/>
          <p:nvPr/>
        </p:nvSpPr>
        <p:spPr>
          <a:xfrm>
            <a:off x="4070386"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Filter</a:t>
            </a:r>
            <a:endParaRPr lang="en-US" sz="1000" dirty="0"/>
          </a:p>
        </p:txBody>
      </p:sp>
      <p:sp>
        <p:nvSpPr>
          <p:cNvPr id="14" name="Shape 12"/>
          <p:cNvSpPr/>
          <p:nvPr/>
        </p:nvSpPr>
        <p:spPr>
          <a:xfrm>
            <a:off x="5073614" y="4091940"/>
            <a:ext cx="201168" cy="0"/>
          </a:xfrm>
          <a:prstGeom prst="line">
            <a:avLst/>
          </a:prstGeom>
          <a:noFill/>
          <a:ln w="15875">
            <a:solidFill>
              <a:srgbClr val="8FA3BF"/>
            </a:solidFill>
            <a:prstDash val="solid"/>
            <a:tailEnd type="triangle"/>
          </a:ln>
        </p:spPr>
      </p:sp>
      <p:sp>
        <p:nvSpPr>
          <p:cNvPr id="15" name="Text 13"/>
          <p:cNvSpPr txBox="1"/>
          <p:nvPr/>
        </p:nvSpPr>
        <p:spPr>
          <a:xfrm>
            <a:off x="5274782"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ADC</a:t>
            </a:r>
            <a:endParaRPr lang="en-US" sz="1000" dirty="0"/>
          </a:p>
        </p:txBody>
      </p:sp>
      <p:sp>
        <p:nvSpPr>
          <p:cNvPr id="16" name="Shape 14"/>
          <p:cNvSpPr/>
          <p:nvPr/>
        </p:nvSpPr>
        <p:spPr>
          <a:xfrm>
            <a:off x="6278009" y="4091940"/>
            <a:ext cx="201168" cy="0"/>
          </a:xfrm>
          <a:prstGeom prst="line">
            <a:avLst/>
          </a:prstGeom>
          <a:noFill/>
          <a:ln w="15875">
            <a:solidFill>
              <a:srgbClr val="8FA3BF"/>
            </a:solidFill>
            <a:prstDash val="solid"/>
            <a:tailEnd type="triangle"/>
          </a:ln>
        </p:spPr>
      </p:sp>
      <p:sp>
        <p:nvSpPr>
          <p:cNvPr id="17" name="Text 15"/>
          <p:cNvSpPr txBox="1"/>
          <p:nvPr/>
        </p:nvSpPr>
        <p:spPr>
          <a:xfrm>
            <a:off x="6479177"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DSP</a:t>
            </a:r>
            <a:endParaRPr lang="en-US" sz="1000" dirty="0"/>
          </a:p>
        </p:txBody>
      </p:sp>
      <p:sp>
        <p:nvSpPr>
          <p:cNvPr id="18" name="Shape 16"/>
          <p:cNvSpPr/>
          <p:nvPr/>
        </p:nvSpPr>
        <p:spPr>
          <a:xfrm>
            <a:off x="7482405" y="4091940"/>
            <a:ext cx="201168" cy="0"/>
          </a:xfrm>
          <a:prstGeom prst="line">
            <a:avLst/>
          </a:prstGeom>
          <a:noFill/>
          <a:ln w="15875">
            <a:solidFill>
              <a:srgbClr val="8FA3BF"/>
            </a:solidFill>
            <a:prstDash val="solid"/>
            <a:tailEnd type="triangle"/>
          </a:ln>
        </p:spPr>
      </p:sp>
      <p:sp>
        <p:nvSpPr>
          <p:cNvPr id="19" name="Text 17"/>
          <p:cNvSpPr txBox="1"/>
          <p:nvPr/>
        </p:nvSpPr>
        <p:spPr>
          <a:xfrm>
            <a:off x="7683573"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
        <p:nvSpPr>
          <p:cNvPr id="20" name="Text 18"/>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What is an RF signal?</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RF signal fundamentals</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457200" y="1024128"/>
            <a:ext cx="4023360" cy="731520"/>
          </a:xfrm>
          <a:prstGeom prst="roundRect">
            <a:avLst>
              <a:gd name="adj" fmla="val 10000"/>
            </a:avLst>
          </a:prstGeom>
          <a:solidFill>
            <a:srgbClr val="EEF3F8"/>
          </a:solidFill>
          <a:ln w="12700">
            <a:solidFill>
              <a:srgbClr val="EEF3F8"/>
            </a:solidFill>
            <a:prstDash val="solid"/>
          </a:ln>
        </p:spPr>
      </p:sp>
      <p:sp>
        <p:nvSpPr>
          <p:cNvPr id="6" name="Text 4"/>
          <p:cNvSpPr txBox="1"/>
          <p:nvPr/>
        </p:nvSpPr>
        <p:spPr>
          <a:xfrm>
            <a:off x="594360" y="1024128"/>
            <a:ext cx="3749040" cy="475488"/>
          </a:xfrm>
          <a:prstGeom prst="rect">
            <a:avLst/>
          </a:prstGeom>
          <a:noFill/>
          <a:ln/>
        </p:spPr>
        <p:txBody>
          <a:bodyPr wrap="square" lIns="0" tIns="0" rIns="0" bIns="0" rtlCol="0" anchor="ctr"/>
          <a:lstStyle/>
          <a:p>
            <a:pPr algn="ctr" indent="0" marL="0">
              <a:buNone/>
            </a:pPr>
            <a:r>
              <a:rPr lang="en-US" sz="1800" dirty="0">
                <a:solidFill>
                  <a:srgbClr val="0B1F3A"/>
                </a:solidFill>
                <a:latin typeface="Cambria" pitchFamily="34" charset="0"/>
                <a:ea typeface="Cambria" pitchFamily="34" charset="-122"/>
                <a:cs typeface="Cambria" pitchFamily="34" charset="-120"/>
              </a:rPr>
              <a:t>x(t) = A · cos(2π f t + φ)</a:t>
            </a:r>
            <a:endParaRPr lang="en-US" sz="1800" dirty="0"/>
          </a:p>
        </p:txBody>
      </p:sp>
      <p:sp>
        <p:nvSpPr>
          <p:cNvPr id="7" name="Text 5"/>
          <p:cNvSpPr txBox="1"/>
          <p:nvPr/>
        </p:nvSpPr>
        <p:spPr>
          <a:xfrm>
            <a:off x="594360" y="145389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Amplitude A, frequency f (Hz), phase φ (rad)</a:t>
            </a:r>
            <a:endParaRPr lang="en-US" sz="1000" dirty="0"/>
          </a:p>
        </p:txBody>
      </p:sp>
      <p:sp>
        <p:nvSpPr>
          <p:cNvPr id="8" name="Shape 6"/>
          <p:cNvSpPr/>
          <p:nvPr/>
        </p:nvSpPr>
        <p:spPr>
          <a:xfrm>
            <a:off x="457200" y="1847088"/>
            <a:ext cx="4023360" cy="731520"/>
          </a:xfrm>
          <a:prstGeom prst="roundRect">
            <a:avLst>
              <a:gd name="adj" fmla="val 10000"/>
            </a:avLst>
          </a:prstGeom>
          <a:solidFill>
            <a:srgbClr val="EEF3F8"/>
          </a:solidFill>
          <a:ln w="12700">
            <a:solidFill>
              <a:srgbClr val="EEF3F8"/>
            </a:solidFill>
            <a:prstDash val="solid"/>
          </a:ln>
        </p:spPr>
      </p:sp>
      <p:sp>
        <p:nvSpPr>
          <p:cNvPr id="9" name="Text 7"/>
          <p:cNvSpPr txBox="1"/>
          <p:nvPr/>
        </p:nvSpPr>
        <p:spPr>
          <a:xfrm>
            <a:off x="594360" y="1847088"/>
            <a:ext cx="3749040" cy="475488"/>
          </a:xfrm>
          <a:prstGeom prst="rect">
            <a:avLst/>
          </a:prstGeom>
          <a:noFill/>
          <a:ln/>
        </p:spPr>
        <p:txBody>
          <a:bodyPr wrap="square" lIns="0" tIns="0" rIns="0" bIns="0" rtlCol="0" anchor="ctr"/>
          <a:lstStyle/>
          <a:p>
            <a:pPr algn="ctr" indent="0" marL="0">
              <a:buNone/>
            </a:pPr>
            <a:r>
              <a:rPr lang="en-US" sz="1800" dirty="0">
                <a:solidFill>
                  <a:srgbClr val="0B1F3A"/>
                </a:solidFill>
                <a:latin typeface="Cambria" pitchFamily="34" charset="0"/>
                <a:ea typeface="Cambria" pitchFamily="34" charset="-122"/>
                <a:cs typeface="Cambria" pitchFamily="34" charset="-120"/>
              </a:rPr>
              <a:t>ω = 2π f        λ = c / f</a:t>
            </a:r>
            <a:endParaRPr lang="en-US" sz="1800" dirty="0"/>
          </a:p>
        </p:txBody>
      </p:sp>
      <p:sp>
        <p:nvSpPr>
          <p:cNvPr id="10" name="Text 8"/>
          <p:cNvSpPr txBox="1"/>
          <p:nvPr/>
        </p:nvSpPr>
        <p:spPr>
          <a:xfrm>
            <a:off x="594360" y="227685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Angular frequency; wavelength (c ≈ 3 × 10⁸ m/s)</a:t>
            </a:r>
            <a:endParaRPr lang="en-US" sz="1000" dirty="0"/>
          </a:p>
        </p:txBody>
      </p:sp>
      <p:sp>
        <p:nvSpPr>
          <p:cNvPr id="11" name="Text 9"/>
          <p:cNvSpPr txBox="1"/>
          <p:nvPr/>
        </p:nvSpPr>
        <p:spPr>
          <a:xfrm>
            <a:off x="457200" y="2697480"/>
            <a:ext cx="402336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RF = radio frequency, roughly 3 kHz to 300 GHz; Wi-Fi at 2.4 GHz has λ ≈ 12.5 cm</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Information is carried by changing A, f or φ over time (modulation)</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One cycle takes T = 1/f seconds; at 2.4 GHz that is 417 picoseconds</a:t>
            </a:r>
            <a:endParaRPr lang="en-US" sz="1200" dirty="0"/>
          </a:p>
        </p:txBody>
      </p:sp>
      <p:graphicFrame>
        <p:nvGraphicFramePr>
          <p:cNvPr id="12" name="Chart 0" descr=""/>
          <p:cNvGraphicFramePr/>
          <p:nvPr/>
        </p:nvGraphicFramePr>
        <p:xfrm>
          <a:off x="4663440" y="1024128"/>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457200" y="3931920"/>
            <a:ext cx="8229600" cy="658368"/>
          </a:xfrm>
          <a:prstGeom prst="roundRect">
            <a:avLst>
              <a:gd name="adj" fmla="val 11111"/>
            </a:avLst>
          </a:prstGeom>
          <a:solidFill>
            <a:srgbClr val="FFF4D6"/>
          </a:solidFill>
          <a:ln w="12700">
            <a:solidFill>
              <a:srgbClr val="FFF4D6"/>
            </a:solidFill>
            <a:prstDash val="solid"/>
          </a:ln>
        </p:spPr>
      </p:sp>
      <p:sp>
        <p:nvSpPr>
          <p:cNvPr id="14" name="Shape 11"/>
          <p:cNvSpPr/>
          <p:nvPr/>
        </p:nvSpPr>
        <p:spPr>
          <a:xfrm>
            <a:off x="566928" y="4041648"/>
            <a:ext cx="237744" cy="237744"/>
          </a:xfrm>
          <a:prstGeom prst="ellipse">
            <a:avLst/>
          </a:prstGeom>
          <a:solidFill>
            <a:srgbClr val="FFB703"/>
          </a:solidFill>
          <a:ln w="12700">
            <a:solidFill>
              <a:srgbClr val="FFB703"/>
            </a:solidFill>
            <a:prstDash val="solid"/>
          </a:ln>
        </p:spPr>
      </p:sp>
      <p:sp>
        <p:nvSpPr>
          <p:cNvPr id="15" name="Text 12"/>
          <p:cNvSpPr txBox="1"/>
          <p:nvPr/>
        </p:nvSpPr>
        <p:spPr>
          <a:xfrm>
            <a:off x="566928" y="404164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6" name="Text 13"/>
          <p:cNvSpPr txBox="1"/>
          <p:nvPr/>
        </p:nvSpPr>
        <p:spPr>
          <a:xfrm>
            <a:off x="896112" y="4005072"/>
            <a:ext cx="7680960" cy="512064"/>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Real signals are bandpass: a carrier at fc with information spread over a bandwidth B ≪ fc. That separation of scales is what makes downconversion and complex baseband possible.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Decibels: the language of RF</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RF signal fundamentals</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024128"/>
            <a:ext cx="4297680" cy="777240"/>
          </a:xfrm>
          <a:prstGeom prst="roundRect">
            <a:avLst>
              <a:gd name="adj" fmla="val 9412"/>
            </a:avLst>
          </a:prstGeom>
          <a:solidFill>
            <a:srgbClr val="EEF3F8"/>
          </a:solidFill>
          <a:ln w="12700">
            <a:solidFill>
              <a:srgbClr val="EEF3F8"/>
            </a:solidFill>
            <a:prstDash val="solid"/>
          </a:ln>
        </p:spPr>
      </p:sp>
      <p:sp>
        <p:nvSpPr>
          <p:cNvPr id="6" name="Text 4"/>
          <p:cNvSpPr txBox="1"/>
          <p:nvPr/>
        </p:nvSpPr>
        <p:spPr>
          <a:xfrm>
            <a:off x="594360" y="1024128"/>
            <a:ext cx="4023360" cy="521208"/>
          </a:xfrm>
          <a:prstGeom prst="rect">
            <a:avLst/>
          </a:prstGeom>
          <a:noFill/>
          <a:ln/>
        </p:spPr>
        <p:txBody>
          <a:bodyPr wrap="square" lIns="0" tIns="0" rIns="0" bIns="0" rtlCol="0" anchor="ctr"/>
          <a:lstStyle/>
          <a:p>
            <a:pPr algn="ctr" indent="0" marL="0">
              <a:buNone/>
            </a:pPr>
            <a:r>
              <a:rPr lang="en-US" sz="1800" dirty="0">
                <a:solidFill>
                  <a:srgbClr val="0B1F3A"/>
                </a:solidFill>
                <a:latin typeface="Cambria" pitchFamily="34" charset="0"/>
                <a:ea typeface="Cambria" pitchFamily="34" charset="-122"/>
                <a:cs typeface="Cambria" pitchFamily="34" charset="-120"/>
              </a:rPr>
              <a:t>P(dBm) = 10 · log₁₀( P / 1 mW )</a:t>
            </a:r>
            <a:endParaRPr lang="en-US" sz="1800" dirty="0"/>
          </a:p>
        </p:txBody>
      </p:sp>
      <p:sp>
        <p:nvSpPr>
          <p:cNvPr id="7" name="Text 5"/>
          <p:cNvSpPr txBox="1"/>
          <p:nvPr/>
        </p:nvSpPr>
        <p:spPr>
          <a:xfrm>
            <a:off x="594360" y="1499616"/>
            <a:ext cx="402336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Absolute power referenced to 1 milliwatt</a:t>
            </a:r>
            <a:endParaRPr lang="en-US" sz="1000" dirty="0"/>
          </a:p>
        </p:txBody>
      </p:sp>
      <p:sp>
        <p:nvSpPr>
          <p:cNvPr id="8" name="Shape 6"/>
          <p:cNvSpPr/>
          <p:nvPr/>
        </p:nvSpPr>
        <p:spPr>
          <a:xfrm>
            <a:off x="457200" y="1892808"/>
            <a:ext cx="4297680" cy="777240"/>
          </a:xfrm>
          <a:prstGeom prst="roundRect">
            <a:avLst>
              <a:gd name="adj" fmla="val 9412"/>
            </a:avLst>
          </a:prstGeom>
          <a:solidFill>
            <a:srgbClr val="EEF3F8"/>
          </a:solidFill>
          <a:ln w="12700">
            <a:solidFill>
              <a:srgbClr val="EEF3F8"/>
            </a:solidFill>
            <a:prstDash val="solid"/>
          </a:ln>
        </p:spPr>
      </p:sp>
      <p:sp>
        <p:nvSpPr>
          <p:cNvPr id="9" name="Text 7"/>
          <p:cNvSpPr txBox="1"/>
          <p:nvPr/>
        </p:nvSpPr>
        <p:spPr>
          <a:xfrm>
            <a:off x="594360" y="1892808"/>
            <a:ext cx="4023360" cy="52120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G(dB) = 10 · log₁₀( P_out / P_in )</a:t>
            </a:r>
            <a:endParaRPr lang="en-US" sz="1400" dirty="0"/>
          </a:p>
          <a:p>
            <a:pPr algn="ctr" indent="0" marL="0">
              <a:buNone/>
            </a:pPr>
            <a:r>
              <a:rPr lang="en-US" sz="1400" dirty="0">
                <a:solidFill>
                  <a:srgbClr val="0B1F3A"/>
                </a:solidFill>
                <a:latin typeface="Cambria" pitchFamily="34" charset="0"/>
                <a:ea typeface="Cambria" pitchFamily="34" charset="-122"/>
                <a:cs typeface="Cambria" pitchFamily="34" charset="-120"/>
              </a:rPr>
              <a:t>         = 20 · log₁₀( V_out / V_in )</a:t>
            </a:r>
            <a:endParaRPr lang="en-US" sz="1400" dirty="0"/>
          </a:p>
        </p:txBody>
      </p:sp>
      <p:sp>
        <p:nvSpPr>
          <p:cNvPr id="10" name="Text 8"/>
          <p:cNvSpPr txBox="1"/>
          <p:nvPr/>
        </p:nvSpPr>
        <p:spPr>
          <a:xfrm>
            <a:off x="594360" y="2368296"/>
            <a:ext cx="402336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Gain: power ratio, or voltage ratio into equal impedance</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937760" y="1024128"/>
          <a:ext cx="3749040" cy="914400"/>
        </p:xfrm>
        <a:graphic>
          <a:graphicData uri="http://schemas.openxmlformats.org/drawingml/2006/table">
            <a:tbl>
              <a:tblPr/>
              <a:tblGrid>
                <a:gridCol w="731520"/>
                <a:gridCol w="822960"/>
                <a:gridCol w="219456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Power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you see 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 W</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+30 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Mobile phone max transmit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 mW</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0 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Reference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 µW</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−30 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Strong Wi-Fi signal</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 pW</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−90 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Weak Wi-Fi signal</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0.1 fW</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−130 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GPS at the antenna</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bl>
          </a:graphicData>
        </a:graphic>
      </p:graphicFrame>
      <p:sp>
        <p:nvSpPr>
          <p:cNvPr id="12" name="Text 9"/>
          <p:cNvSpPr txBox="1"/>
          <p:nvPr/>
        </p:nvSpPr>
        <p:spPr>
          <a:xfrm>
            <a:off x="457200" y="2880360"/>
            <a:ext cx="1371600" cy="510235"/>
          </a:xfrm>
          <a:prstGeom prst="rect">
            <a:avLst/>
          </a:prstGeom>
          <a:noFill/>
          <a:ln/>
        </p:spPr>
        <p:txBody>
          <a:bodyPr wrap="square" lIns="0" tIns="0" rIns="0" bIns="0" rtlCol="0" anchor="b"/>
          <a:lstStyle/>
          <a:p>
            <a:pPr algn="ctr" indent="0" marL="0">
              <a:buNone/>
            </a:pPr>
            <a:r>
              <a:rPr lang="en-US" sz="2600" b="1" dirty="0">
                <a:solidFill>
                  <a:srgbClr val="0B1F3A"/>
                </a:solidFill>
                <a:latin typeface="Cambria" pitchFamily="34" charset="0"/>
                <a:ea typeface="Cambria" pitchFamily="34" charset="-122"/>
                <a:cs typeface="Cambria" pitchFamily="34" charset="-120"/>
              </a:rPr>
              <a:t>×2</a:t>
            </a:r>
            <a:endParaRPr lang="en-US" sz="2600" dirty="0"/>
          </a:p>
        </p:txBody>
      </p:sp>
      <p:sp>
        <p:nvSpPr>
          <p:cNvPr id="13" name="Text 10"/>
          <p:cNvSpPr txBox="1"/>
          <p:nvPr/>
        </p:nvSpPr>
        <p:spPr>
          <a:xfrm>
            <a:off x="457200" y="3390595"/>
            <a:ext cx="1371600" cy="312725"/>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 +3 dB</a:t>
            </a:r>
            <a:endParaRPr lang="en-US" sz="1100" dirty="0"/>
          </a:p>
        </p:txBody>
      </p:sp>
      <p:sp>
        <p:nvSpPr>
          <p:cNvPr id="14" name="Text 11"/>
          <p:cNvSpPr txBox="1"/>
          <p:nvPr/>
        </p:nvSpPr>
        <p:spPr>
          <a:xfrm>
            <a:off x="1920240" y="2880360"/>
            <a:ext cx="1371600" cy="510235"/>
          </a:xfrm>
          <a:prstGeom prst="rect">
            <a:avLst/>
          </a:prstGeom>
          <a:noFill/>
          <a:ln/>
        </p:spPr>
        <p:txBody>
          <a:bodyPr wrap="square" lIns="0" tIns="0" rIns="0" bIns="0" rtlCol="0" anchor="b"/>
          <a:lstStyle/>
          <a:p>
            <a:pPr algn="ctr" indent="0" marL="0">
              <a:buNone/>
            </a:pPr>
            <a:r>
              <a:rPr lang="en-US" sz="2600" b="1" dirty="0">
                <a:solidFill>
                  <a:srgbClr val="0B1F3A"/>
                </a:solidFill>
                <a:latin typeface="Cambria" pitchFamily="34" charset="0"/>
                <a:ea typeface="Cambria" pitchFamily="34" charset="-122"/>
                <a:cs typeface="Cambria" pitchFamily="34" charset="-120"/>
              </a:rPr>
              <a:t>×10</a:t>
            </a:r>
            <a:endParaRPr lang="en-US" sz="2600" dirty="0"/>
          </a:p>
        </p:txBody>
      </p:sp>
      <p:sp>
        <p:nvSpPr>
          <p:cNvPr id="15" name="Text 12"/>
          <p:cNvSpPr txBox="1"/>
          <p:nvPr/>
        </p:nvSpPr>
        <p:spPr>
          <a:xfrm>
            <a:off x="1920240" y="3390595"/>
            <a:ext cx="1371600" cy="312725"/>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 +10 dB</a:t>
            </a:r>
            <a:endParaRPr lang="en-US" sz="1100" dirty="0"/>
          </a:p>
        </p:txBody>
      </p:sp>
      <p:sp>
        <p:nvSpPr>
          <p:cNvPr id="16" name="Text 13"/>
          <p:cNvSpPr txBox="1"/>
          <p:nvPr/>
        </p:nvSpPr>
        <p:spPr>
          <a:xfrm>
            <a:off x="3383280" y="2880360"/>
            <a:ext cx="1371600" cy="510235"/>
          </a:xfrm>
          <a:prstGeom prst="rect">
            <a:avLst/>
          </a:prstGeom>
          <a:noFill/>
          <a:ln/>
        </p:spPr>
        <p:txBody>
          <a:bodyPr wrap="square" lIns="0" tIns="0" rIns="0" bIns="0" rtlCol="0" anchor="b"/>
          <a:lstStyle/>
          <a:p>
            <a:pPr algn="ctr" indent="0" marL="0">
              <a:buNone/>
            </a:pPr>
            <a:r>
              <a:rPr lang="en-US" sz="2600" b="1" dirty="0">
                <a:solidFill>
                  <a:srgbClr val="0B1F3A"/>
                </a:solidFill>
                <a:latin typeface="Cambria" pitchFamily="34" charset="0"/>
                <a:ea typeface="Cambria" pitchFamily="34" charset="-122"/>
                <a:cs typeface="Cambria" pitchFamily="34" charset="-120"/>
              </a:rPr>
              <a:t>×1000</a:t>
            </a:r>
            <a:endParaRPr lang="en-US" sz="2600" dirty="0"/>
          </a:p>
        </p:txBody>
      </p:sp>
      <p:sp>
        <p:nvSpPr>
          <p:cNvPr id="17" name="Text 14"/>
          <p:cNvSpPr txBox="1"/>
          <p:nvPr/>
        </p:nvSpPr>
        <p:spPr>
          <a:xfrm>
            <a:off x="3383280" y="3390595"/>
            <a:ext cx="1371600" cy="312725"/>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 +30 dB</a:t>
            </a:r>
            <a:endParaRPr lang="en-US" sz="1100" dirty="0"/>
          </a:p>
        </p:txBody>
      </p:sp>
      <p:sp>
        <p:nvSpPr>
          <p:cNvPr id="18" name="Text 15"/>
          <p:cNvSpPr txBox="1"/>
          <p:nvPr/>
        </p:nvSpPr>
        <p:spPr>
          <a:xfrm>
            <a:off x="457200" y="3749040"/>
            <a:ext cx="429768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Three numbers to memorise; everything else is a sum of these.</a:t>
            </a:r>
            <a:endParaRPr lang="en-US" sz="1000" dirty="0"/>
          </a:p>
        </p:txBody>
      </p:sp>
      <p:sp>
        <p:nvSpPr>
          <p:cNvPr id="19" name="Shape 16"/>
          <p:cNvSpPr/>
          <p:nvPr/>
        </p:nvSpPr>
        <p:spPr>
          <a:xfrm>
            <a:off x="4937760" y="3017520"/>
            <a:ext cx="3749040" cy="1005840"/>
          </a:xfrm>
          <a:prstGeom prst="roundRect">
            <a:avLst>
              <a:gd name="adj" fmla="val 7273"/>
            </a:avLst>
          </a:prstGeom>
          <a:solidFill>
            <a:srgbClr val="FFF4D6"/>
          </a:solidFill>
          <a:ln w="12700">
            <a:solidFill>
              <a:srgbClr val="FFF4D6"/>
            </a:solidFill>
            <a:prstDash val="solid"/>
          </a:ln>
        </p:spPr>
      </p:sp>
      <p:sp>
        <p:nvSpPr>
          <p:cNvPr id="20" name="Shape 17"/>
          <p:cNvSpPr/>
          <p:nvPr/>
        </p:nvSpPr>
        <p:spPr>
          <a:xfrm>
            <a:off x="5047488" y="3127248"/>
            <a:ext cx="237744" cy="237744"/>
          </a:xfrm>
          <a:prstGeom prst="ellipse">
            <a:avLst/>
          </a:prstGeom>
          <a:solidFill>
            <a:srgbClr val="FFB703"/>
          </a:solidFill>
          <a:ln w="12700">
            <a:solidFill>
              <a:srgbClr val="FFB703"/>
            </a:solidFill>
            <a:prstDash val="solid"/>
          </a:ln>
        </p:spPr>
      </p:sp>
      <p:sp>
        <p:nvSpPr>
          <p:cNvPr id="21" name="Text 18"/>
          <p:cNvSpPr txBox="1"/>
          <p:nvPr/>
        </p:nvSpPr>
        <p:spPr>
          <a:xfrm>
            <a:off x="5047488" y="312724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22" name="Text 19"/>
          <p:cNvSpPr txBox="1"/>
          <p:nvPr/>
        </p:nvSpPr>
        <p:spPr>
          <a:xfrm>
            <a:off x="5376672" y="3090672"/>
            <a:ext cx="3200400" cy="85953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The 20 log form for voltage assumes equal source and load impedance. Mixing 10 log (power) and 20 log (voltage) is the most common dB mistake in link budgets.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Modulation in one equation</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RF signal fundamentals</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57200" y="1024128"/>
            <a:ext cx="4206240" cy="754380"/>
          </a:xfrm>
          <a:prstGeom prst="roundRect">
            <a:avLst>
              <a:gd name="adj" fmla="val 9697"/>
            </a:avLst>
          </a:prstGeom>
          <a:solidFill>
            <a:srgbClr val="EEF3F8"/>
          </a:solidFill>
          <a:ln w="12700">
            <a:solidFill>
              <a:srgbClr val="EEF3F8"/>
            </a:solidFill>
            <a:prstDash val="solid"/>
          </a:ln>
        </p:spPr>
      </p:sp>
      <p:sp>
        <p:nvSpPr>
          <p:cNvPr id="6" name="Text 4"/>
          <p:cNvSpPr txBox="1"/>
          <p:nvPr/>
        </p:nvSpPr>
        <p:spPr>
          <a:xfrm>
            <a:off x="594360" y="1024128"/>
            <a:ext cx="3931920" cy="498348"/>
          </a:xfrm>
          <a:prstGeom prst="rect">
            <a:avLst/>
          </a:prstGeom>
          <a:noFill/>
          <a:ln/>
        </p:spPr>
        <p:txBody>
          <a:bodyPr wrap="square" lIns="0" tIns="0" rIns="0" bIns="0" rtlCol="0" anchor="ctr"/>
          <a:lstStyle/>
          <a:p>
            <a:pPr algn="ctr" indent="0" marL="0">
              <a:buNone/>
            </a:pPr>
            <a:r>
              <a:rPr lang="en-US" sz="1600" dirty="0">
                <a:solidFill>
                  <a:srgbClr val="0B1F3A"/>
                </a:solidFill>
                <a:latin typeface="Cambria" pitchFamily="34" charset="0"/>
                <a:ea typeface="Cambria" pitchFamily="34" charset="-122"/>
                <a:cs typeface="Cambria" pitchFamily="34" charset="-120"/>
              </a:rPr>
              <a:t>x(t) = A(t) · cos(2π f_c t + φ(t))</a:t>
            </a:r>
            <a:endParaRPr lang="en-US" sz="1600" dirty="0"/>
          </a:p>
        </p:txBody>
      </p:sp>
      <p:sp>
        <p:nvSpPr>
          <p:cNvPr id="7" name="Text 5"/>
          <p:cNvSpPr txBox="1"/>
          <p:nvPr/>
        </p:nvSpPr>
        <p:spPr>
          <a:xfrm>
            <a:off x="594360" y="1476756"/>
            <a:ext cx="393192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AM changes A(t); PM changes φ(t); FM changes dφ/dt</a:t>
            </a:r>
            <a:endParaRPr lang="en-US" sz="1000" dirty="0"/>
          </a:p>
        </p:txBody>
      </p:sp>
      <p:sp>
        <p:nvSpPr>
          <p:cNvPr id="8" name="Shape 6"/>
          <p:cNvSpPr/>
          <p:nvPr/>
        </p:nvSpPr>
        <p:spPr>
          <a:xfrm>
            <a:off x="457200" y="1869948"/>
            <a:ext cx="4206240" cy="754380"/>
          </a:xfrm>
          <a:prstGeom prst="roundRect">
            <a:avLst>
              <a:gd name="adj" fmla="val 9697"/>
            </a:avLst>
          </a:prstGeom>
          <a:solidFill>
            <a:srgbClr val="EEF3F8"/>
          </a:solidFill>
          <a:ln w="12700">
            <a:solidFill>
              <a:srgbClr val="EEF3F8"/>
            </a:solidFill>
            <a:prstDash val="solid"/>
          </a:ln>
        </p:spPr>
      </p:sp>
      <p:sp>
        <p:nvSpPr>
          <p:cNvPr id="9" name="Text 7"/>
          <p:cNvSpPr txBox="1"/>
          <p:nvPr/>
        </p:nvSpPr>
        <p:spPr>
          <a:xfrm>
            <a:off x="594360" y="1869948"/>
            <a:ext cx="3931920" cy="4983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x(t) = I(t) · cos(ω_c t) − Q(t) · sin(ω_c t)</a:t>
            </a:r>
            <a:endParaRPr lang="en-US" sz="1200" dirty="0"/>
          </a:p>
        </p:txBody>
      </p:sp>
      <p:sp>
        <p:nvSpPr>
          <p:cNvPr id="10" name="Text 8"/>
          <p:cNvSpPr txBox="1"/>
          <p:nvPr/>
        </p:nvSpPr>
        <p:spPr>
          <a:xfrm>
            <a:off x="594360" y="2322576"/>
            <a:ext cx="393192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Any modulation as two amplitude-modulated carriers 90° apart</a:t>
            </a:r>
            <a:endParaRPr lang="en-US" sz="1000" dirty="0"/>
          </a:p>
        </p:txBody>
      </p:sp>
      <p:sp>
        <p:nvSpPr>
          <p:cNvPr id="11" name="Text 9"/>
          <p:cNvSpPr txBox="1"/>
          <p:nvPr/>
        </p:nvSpPr>
        <p:spPr>
          <a:xfrm>
            <a:off x="457200" y="2743200"/>
            <a:ext cx="4206240" cy="1097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I = in-phase component, Q = quadrature component</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A(t) = √(I² + Q²)   and   φ(t) = atan2(Q, I)</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Digital modulation (QPSK, 16-QAM, OFDM) is just choosing (I, Q) points from a constellation</a:t>
            </a:r>
            <a:endParaRPr lang="en-US" sz="1200" dirty="0"/>
          </a:p>
        </p:txBody>
      </p:sp>
      <p:graphicFrame>
        <p:nvGraphicFramePr>
          <p:cNvPr id="12" name="Chart 0" descr=""/>
          <p:cNvGraphicFramePr/>
          <p:nvPr/>
        </p:nvGraphicFramePr>
        <p:xfrm>
          <a:off x="4846320" y="1024128"/>
          <a:ext cx="3840480" cy="278892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457200" y="3931920"/>
            <a:ext cx="8229600" cy="658368"/>
          </a:xfrm>
          <a:prstGeom prst="roundRect">
            <a:avLst>
              <a:gd name="adj" fmla="val 11111"/>
            </a:avLst>
          </a:prstGeom>
          <a:solidFill>
            <a:srgbClr val="FFF4D6"/>
          </a:solidFill>
          <a:ln w="12700">
            <a:solidFill>
              <a:srgbClr val="FFF4D6"/>
            </a:solidFill>
            <a:prstDash val="solid"/>
          </a:ln>
        </p:spPr>
      </p:sp>
      <p:sp>
        <p:nvSpPr>
          <p:cNvPr id="14" name="Shape 11"/>
          <p:cNvSpPr/>
          <p:nvPr/>
        </p:nvSpPr>
        <p:spPr>
          <a:xfrm>
            <a:off x="566928" y="4041648"/>
            <a:ext cx="237744" cy="237744"/>
          </a:xfrm>
          <a:prstGeom prst="ellipse">
            <a:avLst/>
          </a:prstGeom>
          <a:solidFill>
            <a:srgbClr val="FFB703"/>
          </a:solidFill>
          <a:ln w="12700">
            <a:solidFill>
              <a:srgbClr val="FFB703"/>
            </a:solidFill>
            <a:prstDash val="solid"/>
          </a:ln>
        </p:spPr>
      </p:sp>
      <p:sp>
        <p:nvSpPr>
          <p:cNvPr id="15" name="Text 12"/>
          <p:cNvSpPr txBox="1"/>
          <p:nvPr/>
        </p:nvSpPr>
        <p:spPr>
          <a:xfrm>
            <a:off x="566928" y="404164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6" name="Text 13"/>
          <p:cNvSpPr txBox="1"/>
          <p:nvPr/>
        </p:nvSpPr>
        <p:spPr>
          <a:xfrm>
            <a:off x="896112" y="4005072"/>
            <a:ext cx="7680960" cy="512064"/>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The I/Q form is the trigonometric expansion of A·cos(ωt + φ) with I = A cos φ and Q = A sin φ. Every modern transceiver implements exactly this equation in hardware: two DACs, two mixers, one 90° phase shifter.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I/Q and the complex baseband</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RF signal fundamentals</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457200" y="1024128"/>
            <a:ext cx="4023360" cy="777240"/>
          </a:xfrm>
          <a:prstGeom prst="roundRect">
            <a:avLst>
              <a:gd name="adj" fmla="val 9412"/>
            </a:avLst>
          </a:prstGeom>
          <a:solidFill>
            <a:srgbClr val="EEF3F8"/>
          </a:solidFill>
          <a:ln w="12700">
            <a:solidFill>
              <a:srgbClr val="EEF3F8"/>
            </a:solidFill>
            <a:prstDash val="solid"/>
          </a:ln>
        </p:spPr>
      </p:sp>
      <p:sp>
        <p:nvSpPr>
          <p:cNvPr id="6" name="Text 4"/>
          <p:cNvSpPr txBox="1"/>
          <p:nvPr/>
        </p:nvSpPr>
        <p:spPr>
          <a:xfrm>
            <a:off x="594360" y="1024128"/>
            <a:ext cx="3749040" cy="52120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x(t) = Re{ (I(t) + jQ(t)) · e^{ jω_c t } }</a:t>
            </a:r>
            <a:endParaRPr lang="en-US" sz="1200" dirty="0"/>
          </a:p>
        </p:txBody>
      </p:sp>
      <p:sp>
        <p:nvSpPr>
          <p:cNvPr id="7" name="Text 5"/>
          <p:cNvSpPr txBox="1"/>
          <p:nvPr/>
        </p:nvSpPr>
        <p:spPr>
          <a:xfrm>
            <a:off x="594360" y="14996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Complex envelope s(t) = I + jQ spins at ω_c</a:t>
            </a:r>
            <a:endParaRPr lang="en-US" sz="1000" dirty="0"/>
          </a:p>
        </p:txBody>
      </p:sp>
      <p:sp>
        <p:nvSpPr>
          <p:cNvPr id="8" name="Shape 6"/>
          <p:cNvSpPr/>
          <p:nvPr/>
        </p:nvSpPr>
        <p:spPr>
          <a:xfrm>
            <a:off x="4663440" y="1024128"/>
            <a:ext cx="4023360" cy="777240"/>
          </a:xfrm>
          <a:prstGeom prst="roundRect">
            <a:avLst>
              <a:gd name="adj" fmla="val 9412"/>
            </a:avLst>
          </a:prstGeom>
          <a:solidFill>
            <a:srgbClr val="EEF3F8"/>
          </a:solidFill>
          <a:ln w="12700">
            <a:solidFill>
              <a:srgbClr val="EEF3F8"/>
            </a:solidFill>
            <a:prstDash val="solid"/>
          </a:ln>
        </p:spPr>
      </p:sp>
      <p:sp>
        <p:nvSpPr>
          <p:cNvPr id="9" name="Text 7"/>
          <p:cNvSpPr txBox="1"/>
          <p:nvPr/>
        </p:nvSpPr>
        <p:spPr>
          <a:xfrm>
            <a:off x="4800600" y="1024128"/>
            <a:ext cx="3749040" cy="521208"/>
          </a:xfrm>
          <a:prstGeom prst="rect">
            <a:avLst/>
          </a:prstGeom>
          <a:noFill/>
          <a:ln/>
        </p:spPr>
        <p:txBody>
          <a:bodyPr wrap="square" lIns="0" tIns="0" rIns="0" bIns="0" rtlCol="0" anchor="ctr"/>
          <a:lstStyle/>
          <a:p>
            <a:pPr algn="ctr" indent="0" marL="0">
              <a:buNone/>
            </a:pPr>
            <a:r>
              <a:rPr lang="en-US" sz="1600" dirty="0">
                <a:solidFill>
                  <a:srgbClr val="0B1F3A"/>
                </a:solidFill>
                <a:latin typeface="Cambria" pitchFamily="34" charset="0"/>
                <a:ea typeface="Cambria" pitchFamily="34" charset="-122"/>
                <a:cs typeface="Cambria" pitchFamily="34" charset="-120"/>
              </a:rPr>
              <a:t>e^{jθ} = cos θ + j sin θ</a:t>
            </a:r>
            <a:endParaRPr lang="en-US" sz="1600" dirty="0"/>
          </a:p>
        </p:txBody>
      </p:sp>
      <p:sp>
        <p:nvSpPr>
          <p:cNvPr id="10" name="Text 8"/>
          <p:cNvSpPr txBox="1"/>
          <p:nvPr/>
        </p:nvSpPr>
        <p:spPr>
          <a:xfrm>
            <a:off x="4800600" y="14996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Euler: a complex exponential is a cosine and a sine sharing one phase</a:t>
            </a:r>
            <a:endParaRPr lang="en-US" sz="1000" dirty="0"/>
          </a:p>
        </p:txBody>
      </p:sp>
      <p:sp>
        <p:nvSpPr>
          <p:cNvPr id="11" name="Text 9"/>
          <p:cNvSpPr txBox="1"/>
          <p:nvPr/>
        </p:nvSpPr>
        <p:spPr>
          <a:xfrm>
            <a:off x="457200" y="1901952"/>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Mixing with cos and −sin and low-pass filtering recovers I and Q from the RF signal</a:t>
            </a:r>
            <a:endParaRPr lang="en-US" sz="1150" dirty="0"/>
          </a:p>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Complex baseband s(t) has bandwidth B, centred at 0 Hz, instead of at fc</a:t>
            </a:r>
            <a:endParaRPr lang="en-US" sz="1150" dirty="0"/>
          </a:p>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This is why the ADC samples at ~B (or 2B for I and Q), not at 2 × fc</a:t>
            </a:r>
            <a:endParaRPr lang="en-US" sz="1150" dirty="0"/>
          </a:p>
        </p:txBody>
      </p:sp>
      <p:graphicFrame>
        <p:nvGraphicFramePr>
          <p:cNvPr id="12" name="Chart 0" descr=""/>
          <p:cNvGraphicFramePr/>
          <p:nvPr/>
        </p:nvGraphicFramePr>
        <p:xfrm>
          <a:off x="457200" y="2743200"/>
          <a:ext cx="4023360" cy="1417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4663440" y="2743200"/>
          <a:ext cx="4023360" cy="141732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57200" y="4206240"/>
            <a:ext cx="822960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Left: RF tone at fc. Right: after I/Q mixing the same information sits at baseband, at a frequency the ADC can handle.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Noise: the floor under every signal</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RF signal fundamentals</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457200" y="1024128"/>
            <a:ext cx="4846320" cy="807720"/>
          </a:xfrm>
          <a:prstGeom prst="roundRect">
            <a:avLst>
              <a:gd name="adj" fmla="val 9057"/>
            </a:avLst>
          </a:prstGeom>
          <a:solidFill>
            <a:srgbClr val="EEF3F8"/>
          </a:solidFill>
          <a:ln w="12700">
            <a:solidFill>
              <a:srgbClr val="EEF3F8"/>
            </a:solidFill>
            <a:prstDash val="solid"/>
          </a:ln>
        </p:spPr>
      </p:sp>
      <p:sp>
        <p:nvSpPr>
          <p:cNvPr id="6" name="Text 4"/>
          <p:cNvSpPr txBox="1"/>
          <p:nvPr/>
        </p:nvSpPr>
        <p:spPr>
          <a:xfrm>
            <a:off x="594360" y="1024128"/>
            <a:ext cx="4572000" cy="55168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N = k · T · B      →   −174 dBm/Hz at 290 K</a:t>
            </a:r>
            <a:endParaRPr lang="en-US" sz="1400" dirty="0"/>
          </a:p>
        </p:txBody>
      </p:sp>
      <p:sp>
        <p:nvSpPr>
          <p:cNvPr id="7" name="Text 5"/>
          <p:cNvSpPr txBox="1"/>
          <p:nvPr/>
        </p:nvSpPr>
        <p:spPr>
          <a:xfrm>
            <a:off x="594360" y="1530096"/>
            <a:ext cx="45720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Thermal noise power; k = 1.38 × 10⁻²³ J/K</a:t>
            </a:r>
            <a:endParaRPr lang="en-US" sz="1000" dirty="0"/>
          </a:p>
        </p:txBody>
      </p:sp>
      <p:sp>
        <p:nvSpPr>
          <p:cNvPr id="8" name="Shape 6"/>
          <p:cNvSpPr/>
          <p:nvPr/>
        </p:nvSpPr>
        <p:spPr>
          <a:xfrm>
            <a:off x="457200" y="1923288"/>
            <a:ext cx="4846320" cy="807720"/>
          </a:xfrm>
          <a:prstGeom prst="roundRect">
            <a:avLst>
              <a:gd name="adj" fmla="val 9057"/>
            </a:avLst>
          </a:prstGeom>
          <a:solidFill>
            <a:srgbClr val="EEF3F8"/>
          </a:solidFill>
          <a:ln w="12700">
            <a:solidFill>
              <a:srgbClr val="EEF3F8"/>
            </a:solidFill>
            <a:prstDash val="solid"/>
          </a:ln>
        </p:spPr>
      </p:sp>
      <p:sp>
        <p:nvSpPr>
          <p:cNvPr id="9" name="Text 7"/>
          <p:cNvSpPr txBox="1"/>
          <p:nvPr/>
        </p:nvSpPr>
        <p:spPr>
          <a:xfrm>
            <a:off x="594360" y="1923288"/>
            <a:ext cx="4572000" cy="55168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SNR = P_signal / P_noise</a:t>
            </a:r>
            <a:endParaRPr lang="en-US" sz="1500" dirty="0"/>
          </a:p>
          <a:p>
            <a:pPr algn="ctr" indent="0" marL="0">
              <a:buNone/>
            </a:pPr>
            <a:r>
              <a:rPr lang="en-US" sz="1500" dirty="0">
                <a:solidFill>
                  <a:srgbClr val="0B1F3A"/>
                </a:solidFill>
                <a:latin typeface="Cambria" pitchFamily="34" charset="0"/>
                <a:ea typeface="Cambria" pitchFamily="34" charset="-122"/>
                <a:cs typeface="Cambria" pitchFamily="34" charset="-120"/>
              </a:rPr>
              <a:t>NF = SNR_in / SNR_out</a:t>
            </a:r>
            <a:endParaRPr lang="en-US" sz="1500" dirty="0"/>
          </a:p>
        </p:txBody>
      </p:sp>
      <p:sp>
        <p:nvSpPr>
          <p:cNvPr id="10" name="Text 8"/>
          <p:cNvSpPr txBox="1"/>
          <p:nvPr/>
        </p:nvSpPr>
        <p:spPr>
          <a:xfrm>
            <a:off x="594360" y="2429256"/>
            <a:ext cx="45720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Signal-to-noise ratio; noise figure of a stage (dB)</a:t>
            </a:r>
            <a:endParaRPr lang="en-US" sz="1000" dirty="0"/>
          </a:p>
        </p:txBody>
      </p:sp>
      <p:sp>
        <p:nvSpPr>
          <p:cNvPr id="11" name="Shape 9"/>
          <p:cNvSpPr/>
          <p:nvPr/>
        </p:nvSpPr>
        <p:spPr>
          <a:xfrm>
            <a:off x="457200" y="2822448"/>
            <a:ext cx="4846320" cy="807720"/>
          </a:xfrm>
          <a:prstGeom prst="roundRect">
            <a:avLst>
              <a:gd name="adj" fmla="val 9057"/>
            </a:avLst>
          </a:prstGeom>
          <a:solidFill>
            <a:srgbClr val="EEF3F8"/>
          </a:solidFill>
          <a:ln w="12700">
            <a:solidFill>
              <a:srgbClr val="EEF3F8"/>
            </a:solidFill>
            <a:prstDash val="solid"/>
          </a:ln>
        </p:spPr>
      </p:sp>
      <p:sp>
        <p:nvSpPr>
          <p:cNvPr id="12" name="Text 10"/>
          <p:cNvSpPr txBox="1"/>
          <p:nvPr/>
        </p:nvSpPr>
        <p:spPr>
          <a:xfrm>
            <a:off x="594360" y="2822448"/>
            <a:ext cx="4572000" cy="55168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F_total = F₁ + (F₂ − 1)/G₁ + (F₃ − 1)/(G₁G₂) + …</a:t>
            </a:r>
            <a:endParaRPr lang="en-US" sz="1300" dirty="0"/>
          </a:p>
        </p:txBody>
      </p:sp>
      <p:sp>
        <p:nvSpPr>
          <p:cNvPr id="13" name="Text 11"/>
          <p:cNvSpPr txBox="1"/>
          <p:nvPr/>
        </p:nvSpPr>
        <p:spPr>
          <a:xfrm>
            <a:off x="594360" y="3328416"/>
            <a:ext cx="45720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Friis cascade: the first stage dominates</a:t>
            </a:r>
            <a:endParaRPr lang="en-US" sz="1000" dirty="0"/>
          </a:p>
        </p:txBody>
      </p:sp>
      <p:sp>
        <p:nvSpPr>
          <p:cNvPr id="14" name="Text 12"/>
          <p:cNvSpPr txBox="1"/>
          <p:nvPr/>
        </p:nvSpPr>
        <p:spPr>
          <a:xfrm>
            <a:off x="5577840" y="1024128"/>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A 20 MHz Wi-Fi channel has a thermal noise floor of −174 + 73 = −101 dBm</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Every stage adds noise; the LNA goes first so its gain shrinks everyone else's contribution</a:t>
            </a:r>
            <a:endParaRPr lang="en-US" sz="1200" dirty="0"/>
          </a:p>
        </p:txBody>
      </p:sp>
      <p:sp>
        <p:nvSpPr>
          <p:cNvPr id="15" name="Shape 13"/>
          <p:cNvSpPr/>
          <p:nvPr/>
        </p:nvSpPr>
        <p:spPr>
          <a:xfrm>
            <a:off x="5577840" y="2651760"/>
            <a:ext cx="3108960" cy="1600200"/>
          </a:xfrm>
          <a:prstGeom prst="roundRect">
            <a:avLst>
              <a:gd name="adj" fmla="val 4571"/>
            </a:avLst>
          </a:prstGeom>
          <a:solidFill>
            <a:srgbClr val="FFF4D6"/>
          </a:solidFill>
          <a:ln w="12700">
            <a:solidFill>
              <a:srgbClr val="FFF4D6"/>
            </a:solidFill>
            <a:prstDash val="solid"/>
          </a:ln>
        </p:spPr>
      </p:sp>
      <p:sp>
        <p:nvSpPr>
          <p:cNvPr id="16" name="Shape 14"/>
          <p:cNvSpPr/>
          <p:nvPr/>
        </p:nvSpPr>
        <p:spPr>
          <a:xfrm>
            <a:off x="5687568" y="2761488"/>
            <a:ext cx="237744" cy="237744"/>
          </a:xfrm>
          <a:prstGeom prst="ellipse">
            <a:avLst/>
          </a:prstGeom>
          <a:solidFill>
            <a:srgbClr val="FFB703"/>
          </a:solidFill>
          <a:ln w="12700">
            <a:solidFill>
              <a:srgbClr val="FFB703"/>
            </a:solidFill>
            <a:prstDash val="solid"/>
          </a:ln>
        </p:spPr>
      </p:sp>
      <p:sp>
        <p:nvSpPr>
          <p:cNvPr id="17" name="Text 15"/>
          <p:cNvSpPr txBox="1"/>
          <p:nvPr/>
        </p:nvSpPr>
        <p:spPr>
          <a:xfrm>
            <a:off x="5687568" y="276148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8" name="Text 16"/>
          <p:cNvSpPr txBox="1"/>
          <p:nvPr/>
        </p:nvSpPr>
        <p:spPr>
          <a:xfrm>
            <a:off x="6016752" y="2724912"/>
            <a:ext cx="2560320" cy="145389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Friis uses linear ratios, not dB. A 3 dB NF LNA with 20 dB gain in front of a 10 dB NF mixer gives F = 2 + (10 − 1)/100 = 2.09 → 3.2 dB. Swap the order and NF jumps to nearly 10 dB.</a:t>
            </a:r>
            <a:endParaRPr lang="en-US" sz="1050" dirty="0"/>
          </a:p>
        </p:txBody>
      </p:sp>
      <p:sp>
        <p:nvSpPr>
          <p:cNvPr id="19" name="Text 17"/>
          <p:cNvSpPr txBox="1"/>
          <p:nvPr/>
        </p:nvSpPr>
        <p:spPr>
          <a:xfrm>
            <a:off x="457200" y="3749040"/>
            <a:ext cx="2286000" cy="510235"/>
          </a:xfrm>
          <a:prstGeom prst="rect">
            <a:avLst/>
          </a:prstGeom>
          <a:noFill/>
          <a:ln/>
        </p:spPr>
        <p:txBody>
          <a:bodyPr wrap="square" lIns="0" tIns="0" rIns="0" bIns="0" rtlCol="0" anchor="b"/>
          <a:lstStyle/>
          <a:p>
            <a:pPr algn="ctr" indent="0" marL="0">
              <a:buNone/>
            </a:pPr>
            <a:r>
              <a:rPr lang="en-US" sz="2800" b="1" dirty="0">
                <a:solidFill>
                  <a:srgbClr val="0B1F3A"/>
                </a:solidFill>
                <a:latin typeface="Cambria" pitchFamily="34" charset="0"/>
                <a:ea typeface="Cambria" pitchFamily="34" charset="-122"/>
                <a:cs typeface="Cambria" pitchFamily="34" charset="-120"/>
              </a:rPr>
              <a:t>−174</a:t>
            </a:r>
            <a:endParaRPr lang="en-US" sz="2800" dirty="0"/>
          </a:p>
        </p:txBody>
      </p:sp>
      <p:sp>
        <p:nvSpPr>
          <p:cNvPr id="20" name="Text 18"/>
          <p:cNvSpPr txBox="1"/>
          <p:nvPr/>
        </p:nvSpPr>
        <p:spPr>
          <a:xfrm>
            <a:off x="457200" y="4259275"/>
            <a:ext cx="2286000" cy="312725"/>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dBm/Hz thermal noise density at 290 K</a:t>
            </a:r>
            <a:endParaRPr lang="en-US" sz="1100" dirty="0"/>
          </a:p>
        </p:txBody>
      </p:sp>
      <p:sp>
        <p:nvSpPr>
          <p:cNvPr id="21" name="Text 19"/>
          <p:cNvSpPr txBox="1"/>
          <p:nvPr/>
        </p:nvSpPr>
        <p:spPr>
          <a:xfrm>
            <a:off x="2834640" y="3749040"/>
            <a:ext cx="2468880" cy="510235"/>
          </a:xfrm>
          <a:prstGeom prst="rect">
            <a:avLst/>
          </a:prstGeom>
          <a:noFill/>
          <a:ln/>
        </p:spPr>
        <p:txBody>
          <a:bodyPr wrap="square" lIns="0" tIns="0" rIns="0" bIns="0" rtlCol="0" anchor="b"/>
          <a:lstStyle/>
          <a:p>
            <a:pPr algn="ctr" indent="0" marL="0">
              <a:buNone/>
            </a:pPr>
            <a:r>
              <a:rPr lang="en-US" sz="2800" b="1" dirty="0">
                <a:solidFill>
                  <a:srgbClr val="0B1F3A"/>
                </a:solidFill>
                <a:latin typeface="Cambria" pitchFamily="34" charset="0"/>
                <a:ea typeface="Cambria" pitchFamily="34" charset="-122"/>
                <a:cs typeface="Cambria" pitchFamily="34" charset="-120"/>
              </a:rPr>
              <a:t>−101</a:t>
            </a:r>
            <a:endParaRPr lang="en-US" sz="2800" dirty="0"/>
          </a:p>
        </p:txBody>
      </p:sp>
      <p:sp>
        <p:nvSpPr>
          <p:cNvPr id="22" name="Text 20"/>
          <p:cNvSpPr txBox="1"/>
          <p:nvPr/>
        </p:nvSpPr>
        <p:spPr>
          <a:xfrm>
            <a:off x="2834640" y="4259275"/>
            <a:ext cx="2468880" cy="312725"/>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dBm noise floor in a 20 MHz channel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Link budget: will the signal arrive?</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RF signal fundamentals</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457200" y="1024128"/>
            <a:ext cx="4023360" cy="777240"/>
          </a:xfrm>
          <a:prstGeom prst="roundRect">
            <a:avLst>
              <a:gd name="adj" fmla="val 9412"/>
            </a:avLst>
          </a:prstGeom>
          <a:solidFill>
            <a:srgbClr val="EEF3F8"/>
          </a:solidFill>
          <a:ln w="12700">
            <a:solidFill>
              <a:srgbClr val="EEF3F8"/>
            </a:solidFill>
            <a:prstDash val="solid"/>
          </a:ln>
        </p:spPr>
      </p:sp>
      <p:sp>
        <p:nvSpPr>
          <p:cNvPr id="6" name="Text 4"/>
          <p:cNvSpPr txBox="1"/>
          <p:nvPr/>
        </p:nvSpPr>
        <p:spPr>
          <a:xfrm>
            <a:off x="594360" y="1024128"/>
            <a:ext cx="3749040" cy="52120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P_rx = P_tx + G_tx + G_rx</a:t>
            </a:r>
            <a:endParaRPr lang="en-US" sz="1500" dirty="0"/>
          </a:p>
          <a:p>
            <a:pPr algn="ctr" indent="0" marL="0">
              <a:buNone/>
            </a:pPr>
            <a:r>
              <a:rPr lang="en-US" sz="1500" dirty="0">
                <a:solidFill>
                  <a:srgbClr val="0B1F3A"/>
                </a:solidFill>
                <a:latin typeface="Cambria" pitchFamily="34" charset="0"/>
                <a:ea typeface="Cambria" pitchFamily="34" charset="-122"/>
                <a:cs typeface="Cambria" pitchFamily="34" charset="-120"/>
              </a:rPr>
              <a:t>− FSPL − L_misc</a:t>
            </a:r>
            <a:endParaRPr lang="en-US" sz="1500" dirty="0"/>
          </a:p>
        </p:txBody>
      </p:sp>
      <p:sp>
        <p:nvSpPr>
          <p:cNvPr id="7" name="Text 5"/>
          <p:cNvSpPr txBox="1"/>
          <p:nvPr/>
        </p:nvSpPr>
        <p:spPr>
          <a:xfrm>
            <a:off x="594360" y="14996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All terms in dB / dBm</a:t>
            </a:r>
            <a:endParaRPr lang="en-US" sz="1000" dirty="0"/>
          </a:p>
        </p:txBody>
      </p:sp>
      <p:sp>
        <p:nvSpPr>
          <p:cNvPr id="8" name="Shape 6"/>
          <p:cNvSpPr/>
          <p:nvPr/>
        </p:nvSpPr>
        <p:spPr>
          <a:xfrm>
            <a:off x="4663440" y="1024128"/>
            <a:ext cx="4023360" cy="777240"/>
          </a:xfrm>
          <a:prstGeom prst="roundRect">
            <a:avLst>
              <a:gd name="adj" fmla="val 9412"/>
            </a:avLst>
          </a:prstGeom>
          <a:solidFill>
            <a:srgbClr val="EEF3F8"/>
          </a:solidFill>
          <a:ln w="12700">
            <a:solidFill>
              <a:srgbClr val="EEF3F8"/>
            </a:solidFill>
            <a:prstDash val="solid"/>
          </a:ln>
        </p:spPr>
      </p:sp>
      <p:sp>
        <p:nvSpPr>
          <p:cNvPr id="9" name="Text 7"/>
          <p:cNvSpPr txBox="1"/>
          <p:nvPr/>
        </p:nvSpPr>
        <p:spPr>
          <a:xfrm>
            <a:off x="4800600" y="1024128"/>
            <a:ext cx="3749040" cy="52120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FSPL(dB) = 20 log₁₀(d_km)</a:t>
            </a:r>
            <a:endParaRPr lang="en-US" sz="1500" dirty="0"/>
          </a:p>
          <a:p>
            <a:pPr algn="ctr" indent="0" marL="0">
              <a:buNone/>
            </a:pPr>
            <a:r>
              <a:rPr lang="en-US" sz="1500" dirty="0">
                <a:solidFill>
                  <a:srgbClr val="0B1F3A"/>
                </a:solidFill>
                <a:latin typeface="Cambria" pitchFamily="34" charset="0"/>
                <a:ea typeface="Cambria" pitchFamily="34" charset="-122"/>
                <a:cs typeface="Cambria" pitchFamily="34" charset="-120"/>
              </a:rPr>
              <a:t>    + 20 log₁₀(f_MHz) + 32.44</a:t>
            </a:r>
            <a:endParaRPr lang="en-US" sz="1500" dirty="0"/>
          </a:p>
        </p:txBody>
      </p:sp>
      <p:sp>
        <p:nvSpPr>
          <p:cNvPr id="10" name="Text 8"/>
          <p:cNvSpPr txBox="1"/>
          <p:nvPr/>
        </p:nvSpPr>
        <p:spPr>
          <a:xfrm>
            <a:off x="4800600" y="14996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Free-space path loss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5394960" cy="914400"/>
        </p:xfrm>
        <a:graphic>
          <a:graphicData uri="http://schemas.openxmlformats.org/drawingml/2006/table">
            <a:tbl>
              <a:tblPr/>
              <a:tblGrid>
                <a:gridCol w="1737360"/>
                <a:gridCol w="1097280"/>
                <a:gridCol w="256032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329184">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P_tx</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+20 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Wi-Fi access point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329184">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G_tx + G_rx</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+2 + 2 dBi</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Small antennas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FSPL at 50 m, 2.4 GHz</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−74 dB</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20log(0.05) + 20log(2400) + 32.44</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329184">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P_rx</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−50 dBm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Comfortably above −101 dBm floor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SNR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 51 dB</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Before implementation losses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bl>
          </a:graphicData>
        </a:graphic>
      </p:graphicFrame>
      <p:sp>
        <p:nvSpPr>
          <p:cNvPr id="12" name="Text 9"/>
          <p:cNvSpPr txBox="1"/>
          <p:nvPr/>
        </p:nvSpPr>
        <p:spPr>
          <a:xfrm>
            <a:off x="6035040" y="2011680"/>
            <a:ext cx="2651760" cy="566928"/>
          </a:xfrm>
          <a:prstGeom prst="rect">
            <a:avLst/>
          </a:prstGeom>
          <a:noFill/>
          <a:ln/>
        </p:spPr>
        <p:txBody>
          <a:bodyPr wrap="square" lIns="0" tIns="0" rIns="0" bIns="0" rtlCol="0" anchor="b"/>
          <a:lstStyle/>
          <a:p>
            <a:pPr algn="ctr" indent="0" marL="0">
              <a:buNone/>
            </a:pPr>
            <a:r>
              <a:rPr lang="en-US" sz="4000" b="1" dirty="0">
                <a:solidFill>
                  <a:srgbClr val="0B1F3A"/>
                </a:solidFill>
                <a:latin typeface="Cambria" pitchFamily="34" charset="0"/>
                <a:ea typeface="Cambria" pitchFamily="34" charset="-122"/>
                <a:cs typeface="Cambria" pitchFamily="34" charset="-120"/>
              </a:rPr>
              <a:t>−50 dBm</a:t>
            </a:r>
            <a:endParaRPr lang="en-US" sz="4000" dirty="0"/>
          </a:p>
        </p:txBody>
      </p:sp>
      <p:sp>
        <p:nvSpPr>
          <p:cNvPr id="13" name="Text 10"/>
          <p:cNvSpPr txBox="1"/>
          <p:nvPr/>
        </p:nvSpPr>
        <p:spPr>
          <a:xfrm>
            <a:off x="6035040" y="2578608"/>
            <a:ext cx="2651760" cy="347472"/>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received power at 50 m</a:t>
            </a:r>
            <a:endParaRPr lang="en-US" sz="1100" dirty="0"/>
          </a:p>
        </p:txBody>
      </p:sp>
      <p:sp>
        <p:nvSpPr>
          <p:cNvPr id="14" name="Text 11"/>
          <p:cNvSpPr txBox="1"/>
          <p:nvPr/>
        </p:nvSpPr>
        <p:spPr>
          <a:xfrm>
            <a:off x="6035040" y="3017520"/>
            <a:ext cx="2651760" cy="566928"/>
          </a:xfrm>
          <a:prstGeom prst="rect">
            <a:avLst/>
          </a:prstGeom>
          <a:noFill/>
          <a:ln/>
        </p:spPr>
        <p:txBody>
          <a:bodyPr wrap="square" lIns="0" tIns="0" rIns="0" bIns="0" rtlCol="0" anchor="b"/>
          <a:lstStyle/>
          <a:p>
            <a:pPr algn="ctr" indent="0" marL="0">
              <a:buNone/>
            </a:pPr>
            <a:r>
              <a:rPr lang="en-US" sz="4000" b="1" dirty="0">
                <a:solidFill>
                  <a:srgbClr val="2EC4B6"/>
                </a:solidFill>
                <a:latin typeface="Cambria" pitchFamily="34" charset="0"/>
                <a:ea typeface="Cambria" pitchFamily="34" charset="-122"/>
                <a:cs typeface="Cambria" pitchFamily="34" charset="-120"/>
              </a:rPr>
              <a:t>≈ 51 dB</a:t>
            </a:r>
            <a:endParaRPr lang="en-US" sz="4000" dirty="0"/>
          </a:p>
        </p:txBody>
      </p:sp>
      <p:sp>
        <p:nvSpPr>
          <p:cNvPr id="15" name="Text 12"/>
          <p:cNvSpPr txBox="1"/>
          <p:nvPr/>
        </p:nvSpPr>
        <p:spPr>
          <a:xfrm>
            <a:off x="6035040" y="3584448"/>
            <a:ext cx="2651760" cy="347472"/>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SNR above the −101 dBm thermal floor</a:t>
            </a:r>
            <a:endParaRPr lang="en-US" sz="1100" dirty="0"/>
          </a:p>
        </p:txBody>
      </p:sp>
      <p:sp>
        <p:nvSpPr>
          <p:cNvPr id="16" name="Text 13"/>
          <p:cNvSpPr txBox="1"/>
          <p:nvPr/>
        </p:nvSpPr>
        <p:spPr>
          <a:xfrm>
            <a:off x="6035040" y="4023360"/>
            <a:ext cx="2651760" cy="36576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FSPL grows 6 dB per doubling of distance or frequency.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Part 1</a:t>
            </a:r>
            <a:endParaRPr lang="en-US" sz="3000" dirty="0"/>
          </a:p>
        </p:txBody>
      </p:sp>
      <p:sp>
        <p:nvSpPr>
          <p:cNvPr id="3" name="Shape 1"/>
          <p:cNvSpPr/>
          <p:nvPr/>
        </p:nvSpPr>
        <p:spPr>
          <a:xfrm>
            <a:off x="457200" y="1325880"/>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32588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234440"/>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cos(2π f t + φ): everything in RF is built from this</a:t>
            </a:r>
            <a:endParaRPr lang="en-US" sz="1600" dirty="0"/>
          </a:p>
        </p:txBody>
      </p:sp>
      <p:sp>
        <p:nvSpPr>
          <p:cNvPr id="6" name="Shape 4"/>
          <p:cNvSpPr/>
          <p:nvPr/>
        </p:nvSpPr>
        <p:spPr>
          <a:xfrm>
            <a:off x="457200" y="1892808"/>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9280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801368"/>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dB adds instead of multiplies; dBm is absolute power vs 1 mW</a:t>
            </a:r>
            <a:endParaRPr lang="en-US" sz="1600" dirty="0"/>
          </a:p>
        </p:txBody>
      </p:sp>
      <p:sp>
        <p:nvSpPr>
          <p:cNvPr id="9" name="Shape 7"/>
          <p:cNvSpPr/>
          <p:nvPr/>
        </p:nvSpPr>
        <p:spPr>
          <a:xfrm>
            <a:off x="457200" y="2459736"/>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5973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68296"/>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Any modulation = I cos(ωt) − Q sin(ωt); complex baseband I + jQ</a:t>
            </a:r>
            <a:endParaRPr lang="en-US" sz="1600" dirty="0"/>
          </a:p>
        </p:txBody>
      </p:sp>
      <p:sp>
        <p:nvSpPr>
          <p:cNvPr id="12" name="Shape 10"/>
          <p:cNvSpPr/>
          <p:nvPr/>
        </p:nvSpPr>
        <p:spPr>
          <a:xfrm>
            <a:off x="457200" y="3026664"/>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302666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935224"/>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Thermal noise −174 dBm/Hz; Friis says put the LNA first</a:t>
            </a:r>
            <a:endParaRPr lang="en-US" sz="1600" dirty="0"/>
          </a:p>
        </p:txBody>
      </p:sp>
      <p:sp>
        <p:nvSpPr>
          <p:cNvPr id="15" name="Shape 13"/>
          <p:cNvSpPr/>
          <p:nvPr/>
        </p:nvSpPr>
        <p:spPr>
          <a:xfrm>
            <a:off x="457200" y="3593592"/>
            <a:ext cx="274320" cy="274320"/>
          </a:xfrm>
          <a:prstGeom prst="ellipse">
            <a:avLst/>
          </a:prstGeom>
          <a:solidFill>
            <a:srgbClr val="2EC4B6"/>
          </a:solidFill>
          <a:ln w="12700">
            <a:solidFill>
              <a:srgbClr val="2EC4B6"/>
            </a:solidFill>
            <a:prstDash val="solid"/>
          </a:ln>
        </p:spPr>
      </p:sp>
      <p:sp>
        <p:nvSpPr>
          <p:cNvPr id="16" name="Text 14"/>
          <p:cNvSpPr txBox="1"/>
          <p:nvPr/>
        </p:nvSpPr>
        <p:spPr>
          <a:xfrm>
            <a:off x="457200" y="3593592"/>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7" name="Text 15"/>
          <p:cNvSpPr txBox="1"/>
          <p:nvPr/>
        </p:nvSpPr>
        <p:spPr>
          <a:xfrm>
            <a:off x="868680" y="3502152"/>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Link budget: P_rx = P_tx + gains − path loss</a:t>
            </a:r>
            <a:endParaRPr lang="en-US" sz="1600" dirty="0"/>
          </a:p>
        </p:txBody>
      </p:sp>
      <p:sp>
        <p:nvSpPr>
          <p:cNvPr id="18" name="Text 16"/>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09728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2</a:t>
            </a:r>
            <a:endParaRPr lang="en-US" sz="1400" dirty="0"/>
          </a:p>
        </p:txBody>
      </p:sp>
      <p:sp>
        <p:nvSpPr>
          <p:cNvPr id="3" name="Text 1"/>
          <p:cNvSpPr txBox="1"/>
          <p:nvPr/>
        </p:nvSpPr>
        <p:spPr>
          <a:xfrm>
            <a:off x="457200" y="146304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Sampling</a:t>
            </a:r>
            <a:endParaRPr lang="en-US" sz="4000" dirty="0"/>
          </a:p>
        </p:txBody>
      </p:sp>
      <p:sp>
        <p:nvSpPr>
          <p:cNvPr id="4" name="Text 2"/>
          <p:cNvSpPr txBox="1"/>
          <p:nvPr/>
        </p:nvSpPr>
        <p:spPr>
          <a:xfrm>
            <a:off x="457200" y="242316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Turning a continuous wave into a list of numbers</a:t>
            </a:r>
            <a:endParaRPr lang="en-US" sz="1600" dirty="0"/>
          </a:p>
        </p:txBody>
      </p:sp>
      <p:sp>
        <p:nvSpPr>
          <p:cNvPr id="5" name="Text 3"/>
          <p:cNvSpPr txBox="1"/>
          <p:nvPr/>
        </p:nvSpPr>
        <p:spPr>
          <a:xfrm>
            <a:off x="457200" y="292608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12 minutes</a:t>
            </a:r>
            <a:endParaRPr lang="en-US" sz="1100" dirty="0"/>
          </a:p>
        </p:txBody>
      </p:sp>
      <p:sp>
        <p:nvSpPr>
          <p:cNvPr id="6" name="Text 4"/>
          <p:cNvSpPr txBox="1"/>
          <p:nvPr/>
        </p:nvSpPr>
        <p:spPr>
          <a:xfrm>
            <a:off x="457200" y="3611880"/>
            <a:ext cx="2743200" cy="228600"/>
          </a:xfrm>
          <a:prstGeom prst="rect">
            <a:avLst/>
          </a:prstGeom>
          <a:noFill/>
          <a:ln/>
        </p:spPr>
        <p:txBody>
          <a:bodyPr wrap="square" lIns="0" tIns="0" rIns="0" bIns="0" rtlCol="0" anchor="ctr"/>
          <a:lstStyle/>
          <a:p>
            <a:pPr indent="0" marL="0">
              <a:buNone/>
            </a:pPr>
            <a:r>
              <a:rPr lang="en-US" sz="900" i="1" dirty="0">
                <a:solidFill>
                  <a:srgbClr val="B8C4D6"/>
                </a:solidFill>
                <a:latin typeface="Calibri" pitchFamily="34" charset="0"/>
                <a:ea typeface="Calibri" pitchFamily="34" charset="-122"/>
                <a:cs typeface="Calibri" pitchFamily="34" charset="-120"/>
              </a:rPr>
              <a:t>You are here</a:t>
            </a:r>
            <a:endParaRPr lang="en-US" sz="900" dirty="0"/>
          </a:p>
        </p:txBody>
      </p:sp>
      <p:sp>
        <p:nvSpPr>
          <p:cNvPr id="7" name="Text 5"/>
          <p:cNvSpPr txBox="1"/>
          <p:nvPr/>
        </p:nvSpPr>
        <p:spPr>
          <a:xfrm>
            <a:off x="457200"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Antenna</a:t>
            </a:r>
            <a:endParaRPr lang="en-US" sz="1000" dirty="0"/>
          </a:p>
        </p:txBody>
      </p:sp>
      <p:sp>
        <p:nvSpPr>
          <p:cNvPr id="8" name="Shape 6"/>
          <p:cNvSpPr/>
          <p:nvPr/>
        </p:nvSpPr>
        <p:spPr>
          <a:xfrm>
            <a:off x="1460427" y="4091940"/>
            <a:ext cx="201168" cy="0"/>
          </a:xfrm>
          <a:prstGeom prst="line">
            <a:avLst/>
          </a:prstGeom>
          <a:noFill/>
          <a:ln w="15875">
            <a:solidFill>
              <a:srgbClr val="8FA3BF"/>
            </a:solidFill>
            <a:prstDash val="solid"/>
            <a:tailEnd type="triangle"/>
          </a:ln>
        </p:spPr>
      </p:sp>
      <p:sp>
        <p:nvSpPr>
          <p:cNvPr id="9" name="Text 7"/>
          <p:cNvSpPr txBox="1"/>
          <p:nvPr/>
        </p:nvSpPr>
        <p:spPr>
          <a:xfrm>
            <a:off x="1661595"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LNA</a:t>
            </a:r>
            <a:endParaRPr lang="en-US" sz="1000" dirty="0"/>
          </a:p>
        </p:txBody>
      </p:sp>
      <p:sp>
        <p:nvSpPr>
          <p:cNvPr id="10" name="Shape 8"/>
          <p:cNvSpPr/>
          <p:nvPr/>
        </p:nvSpPr>
        <p:spPr>
          <a:xfrm>
            <a:off x="2664823" y="4091940"/>
            <a:ext cx="201168" cy="0"/>
          </a:xfrm>
          <a:prstGeom prst="line">
            <a:avLst/>
          </a:prstGeom>
          <a:noFill/>
          <a:ln w="15875">
            <a:solidFill>
              <a:srgbClr val="8FA3BF"/>
            </a:solidFill>
            <a:prstDash val="solid"/>
            <a:tailEnd type="triangle"/>
          </a:ln>
        </p:spPr>
      </p:sp>
      <p:sp>
        <p:nvSpPr>
          <p:cNvPr id="11" name="Text 9"/>
          <p:cNvSpPr txBox="1"/>
          <p:nvPr/>
        </p:nvSpPr>
        <p:spPr>
          <a:xfrm>
            <a:off x="2865991"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Mixer</a:t>
            </a:r>
            <a:endParaRPr lang="en-US" sz="1000" dirty="0"/>
          </a:p>
        </p:txBody>
      </p:sp>
      <p:sp>
        <p:nvSpPr>
          <p:cNvPr id="12" name="Shape 10"/>
          <p:cNvSpPr/>
          <p:nvPr/>
        </p:nvSpPr>
        <p:spPr>
          <a:xfrm>
            <a:off x="3869218" y="4091940"/>
            <a:ext cx="201168" cy="0"/>
          </a:xfrm>
          <a:prstGeom prst="line">
            <a:avLst/>
          </a:prstGeom>
          <a:noFill/>
          <a:ln w="15875">
            <a:solidFill>
              <a:srgbClr val="8FA3BF"/>
            </a:solidFill>
            <a:prstDash val="solid"/>
            <a:tailEnd type="triangle"/>
          </a:ln>
        </p:spPr>
      </p:sp>
      <p:sp>
        <p:nvSpPr>
          <p:cNvPr id="13" name="Text 11"/>
          <p:cNvSpPr txBox="1"/>
          <p:nvPr/>
        </p:nvSpPr>
        <p:spPr>
          <a:xfrm>
            <a:off x="4070386" y="3840480"/>
            <a:ext cx="1003227" cy="502920"/>
          </a:xfrm>
          <a:prstGeom prst="roundRect">
            <a:avLst>
              <a:gd name="adj" fmla="val 10909"/>
            </a:avLst>
          </a:prstGeom>
          <a:solidFill>
            <a:srgbClr val="2EC4B6"/>
          </a:solidFill>
          <a:ln w="9525">
            <a:solidFill>
              <a:srgbClr val="2EC4B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Filter</a:t>
            </a:r>
            <a:endParaRPr lang="en-US" sz="1000" dirty="0"/>
          </a:p>
        </p:txBody>
      </p:sp>
      <p:sp>
        <p:nvSpPr>
          <p:cNvPr id="14" name="Shape 12"/>
          <p:cNvSpPr/>
          <p:nvPr/>
        </p:nvSpPr>
        <p:spPr>
          <a:xfrm>
            <a:off x="5073614" y="4091940"/>
            <a:ext cx="201168" cy="0"/>
          </a:xfrm>
          <a:prstGeom prst="line">
            <a:avLst/>
          </a:prstGeom>
          <a:noFill/>
          <a:ln w="15875">
            <a:solidFill>
              <a:srgbClr val="8FA3BF"/>
            </a:solidFill>
            <a:prstDash val="solid"/>
            <a:tailEnd type="triangle"/>
          </a:ln>
        </p:spPr>
      </p:sp>
      <p:sp>
        <p:nvSpPr>
          <p:cNvPr id="15" name="Text 13"/>
          <p:cNvSpPr txBox="1"/>
          <p:nvPr/>
        </p:nvSpPr>
        <p:spPr>
          <a:xfrm>
            <a:off x="5274782"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ADC</a:t>
            </a:r>
            <a:endParaRPr lang="en-US" sz="1000" dirty="0"/>
          </a:p>
        </p:txBody>
      </p:sp>
      <p:sp>
        <p:nvSpPr>
          <p:cNvPr id="16" name="Shape 14"/>
          <p:cNvSpPr/>
          <p:nvPr/>
        </p:nvSpPr>
        <p:spPr>
          <a:xfrm>
            <a:off x="6278009" y="4091940"/>
            <a:ext cx="201168" cy="0"/>
          </a:xfrm>
          <a:prstGeom prst="line">
            <a:avLst/>
          </a:prstGeom>
          <a:noFill/>
          <a:ln w="15875">
            <a:solidFill>
              <a:srgbClr val="8FA3BF"/>
            </a:solidFill>
            <a:prstDash val="solid"/>
            <a:tailEnd type="triangle"/>
          </a:ln>
        </p:spPr>
      </p:sp>
      <p:sp>
        <p:nvSpPr>
          <p:cNvPr id="17" name="Text 15"/>
          <p:cNvSpPr txBox="1"/>
          <p:nvPr/>
        </p:nvSpPr>
        <p:spPr>
          <a:xfrm>
            <a:off x="6479177"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DSP</a:t>
            </a:r>
            <a:endParaRPr lang="en-US" sz="1000" dirty="0"/>
          </a:p>
        </p:txBody>
      </p:sp>
      <p:sp>
        <p:nvSpPr>
          <p:cNvPr id="18" name="Shape 16"/>
          <p:cNvSpPr/>
          <p:nvPr/>
        </p:nvSpPr>
        <p:spPr>
          <a:xfrm>
            <a:off x="7482405" y="4091940"/>
            <a:ext cx="201168" cy="0"/>
          </a:xfrm>
          <a:prstGeom prst="line">
            <a:avLst/>
          </a:prstGeom>
          <a:noFill/>
          <a:ln w="15875">
            <a:solidFill>
              <a:srgbClr val="8FA3BF"/>
            </a:solidFill>
            <a:prstDash val="solid"/>
            <a:tailEnd type="triangle"/>
          </a:ln>
        </p:spPr>
      </p:sp>
      <p:sp>
        <p:nvSpPr>
          <p:cNvPr id="19" name="Text 17"/>
          <p:cNvSpPr txBox="1"/>
          <p:nvPr/>
        </p:nvSpPr>
        <p:spPr>
          <a:xfrm>
            <a:off x="7683573"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
        <p:nvSpPr>
          <p:cNvPr id="20" name="Text 18"/>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Sampling: x(t) becomes x[n]</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Sampling: continuous to discrete</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457200" y="1024128"/>
            <a:ext cx="4023360" cy="868680"/>
          </a:xfrm>
          <a:prstGeom prst="roundRect">
            <a:avLst>
              <a:gd name="adj" fmla="val 8421"/>
            </a:avLst>
          </a:prstGeom>
          <a:solidFill>
            <a:srgbClr val="EEF3F8"/>
          </a:solidFill>
          <a:ln w="12700">
            <a:solidFill>
              <a:srgbClr val="EEF3F8"/>
            </a:solidFill>
            <a:prstDash val="solid"/>
          </a:ln>
        </p:spPr>
      </p:sp>
      <p:sp>
        <p:nvSpPr>
          <p:cNvPr id="6" name="Text 4"/>
          <p:cNvSpPr txBox="1"/>
          <p:nvPr/>
        </p:nvSpPr>
        <p:spPr>
          <a:xfrm>
            <a:off x="594360" y="1024128"/>
            <a:ext cx="3749040" cy="61264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x[n] = x(n · T_s)        f_s = 1 / T_s</a:t>
            </a:r>
            <a:endParaRPr lang="en-US" sz="1300" dirty="0"/>
          </a:p>
        </p:txBody>
      </p:sp>
      <p:sp>
        <p:nvSpPr>
          <p:cNvPr id="7" name="Text 5"/>
          <p:cNvSpPr txBox="1"/>
          <p:nvPr/>
        </p:nvSpPr>
        <p:spPr>
          <a:xfrm>
            <a:off x="594360" y="159105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Read the voltage every T_s seconds; f_s is the sample rate</a:t>
            </a:r>
            <a:endParaRPr lang="en-US" sz="1000" dirty="0"/>
          </a:p>
        </p:txBody>
      </p:sp>
      <p:sp>
        <p:nvSpPr>
          <p:cNvPr id="8" name="Text 6"/>
          <p:cNvSpPr txBox="1"/>
          <p:nvPr/>
        </p:nvSpPr>
        <p:spPr>
          <a:xfrm>
            <a:off x="457200" y="2011680"/>
            <a:ext cx="402336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Continuous time t (seconds) becomes an integer index n</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Between samples the ADC knows nothing; the theory says that is fine if f_s is high enough</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Chart: a 1 kHz sine sampled at 12 kSPS; the dots are all the digital world ever sees</a:t>
            </a:r>
            <a:endParaRPr lang="en-US" sz="1200" dirty="0"/>
          </a:p>
        </p:txBody>
      </p:sp>
      <p:graphicFrame>
        <p:nvGraphicFramePr>
          <p:cNvPr id="9" name="Chart 0" descr=""/>
          <p:cNvGraphicFramePr/>
          <p:nvPr/>
        </p:nvGraphicFramePr>
        <p:xfrm>
          <a:off x="4663440" y="1024128"/>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57200" y="3931920"/>
            <a:ext cx="8229600" cy="658368"/>
          </a:xfrm>
          <a:prstGeom prst="roundRect">
            <a:avLst>
              <a:gd name="adj" fmla="val 11111"/>
            </a:avLst>
          </a:prstGeom>
          <a:solidFill>
            <a:srgbClr val="FFF4D6"/>
          </a:solidFill>
          <a:ln w="12700">
            <a:solidFill>
              <a:srgbClr val="FFF4D6"/>
            </a:solidFill>
            <a:prstDash val="solid"/>
          </a:ln>
        </p:spPr>
      </p:sp>
      <p:sp>
        <p:nvSpPr>
          <p:cNvPr id="11" name="Shape 8"/>
          <p:cNvSpPr/>
          <p:nvPr/>
        </p:nvSpPr>
        <p:spPr>
          <a:xfrm>
            <a:off x="566928" y="4041648"/>
            <a:ext cx="237744" cy="237744"/>
          </a:xfrm>
          <a:prstGeom prst="ellipse">
            <a:avLst/>
          </a:prstGeom>
          <a:solidFill>
            <a:srgbClr val="FFB703"/>
          </a:solidFill>
          <a:ln w="12700">
            <a:solidFill>
              <a:srgbClr val="FFB703"/>
            </a:solidFill>
            <a:prstDash val="solid"/>
          </a:ln>
        </p:spPr>
      </p:sp>
      <p:sp>
        <p:nvSpPr>
          <p:cNvPr id="12" name="Text 9"/>
          <p:cNvSpPr txBox="1"/>
          <p:nvPr/>
        </p:nvSpPr>
        <p:spPr>
          <a:xfrm>
            <a:off x="566928" y="404164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3" name="Text 10"/>
          <p:cNvSpPr txBox="1"/>
          <p:nvPr/>
        </p:nvSpPr>
        <p:spPr>
          <a:xfrm>
            <a:off x="896112" y="4005072"/>
            <a:ext cx="7680960" cy="512064"/>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Mathematically sampling multiplies x(t) by an impulse train; in frequency this convolves X(f) with impulses at multiples of f_s, creating periodic copies. Aliasing is those copies overlapping.</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Nyquist–Shannon: how fast is fast enough?</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Sampling: continuous to discrete</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457200" y="1024128"/>
            <a:ext cx="4023360" cy="754380"/>
          </a:xfrm>
          <a:prstGeom prst="roundRect">
            <a:avLst>
              <a:gd name="adj" fmla="val 9697"/>
            </a:avLst>
          </a:prstGeom>
          <a:solidFill>
            <a:srgbClr val="EEF3F8"/>
          </a:solidFill>
          <a:ln w="12700">
            <a:solidFill>
              <a:srgbClr val="EEF3F8"/>
            </a:solidFill>
            <a:prstDash val="solid"/>
          </a:ln>
        </p:spPr>
      </p:sp>
      <p:sp>
        <p:nvSpPr>
          <p:cNvPr id="6" name="Text 4"/>
          <p:cNvSpPr txBox="1"/>
          <p:nvPr/>
        </p:nvSpPr>
        <p:spPr>
          <a:xfrm>
            <a:off x="594360" y="1024128"/>
            <a:ext cx="3749040" cy="498348"/>
          </a:xfrm>
          <a:prstGeom prst="rect">
            <a:avLst/>
          </a:prstGeom>
          <a:noFill/>
          <a:ln/>
        </p:spPr>
        <p:txBody>
          <a:bodyPr wrap="square" lIns="0" tIns="0" rIns="0" bIns="0" rtlCol="0" anchor="ctr"/>
          <a:lstStyle/>
          <a:p>
            <a:pPr algn="ctr" indent="0" marL="0">
              <a:buNone/>
            </a:pPr>
            <a:r>
              <a:rPr lang="en-US" sz="1600" dirty="0">
                <a:solidFill>
                  <a:srgbClr val="0B1F3A"/>
                </a:solidFill>
                <a:latin typeface="Cambria" pitchFamily="34" charset="0"/>
                <a:ea typeface="Cambria" pitchFamily="34" charset="-122"/>
                <a:cs typeface="Cambria" pitchFamily="34" charset="-120"/>
              </a:rPr>
              <a:t>f_s &gt; 2 · f_max</a:t>
            </a:r>
            <a:endParaRPr lang="en-US" sz="1600" dirty="0"/>
          </a:p>
        </p:txBody>
      </p:sp>
      <p:sp>
        <p:nvSpPr>
          <p:cNvPr id="7" name="Text 5"/>
          <p:cNvSpPr txBox="1"/>
          <p:nvPr/>
        </p:nvSpPr>
        <p:spPr>
          <a:xfrm>
            <a:off x="594360" y="147675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Sample faster than twice the highest frequency present</a:t>
            </a:r>
            <a:endParaRPr lang="en-US" sz="1000" dirty="0"/>
          </a:p>
        </p:txBody>
      </p:sp>
      <p:sp>
        <p:nvSpPr>
          <p:cNvPr id="8" name="Shape 6"/>
          <p:cNvSpPr/>
          <p:nvPr/>
        </p:nvSpPr>
        <p:spPr>
          <a:xfrm>
            <a:off x="457200" y="1869948"/>
            <a:ext cx="4023360" cy="754380"/>
          </a:xfrm>
          <a:prstGeom prst="roundRect">
            <a:avLst>
              <a:gd name="adj" fmla="val 9697"/>
            </a:avLst>
          </a:prstGeom>
          <a:solidFill>
            <a:srgbClr val="EEF3F8"/>
          </a:solidFill>
          <a:ln w="12700">
            <a:solidFill>
              <a:srgbClr val="EEF3F8"/>
            </a:solidFill>
            <a:prstDash val="solid"/>
          </a:ln>
        </p:spPr>
      </p:sp>
      <p:sp>
        <p:nvSpPr>
          <p:cNvPr id="9" name="Text 7"/>
          <p:cNvSpPr txBox="1"/>
          <p:nvPr/>
        </p:nvSpPr>
        <p:spPr>
          <a:xfrm>
            <a:off x="594360" y="1869948"/>
            <a:ext cx="3749040" cy="498348"/>
          </a:xfrm>
          <a:prstGeom prst="rect">
            <a:avLst/>
          </a:prstGeom>
          <a:noFill/>
          <a:ln/>
        </p:spPr>
        <p:txBody>
          <a:bodyPr wrap="square" lIns="0" tIns="0" rIns="0" bIns="0" rtlCol="0" anchor="ctr"/>
          <a:lstStyle/>
          <a:p>
            <a:pPr algn="ctr" indent="0" marL="0">
              <a:buNone/>
            </a:pPr>
            <a:r>
              <a:rPr lang="en-US" sz="1600" dirty="0">
                <a:solidFill>
                  <a:srgbClr val="0B1F3A"/>
                </a:solidFill>
                <a:latin typeface="Cambria" pitchFamily="34" charset="0"/>
                <a:ea typeface="Cambria" pitchFamily="34" charset="-122"/>
                <a:cs typeface="Cambria" pitchFamily="34" charset="-120"/>
              </a:rPr>
              <a:t>f_alias = | f − k · f_s |</a:t>
            </a:r>
            <a:endParaRPr lang="en-US" sz="1600" dirty="0"/>
          </a:p>
          <a:p>
            <a:pPr algn="ctr" indent="0" marL="0">
              <a:buNone/>
            </a:pPr>
            <a:r>
              <a:rPr lang="en-US" sz="1600" dirty="0">
                <a:solidFill>
                  <a:srgbClr val="0B1F3A"/>
                </a:solidFill>
                <a:latin typeface="Cambria" pitchFamily="34" charset="0"/>
                <a:ea typeface="Cambria" pitchFamily="34" charset="-122"/>
                <a:cs typeface="Cambria" pitchFamily="34" charset="-120"/>
              </a:rPr>
              <a:t>k = nearest integer</a:t>
            </a:r>
            <a:endParaRPr lang="en-US" sz="1600" dirty="0"/>
          </a:p>
        </p:txBody>
      </p:sp>
      <p:sp>
        <p:nvSpPr>
          <p:cNvPr id="10" name="Text 8"/>
          <p:cNvSpPr txBox="1"/>
          <p:nvPr/>
        </p:nvSpPr>
        <p:spPr>
          <a:xfrm>
            <a:off x="594360" y="232257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 tone above f_s/2 shows up at a wrong, lower frequency</a:t>
            </a:r>
            <a:endParaRPr lang="en-US" sz="1000" dirty="0"/>
          </a:p>
        </p:txBody>
      </p:sp>
      <p:sp>
        <p:nvSpPr>
          <p:cNvPr id="11" name="Text 9"/>
          <p:cNvSpPr txBox="1"/>
          <p:nvPr/>
        </p:nvSpPr>
        <p:spPr>
          <a:xfrm>
            <a:off x="457200" y="2743200"/>
            <a:ext cx="4023360" cy="1097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Chart: a 9 kHz tone sampled at 8 kSPS produces exactly the same samples as a 1 kHz tone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Once aliased, the damage is permanent: no algorithm can tell the two apart</a:t>
            </a:r>
            <a:endParaRPr lang="en-US" sz="1200" dirty="0"/>
          </a:p>
        </p:txBody>
      </p:sp>
      <p:graphicFrame>
        <p:nvGraphicFramePr>
          <p:cNvPr id="12" name="Chart 0" descr=""/>
          <p:cNvGraphicFramePr/>
          <p:nvPr/>
        </p:nvGraphicFramePr>
        <p:xfrm>
          <a:off x="4663440" y="1024128"/>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457200" y="3931920"/>
            <a:ext cx="8229600" cy="658368"/>
          </a:xfrm>
          <a:prstGeom prst="roundRect">
            <a:avLst>
              <a:gd name="adj" fmla="val 11111"/>
            </a:avLst>
          </a:prstGeom>
          <a:solidFill>
            <a:srgbClr val="FFF4D6"/>
          </a:solidFill>
          <a:ln w="12700">
            <a:solidFill>
              <a:srgbClr val="FFF4D6"/>
            </a:solidFill>
            <a:prstDash val="solid"/>
          </a:ln>
        </p:spPr>
      </p:sp>
      <p:sp>
        <p:nvSpPr>
          <p:cNvPr id="14" name="Shape 11"/>
          <p:cNvSpPr/>
          <p:nvPr/>
        </p:nvSpPr>
        <p:spPr>
          <a:xfrm>
            <a:off x="566928" y="4041648"/>
            <a:ext cx="237744" cy="237744"/>
          </a:xfrm>
          <a:prstGeom prst="ellipse">
            <a:avLst/>
          </a:prstGeom>
          <a:solidFill>
            <a:srgbClr val="FFB703"/>
          </a:solidFill>
          <a:ln w="12700">
            <a:solidFill>
              <a:srgbClr val="FFB703"/>
            </a:solidFill>
            <a:prstDash val="solid"/>
          </a:ln>
        </p:spPr>
      </p:sp>
      <p:sp>
        <p:nvSpPr>
          <p:cNvPr id="15" name="Text 12"/>
          <p:cNvSpPr txBox="1"/>
          <p:nvPr/>
        </p:nvSpPr>
        <p:spPr>
          <a:xfrm>
            <a:off x="566928" y="404164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6" name="Text 13"/>
          <p:cNvSpPr txBox="1"/>
          <p:nvPr/>
        </p:nvSpPr>
        <p:spPr>
          <a:xfrm>
            <a:off x="896112" y="4005072"/>
            <a:ext cx="7680960" cy="512064"/>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Aliasing folds the spectrum about f_s/2 like a sheet of paper. Wagon wheels in films rotating backwards are aliasing at 24 frames per second.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Anti-alias filter: before the ADC, always</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Sampling: continuous to discrete</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15</a:t>
            </a:r>
            <a:endParaRPr lang="en-US" sz="900" dirty="0"/>
          </a:p>
        </p:txBody>
      </p:sp>
      <p:sp>
        <p:nvSpPr>
          <p:cNvPr id="5" name="Text 3"/>
          <p:cNvSpPr txBox="1"/>
          <p:nvPr/>
        </p:nvSpPr>
        <p:spPr>
          <a:xfrm>
            <a:off x="457200" y="1024128"/>
            <a:ext cx="420624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Rule: remove everything above f_s/2 in analog, before sampling</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Practical filters have a transition band, so f_s is chosen 2.2 to 2.5 × the signal bandwidth</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Oversampling (f_s ≫ 2B) relaxes the analog filter and lets a digital filter finish the job</a:t>
            </a:r>
            <a:endParaRPr lang="en-US" sz="1250" dirty="0"/>
          </a:p>
        </p:txBody>
      </p:sp>
      <p:sp>
        <p:nvSpPr>
          <p:cNvPr id="6" name="Shape 4"/>
          <p:cNvSpPr/>
          <p:nvPr/>
        </p:nvSpPr>
        <p:spPr>
          <a:xfrm>
            <a:off x="457200" y="2560320"/>
            <a:ext cx="4206240" cy="868680"/>
          </a:xfrm>
          <a:prstGeom prst="roundRect">
            <a:avLst>
              <a:gd name="adj" fmla="val 8421"/>
            </a:avLst>
          </a:prstGeom>
          <a:solidFill>
            <a:srgbClr val="EEF3F8"/>
          </a:solidFill>
          <a:ln w="12700">
            <a:solidFill>
              <a:srgbClr val="EEF3F8"/>
            </a:solidFill>
            <a:prstDash val="solid"/>
          </a:ln>
        </p:spPr>
      </p:sp>
      <p:sp>
        <p:nvSpPr>
          <p:cNvPr id="7" name="Text 5"/>
          <p:cNvSpPr txBox="1"/>
          <p:nvPr/>
        </p:nvSpPr>
        <p:spPr>
          <a:xfrm>
            <a:off x="594360" y="2560320"/>
            <a:ext cx="3931920" cy="61264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Bandpass sampling:</a:t>
            </a:r>
            <a:endParaRPr lang="en-US" sz="1400" dirty="0"/>
          </a:p>
          <a:p>
            <a:pPr algn="ctr" indent="0" marL="0">
              <a:buNone/>
            </a:pPr>
            <a:r>
              <a:rPr lang="en-US" sz="1400" dirty="0">
                <a:solidFill>
                  <a:srgbClr val="0B1F3A"/>
                </a:solidFill>
                <a:latin typeface="Cambria" pitchFamily="34" charset="0"/>
                <a:ea typeface="Cambria" pitchFamily="34" charset="-122"/>
                <a:cs typeface="Cambria" pitchFamily="34" charset="-120"/>
              </a:rPr>
              <a:t>2 f_H / n  ≤  f_s  ≤  2 f_L / (n − 1)</a:t>
            </a:r>
            <a:endParaRPr lang="en-US" sz="1400" dirty="0"/>
          </a:p>
        </p:txBody>
      </p:sp>
      <p:sp>
        <p:nvSpPr>
          <p:cNvPr id="8" name="Text 6"/>
          <p:cNvSpPr txBox="1"/>
          <p:nvPr/>
        </p:nvSpPr>
        <p:spPr>
          <a:xfrm>
            <a:off x="594360" y="3127248"/>
            <a:ext cx="393192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Sample a band [f_L, f_H] below 2 f_H if it stays clear of the fold points</a:t>
            </a:r>
            <a:endParaRPr lang="en-US" sz="1000" dirty="0"/>
          </a:p>
        </p:txBody>
      </p:sp>
      <p:graphicFrame>
        <p:nvGraphicFramePr>
          <p:cNvPr id="9" name="Chart 0" descr=""/>
          <p:cNvGraphicFramePr/>
          <p:nvPr/>
        </p:nvGraphicFramePr>
        <p:xfrm>
          <a:off x="4846320" y="1024128"/>
          <a:ext cx="3840480" cy="23774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846320" y="3456432"/>
            <a:ext cx="384048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Real filters need a transition band, so f_s is chosen above 2 × the signal bandwidth.</a:t>
            </a:r>
            <a:endParaRPr lang="en-US" sz="1000" dirty="0"/>
          </a:p>
        </p:txBody>
      </p:sp>
      <p:sp>
        <p:nvSpPr>
          <p:cNvPr id="11" name="Shape 8"/>
          <p:cNvSpPr/>
          <p:nvPr/>
        </p:nvSpPr>
        <p:spPr>
          <a:xfrm>
            <a:off x="457200" y="3794760"/>
            <a:ext cx="8229600" cy="822960"/>
          </a:xfrm>
          <a:prstGeom prst="roundRect">
            <a:avLst>
              <a:gd name="adj" fmla="val 8889"/>
            </a:avLst>
          </a:prstGeom>
          <a:solidFill>
            <a:srgbClr val="FFF4D6"/>
          </a:solidFill>
          <a:ln w="12700">
            <a:solidFill>
              <a:srgbClr val="FFF4D6"/>
            </a:solidFill>
            <a:prstDash val="solid"/>
          </a:ln>
        </p:spPr>
      </p:sp>
      <p:sp>
        <p:nvSpPr>
          <p:cNvPr id="12" name="Shape 9"/>
          <p:cNvSpPr/>
          <p:nvPr/>
        </p:nvSpPr>
        <p:spPr>
          <a:xfrm>
            <a:off x="566928" y="3904488"/>
            <a:ext cx="237744" cy="237744"/>
          </a:xfrm>
          <a:prstGeom prst="ellipse">
            <a:avLst/>
          </a:prstGeom>
          <a:solidFill>
            <a:srgbClr val="FFB703"/>
          </a:solidFill>
          <a:ln w="12700">
            <a:solidFill>
              <a:srgbClr val="FFB703"/>
            </a:solidFill>
            <a:prstDash val="solid"/>
          </a:ln>
        </p:spPr>
      </p:sp>
      <p:sp>
        <p:nvSpPr>
          <p:cNvPr id="13" name="Text 10"/>
          <p:cNvSpPr txBox="1"/>
          <p:nvPr/>
        </p:nvSpPr>
        <p:spPr>
          <a:xfrm>
            <a:off x="566928" y="390448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4" name="Text 11"/>
          <p:cNvSpPr txBox="1"/>
          <p:nvPr/>
        </p:nvSpPr>
        <p:spPr>
          <a:xfrm>
            <a:off x="896112" y="3867912"/>
            <a:ext cx="7680960" cy="67665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Undersampling an IF (for example a 70 MHz IF at 61.44 MSPS) deliberately aliases the band down to baseband. It works only with a good bandpass filter and a low-jitter clock, because jitter noise scales with the analog input frequency, not with f_s.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Reconstruction: getting x(t) back from x[n]</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Sampling: continuous to discrete</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16</a:t>
            </a:r>
            <a:endParaRPr lang="en-US" sz="900" dirty="0"/>
          </a:p>
        </p:txBody>
      </p:sp>
      <p:sp>
        <p:nvSpPr>
          <p:cNvPr id="5" name="Shape 3"/>
          <p:cNvSpPr/>
          <p:nvPr/>
        </p:nvSpPr>
        <p:spPr>
          <a:xfrm>
            <a:off x="457200" y="1024128"/>
            <a:ext cx="4023360" cy="868680"/>
          </a:xfrm>
          <a:prstGeom prst="roundRect">
            <a:avLst>
              <a:gd name="adj" fmla="val 8421"/>
            </a:avLst>
          </a:prstGeom>
          <a:solidFill>
            <a:srgbClr val="EEF3F8"/>
          </a:solidFill>
          <a:ln w="12700">
            <a:solidFill>
              <a:srgbClr val="EEF3F8"/>
            </a:solidFill>
            <a:prstDash val="solid"/>
          </a:ln>
        </p:spPr>
      </p:sp>
      <p:sp>
        <p:nvSpPr>
          <p:cNvPr id="6" name="Text 4"/>
          <p:cNvSpPr txBox="1"/>
          <p:nvPr/>
        </p:nvSpPr>
        <p:spPr>
          <a:xfrm>
            <a:off x="594360" y="1024128"/>
            <a:ext cx="3749040" cy="6126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x(t) = Σₙ x[n] · sinc( (t − n T_s) / T_s )</a:t>
            </a:r>
            <a:endParaRPr lang="en-US" sz="1200" dirty="0"/>
          </a:p>
        </p:txBody>
      </p:sp>
      <p:sp>
        <p:nvSpPr>
          <p:cNvPr id="7" name="Text 5"/>
          <p:cNvSpPr txBox="1"/>
          <p:nvPr/>
        </p:nvSpPr>
        <p:spPr>
          <a:xfrm>
            <a:off x="594360" y="159105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Whittaker–Shannon interpolation; sinc(u) = sin(πu)/(πu)</a:t>
            </a:r>
            <a:endParaRPr lang="en-US" sz="1000" dirty="0"/>
          </a:p>
        </p:txBody>
      </p:sp>
      <p:sp>
        <p:nvSpPr>
          <p:cNvPr id="8" name="Text 6"/>
          <p:cNvSpPr txBox="1"/>
          <p:nvPr/>
        </p:nvSpPr>
        <p:spPr>
          <a:xfrm>
            <a:off x="457200" y="2011680"/>
            <a:ext cx="402336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Each sample launches a sinc pulse; the sum passes exactly through every sample and is smooth in between</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In hardware: the DAC outputs a staircase, and a reconstruction (low-pass) filter smooths it</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The staircase costs sinc(f/f_s) droop: −3.9 dB at f_s/2, often pre-compensated digitally</a:t>
            </a:r>
            <a:endParaRPr lang="en-US" sz="1200" dirty="0"/>
          </a:p>
        </p:txBody>
      </p:sp>
      <p:graphicFrame>
        <p:nvGraphicFramePr>
          <p:cNvPr id="9" name="Chart 0" descr=""/>
          <p:cNvGraphicFramePr/>
          <p:nvPr/>
        </p:nvGraphicFramePr>
        <p:xfrm>
          <a:off x="4663440" y="1024128"/>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663440" y="3840480"/>
            <a:ext cx="4023360" cy="36576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The smooth curve is the unique band-limited signal through every sample.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Part 2</a:t>
            </a:r>
            <a:endParaRPr lang="en-US" sz="3000" dirty="0"/>
          </a:p>
        </p:txBody>
      </p:sp>
      <p:sp>
        <p:nvSpPr>
          <p:cNvPr id="3" name="Shape 1"/>
          <p:cNvSpPr/>
          <p:nvPr/>
        </p:nvSpPr>
        <p:spPr>
          <a:xfrm>
            <a:off x="457200" y="1325880"/>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32588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234440"/>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x[n] = x(nT_s); the digital world only sees the dots</a:t>
            </a:r>
            <a:endParaRPr lang="en-US" sz="1600" dirty="0"/>
          </a:p>
        </p:txBody>
      </p:sp>
      <p:sp>
        <p:nvSpPr>
          <p:cNvPr id="6" name="Shape 4"/>
          <p:cNvSpPr/>
          <p:nvPr/>
        </p:nvSpPr>
        <p:spPr>
          <a:xfrm>
            <a:off x="457200" y="1892808"/>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9280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801368"/>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f_s &gt; 2 f_max, or tones fold to f_alias = |f − k f_s| and the damage is permanent</a:t>
            </a:r>
            <a:endParaRPr lang="en-US" sz="1600" dirty="0"/>
          </a:p>
        </p:txBody>
      </p:sp>
      <p:sp>
        <p:nvSpPr>
          <p:cNvPr id="9" name="Shape 7"/>
          <p:cNvSpPr/>
          <p:nvPr/>
        </p:nvSpPr>
        <p:spPr>
          <a:xfrm>
            <a:off x="457200" y="2459736"/>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5973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68296"/>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Anti-alias filter goes before the ADC; oversampling relaxes it</a:t>
            </a:r>
            <a:endParaRPr lang="en-US" sz="1600" dirty="0"/>
          </a:p>
        </p:txBody>
      </p:sp>
      <p:sp>
        <p:nvSpPr>
          <p:cNvPr id="12" name="Shape 10"/>
          <p:cNvSpPr/>
          <p:nvPr/>
        </p:nvSpPr>
        <p:spPr>
          <a:xfrm>
            <a:off x="457200" y="3026664"/>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302666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935224"/>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Reconstruction: sum of sincs, or DAC staircase + low-pass filter</a:t>
            </a:r>
            <a:endParaRPr lang="en-US" sz="1600" dirty="0"/>
          </a:p>
        </p:txBody>
      </p:sp>
      <p:sp>
        <p:nvSpPr>
          <p:cNvPr id="15" name="Text 13"/>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09728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3</a:t>
            </a:r>
            <a:endParaRPr lang="en-US" sz="1400" dirty="0"/>
          </a:p>
        </p:txBody>
      </p:sp>
      <p:sp>
        <p:nvSpPr>
          <p:cNvPr id="3" name="Text 1"/>
          <p:cNvSpPr txBox="1"/>
          <p:nvPr/>
        </p:nvSpPr>
        <p:spPr>
          <a:xfrm>
            <a:off x="457200" y="146304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Inside the ADC</a:t>
            </a:r>
            <a:endParaRPr lang="en-US" sz="4000" dirty="0"/>
          </a:p>
        </p:txBody>
      </p:sp>
      <p:sp>
        <p:nvSpPr>
          <p:cNvPr id="4" name="Text 2"/>
          <p:cNvSpPr txBox="1"/>
          <p:nvPr/>
        </p:nvSpPr>
        <p:spPr>
          <a:xfrm>
            <a:off x="457200" y="242316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What happens in each clock cycle between a voltage and a number</a:t>
            </a:r>
            <a:endParaRPr lang="en-US" sz="1600" dirty="0"/>
          </a:p>
        </p:txBody>
      </p:sp>
      <p:sp>
        <p:nvSpPr>
          <p:cNvPr id="5" name="Text 3"/>
          <p:cNvSpPr txBox="1"/>
          <p:nvPr/>
        </p:nvSpPr>
        <p:spPr>
          <a:xfrm>
            <a:off x="457200" y="292608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20 minutes</a:t>
            </a:r>
            <a:endParaRPr lang="en-US" sz="1100" dirty="0"/>
          </a:p>
        </p:txBody>
      </p:sp>
      <p:sp>
        <p:nvSpPr>
          <p:cNvPr id="6" name="Text 4"/>
          <p:cNvSpPr txBox="1"/>
          <p:nvPr/>
        </p:nvSpPr>
        <p:spPr>
          <a:xfrm>
            <a:off x="457200" y="3611880"/>
            <a:ext cx="2743200" cy="228600"/>
          </a:xfrm>
          <a:prstGeom prst="rect">
            <a:avLst/>
          </a:prstGeom>
          <a:noFill/>
          <a:ln/>
        </p:spPr>
        <p:txBody>
          <a:bodyPr wrap="square" lIns="0" tIns="0" rIns="0" bIns="0" rtlCol="0" anchor="ctr"/>
          <a:lstStyle/>
          <a:p>
            <a:pPr indent="0" marL="0">
              <a:buNone/>
            </a:pPr>
            <a:r>
              <a:rPr lang="en-US" sz="900" i="1" dirty="0">
                <a:solidFill>
                  <a:srgbClr val="B8C4D6"/>
                </a:solidFill>
                <a:latin typeface="Calibri" pitchFamily="34" charset="0"/>
                <a:ea typeface="Calibri" pitchFamily="34" charset="-122"/>
                <a:cs typeface="Calibri" pitchFamily="34" charset="-120"/>
              </a:rPr>
              <a:t>You are here</a:t>
            </a:r>
            <a:endParaRPr lang="en-US" sz="900" dirty="0"/>
          </a:p>
        </p:txBody>
      </p:sp>
      <p:sp>
        <p:nvSpPr>
          <p:cNvPr id="7" name="Text 5"/>
          <p:cNvSpPr txBox="1"/>
          <p:nvPr/>
        </p:nvSpPr>
        <p:spPr>
          <a:xfrm>
            <a:off x="457200"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Antenna</a:t>
            </a:r>
            <a:endParaRPr lang="en-US" sz="1000" dirty="0"/>
          </a:p>
        </p:txBody>
      </p:sp>
      <p:sp>
        <p:nvSpPr>
          <p:cNvPr id="8" name="Shape 6"/>
          <p:cNvSpPr/>
          <p:nvPr/>
        </p:nvSpPr>
        <p:spPr>
          <a:xfrm>
            <a:off x="1460427" y="4091940"/>
            <a:ext cx="201168" cy="0"/>
          </a:xfrm>
          <a:prstGeom prst="line">
            <a:avLst/>
          </a:prstGeom>
          <a:noFill/>
          <a:ln w="15875">
            <a:solidFill>
              <a:srgbClr val="8FA3BF"/>
            </a:solidFill>
            <a:prstDash val="solid"/>
            <a:tailEnd type="triangle"/>
          </a:ln>
        </p:spPr>
      </p:sp>
      <p:sp>
        <p:nvSpPr>
          <p:cNvPr id="9" name="Text 7"/>
          <p:cNvSpPr txBox="1"/>
          <p:nvPr/>
        </p:nvSpPr>
        <p:spPr>
          <a:xfrm>
            <a:off x="1661595"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LNA</a:t>
            </a:r>
            <a:endParaRPr lang="en-US" sz="1000" dirty="0"/>
          </a:p>
        </p:txBody>
      </p:sp>
      <p:sp>
        <p:nvSpPr>
          <p:cNvPr id="10" name="Shape 8"/>
          <p:cNvSpPr/>
          <p:nvPr/>
        </p:nvSpPr>
        <p:spPr>
          <a:xfrm>
            <a:off x="2664823" y="4091940"/>
            <a:ext cx="201168" cy="0"/>
          </a:xfrm>
          <a:prstGeom prst="line">
            <a:avLst/>
          </a:prstGeom>
          <a:noFill/>
          <a:ln w="15875">
            <a:solidFill>
              <a:srgbClr val="8FA3BF"/>
            </a:solidFill>
            <a:prstDash val="solid"/>
            <a:tailEnd type="triangle"/>
          </a:ln>
        </p:spPr>
      </p:sp>
      <p:sp>
        <p:nvSpPr>
          <p:cNvPr id="11" name="Text 9"/>
          <p:cNvSpPr txBox="1"/>
          <p:nvPr/>
        </p:nvSpPr>
        <p:spPr>
          <a:xfrm>
            <a:off x="2865991"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Mixer</a:t>
            </a:r>
            <a:endParaRPr lang="en-US" sz="1000" dirty="0"/>
          </a:p>
        </p:txBody>
      </p:sp>
      <p:sp>
        <p:nvSpPr>
          <p:cNvPr id="12" name="Shape 10"/>
          <p:cNvSpPr/>
          <p:nvPr/>
        </p:nvSpPr>
        <p:spPr>
          <a:xfrm>
            <a:off x="3869218" y="4091940"/>
            <a:ext cx="201168" cy="0"/>
          </a:xfrm>
          <a:prstGeom prst="line">
            <a:avLst/>
          </a:prstGeom>
          <a:noFill/>
          <a:ln w="15875">
            <a:solidFill>
              <a:srgbClr val="8FA3BF"/>
            </a:solidFill>
            <a:prstDash val="solid"/>
            <a:tailEnd type="triangle"/>
          </a:ln>
        </p:spPr>
      </p:sp>
      <p:sp>
        <p:nvSpPr>
          <p:cNvPr id="13" name="Text 11"/>
          <p:cNvSpPr txBox="1"/>
          <p:nvPr/>
        </p:nvSpPr>
        <p:spPr>
          <a:xfrm>
            <a:off x="4070386"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Filter</a:t>
            </a:r>
            <a:endParaRPr lang="en-US" sz="1000" dirty="0"/>
          </a:p>
        </p:txBody>
      </p:sp>
      <p:sp>
        <p:nvSpPr>
          <p:cNvPr id="14" name="Shape 12"/>
          <p:cNvSpPr/>
          <p:nvPr/>
        </p:nvSpPr>
        <p:spPr>
          <a:xfrm>
            <a:off x="5073614" y="4091940"/>
            <a:ext cx="201168" cy="0"/>
          </a:xfrm>
          <a:prstGeom prst="line">
            <a:avLst/>
          </a:prstGeom>
          <a:noFill/>
          <a:ln w="15875">
            <a:solidFill>
              <a:srgbClr val="8FA3BF"/>
            </a:solidFill>
            <a:prstDash val="solid"/>
            <a:tailEnd type="triangle"/>
          </a:ln>
        </p:spPr>
      </p:sp>
      <p:sp>
        <p:nvSpPr>
          <p:cNvPr id="15" name="Text 13"/>
          <p:cNvSpPr txBox="1"/>
          <p:nvPr/>
        </p:nvSpPr>
        <p:spPr>
          <a:xfrm>
            <a:off x="5274782" y="3840480"/>
            <a:ext cx="1003227" cy="502920"/>
          </a:xfrm>
          <a:prstGeom prst="roundRect">
            <a:avLst>
              <a:gd name="adj" fmla="val 10909"/>
            </a:avLst>
          </a:prstGeom>
          <a:solidFill>
            <a:srgbClr val="2EC4B6"/>
          </a:solidFill>
          <a:ln w="9525">
            <a:solidFill>
              <a:srgbClr val="2EC4B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ADC</a:t>
            </a:r>
            <a:endParaRPr lang="en-US" sz="1000" dirty="0"/>
          </a:p>
        </p:txBody>
      </p:sp>
      <p:sp>
        <p:nvSpPr>
          <p:cNvPr id="16" name="Shape 14"/>
          <p:cNvSpPr/>
          <p:nvPr/>
        </p:nvSpPr>
        <p:spPr>
          <a:xfrm>
            <a:off x="6278009" y="4091940"/>
            <a:ext cx="201168" cy="0"/>
          </a:xfrm>
          <a:prstGeom prst="line">
            <a:avLst/>
          </a:prstGeom>
          <a:noFill/>
          <a:ln w="15875">
            <a:solidFill>
              <a:srgbClr val="8FA3BF"/>
            </a:solidFill>
            <a:prstDash val="solid"/>
            <a:tailEnd type="triangle"/>
          </a:ln>
        </p:spPr>
      </p:sp>
      <p:sp>
        <p:nvSpPr>
          <p:cNvPr id="17" name="Text 15"/>
          <p:cNvSpPr txBox="1"/>
          <p:nvPr/>
        </p:nvSpPr>
        <p:spPr>
          <a:xfrm>
            <a:off x="6479177"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DSP</a:t>
            </a:r>
            <a:endParaRPr lang="en-US" sz="1000" dirty="0"/>
          </a:p>
        </p:txBody>
      </p:sp>
      <p:sp>
        <p:nvSpPr>
          <p:cNvPr id="18" name="Shape 16"/>
          <p:cNvSpPr/>
          <p:nvPr/>
        </p:nvSpPr>
        <p:spPr>
          <a:xfrm>
            <a:off x="7482405" y="4091940"/>
            <a:ext cx="201168" cy="0"/>
          </a:xfrm>
          <a:prstGeom prst="line">
            <a:avLst/>
          </a:prstGeom>
          <a:noFill/>
          <a:ln w="15875">
            <a:solidFill>
              <a:srgbClr val="8FA3BF"/>
            </a:solidFill>
            <a:prstDash val="solid"/>
            <a:tailEnd type="triangle"/>
          </a:ln>
        </p:spPr>
      </p:sp>
      <p:sp>
        <p:nvSpPr>
          <p:cNvPr id="19" name="Text 17"/>
          <p:cNvSpPr txBox="1"/>
          <p:nvPr/>
        </p:nvSpPr>
        <p:spPr>
          <a:xfrm>
            <a:off x="7683573"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
        <p:nvSpPr>
          <p:cNvPr id="20" name="Text 18"/>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An ADC in one picture</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19</a:t>
            </a:r>
            <a:endParaRPr lang="en-US" sz="900" dirty="0"/>
          </a:p>
        </p:txBody>
      </p:sp>
      <p:sp>
        <p:nvSpPr>
          <p:cNvPr id="5" name="Text 3"/>
          <p:cNvSpPr txBox="1"/>
          <p:nvPr/>
        </p:nvSpPr>
        <p:spPr>
          <a:xfrm>
            <a:off x="640080" y="1527048"/>
            <a:ext cx="548640" cy="64008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V_in</a:t>
            </a:r>
            <a:endParaRPr lang="en-US" sz="1200" dirty="0"/>
          </a:p>
        </p:txBody>
      </p:sp>
      <p:sp>
        <p:nvSpPr>
          <p:cNvPr id="6" name="Shape 4"/>
          <p:cNvSpPr/>
          <p:nvPr/>
        </p:nvSpPr>
        <p:spPr>
          <a:xfrm>
            <a:off x="1188720" y="1847088"/>
            <a:ext cx="91440" cy="0"/>
          </a:xfrm>
          <a:prstGeom prst="line">
            <a:avLst/>
          </a:prstGeom>
          <a:noFill/>
          <a:ln w="12700">
            <a:solidFill>
              <a:srgbClr val="5B6B7F"/>
            </a:solidFill>
            <a:prstDash val="solid"/>
            <a:tailEnd type="triangle"/>
          </a:ln>
        </p:spPr>
      </p:sp>
      <p:sp>
        <p:nvSpPr>
          <p:cNvPr id="7" name="Text 5"/>
          <p:cNvSpPr txBox="1"/>
          <p:nvPr/>
        </p:nvSpPr>
        <p:spPr>
          <a:xfrm>
            <a:off x="1280160" y="1527048"/>
            <a:ext cx="1889760" cy="640080"/>
          </a:xfrm>
          <a:prstGeom prst="roundRect">
            <a:avLst>
              <a:gd name="adj" fmla="val 8571"/>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1 · Sample &amp; hold</a:t>
            </a:r>
            <a:endParaRPr lang="en-US" sz="1100" dirty="0"/>
          </a:p>
        </p:txBody>
      </p:sp>
      <p:sp>
        <p:nvSpPr>
          <p:cNvPr id="8" name="Text 6"/>
          <p:cNvSpPr txBox="1"/>
          <p:nvPr/>
        </p:nvSpPr>
        <p:spPr>
          <a:xfrm>
            <a:off x="1188720" y="2221992"/>
            <a:ext cx="207264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freeze V_in for one T_s</a:t>
            </a:r>
            <a:endParaRPr lang="en-US" sz="900" dirty="0"/>
          </a:p>
        </p:txBody>
      </p:sp>
      <p:sp>
        <p:nvSpPr>
          <p:cNvPr id="9" name="Shape 7"/>
          <p:cNvSpPr/>
          <p:nvPr/>
        </p:nvSpPr>
        <p:spPr>
          <a:xfrm>
            <a:off x="3169920" y="1847088"/>
            <a:ext cx="457200" cy="0"/>
          </a:xfrm>
          <a:prstGeom prst="line">
            <a:avLst/>
          </a:prstGeom>
          <a:noFill/>
          <a:ln w="15875">
            <a:solidFill>
              <a:srgbClr val="5B6B7F"/>
            </a:solidFill>
            <a:prstDash val="solid"/>
            <a:tailEnd type="triangle"/>
          </a:ln>
        </p:spPr>
      </p:sp>
      <p:sp>
        <p:nvSpPr>
          <p:cNvPr id="10" name="Text 8"/>
          <p:cNvSpPr txBox="1"/>
          <p:nvPr/>
        </p:nvSpPr>
        <p:spPr>
          <a:xfrm>
            <a:off x="3627120" y="1527048"/>
            <a:ext cx="1889760" cy="640080"/>
          </a:xfrm>
          <a:prstGeom prst="roundRect">
            <a:avLst>
              <a:gd name="adj" fmla="val 8571"/>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2 · Quantiser</a:t>
            </a:r>
            <a:endParaRPr lang="en-US" sz="1100" dirty="0"/>
          </a:p>
        </p:txBody>
      </p:sp>
      <p:sp>
        <p:nvSpPr>
          <p:cNvPr id="11" name="Text 9"/>
          <p:cNvSpPr txBox="1"/>
          <p:nvPr/>
        </p:nvSpPr>
        <p:spPr>
          <a:xfrm>
            <a:off x="3535680" y="2221992"/>
            <a:ext cx="207264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nearest of 2ᴺ levels</a:t>
            </a:r>
            <a:endParaRPr lang="en-US" sz="900" dirty="0"/>
          </a:p>
        </p:txBody>
      </p:sp>
      <p:sp>
        <p:nvSpPr>
          <p:cNvPr id="12" name="Shape 10"/>
          <p:cNvSpPr/>
          <p:nvPr/>
        </p:nvSpPr>
        <p:spPr>
          <a:xfrm>
            <a:off x="5516880" y="1847088"/>
            <a:ext cx="457200" cy="0"/>
          </a:xfrm>
          <a:prstGeom prst="line">
            <a:avLst/>
          </a:prstGeom>
          <a:noFill/>
          <a:ln w="15875">
            <a:solidFill>
              <a:srgbClr val="5B6B7F"/>
            </a:solidFill>
            <a:prstDash val="solid"/>
            <a:tailEnd type="triangle"/>
          </a:ln>
        </p:spPr>
      </p:sp>
      <p:sp>
        <p:nvSpPr>
          <p:cNvPr id="13" name="Text 11"/>
          <p:cNvSpPr txBox="1"/>
          <p:nvPr/>
        </p:nvSpPr>
        <p:spPr>
          <a:xfrm>
            <a:off x="5974080" y="1527048"/>
            <a:ext cx="1889760" cy="640080"/>
          </a:xfrm>
          <a:prstGeom prst="roundRect">
            <a:avLst>
              <a:gd name="adj" fmla="val 8571"/>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3 · Encoder</a:t>
            </a:r>
            <a:endParaRPr lang="en-US" sz="1100" dirty="0"/>
          </a:p>
        </p:txBody>
      </p:sp>
      <p:sp>
        <p:nvSpPr>
          <p:cNvPr id="14" name="Text 12"/>
          <p:cNvSpPr txBox="1"/>
          <p:nvPr/>
        </p:nvSpPr>
        <p:spPr>
          <a:xfrm>
            <a:off x="5882640" y="2221992"/>
            <a:ext cx="207264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level → N-bit code</a:t>
            </a:r>
            <a:endParaRPr lang="en-US" sz="900" dirty="0"/>
          </a:p>
        </p:txBody>
      </p:sp>
      <p:sp>
        <p:nvSpPr>
          <p:cNvPr id="15" name="Shape 13"/>
          <p:cNvSpPr/>
          <p:nvPr/>
        </p:nvSpPr>
        <p:spPr>
          <a:xfrm>
            <a:off x="7863840" y="1847088"/>
            <a:ext cx="91440" cy="0"/>
          </a:xfrm>
          <a:prstGeom prst="line">
            <a:avLst/>
          </a:prstGeom>
          <a:noFill/>
          <a:ln w="12700">
            <a:solidFill>
              <a:srgbClr val="5B6B7F"/>
            </a:solidFill>
            <a:prstDash val="solid"/>
            <a:tailEnd type="triangle"/>
          </a:ln>
        </p:spPr>
      </p:sp>
      <p:sp>
        <p:nvSpPr>
          <p:cNvPr id="16" name="Text 14"/>
          <p:cNvSpPr txBox="1"/>
          <p:nvPr/>
        </p:nvSpPr>
        <p:spPr>
          <a:xfrm>
            <a:off x="7955280" y="1527048"/>
            <a:ext cx="548640" cy="64008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N-bit</a:t>
            </a:r>
            <a:endParaRPr lang="en-US" sz="1200" dirty="0"/>
          </a:p>
          <a:p>
            <a:pPr algn="ctr" indent="0" marL="0">
              <a:buNone/>
            </a:pPr>
            <a:r>
              <a:rPr lang="en-US" sz="1200" b="1" dirty="0">
                <a:solidFill>
                  <a:srgbClr val="0B1F3A"/>
                </a:solidFill>
                <a:latin typeface="Cambria" pitchFamily="34" charset="0"/>
                <a:ea typeface="Cambria" pitchFamily="34" charset="-122"/>
                <a:cs typeface="Cambria" pitchFamily="34" charset="-120"/>
              </a:rPr>
              <a:t>code</a:t>
            </a:r>
            <a:endParaRPr lang="en-US" sz="1200" dirty="0"/>
          </a:p>
        </p:txBody>
      </p:sp>
      <p:sp>
        <p:nvSpPr>
          <p:cNvPr id="17" name="Text 15"/>
          <p:cNvSpPr txBox="1"/>
          <p:nvPr/>
        </p:nvSpPr>
        <p:spPr>
          <a:xfrm>
            <a:off x="950976" y="2715768"/>
            <a:ext cx="914400" cy="365760"/>
          </a:xfrm>
          <a:prstGeom prst="roundRect">
            <a:avLst>
              <a:gd name="adj" fmla="val 15000"/>
            </a:avLst>
          </a:prstGeom>
          <a:solidFill>
            <a:srgbClr val="FFF4D6"/>
          </a:solidFill>
          <a:ln w="9525">
            <a:solidFill>
              <a:srgbClr val="FFF4D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Clock  f_s</a:t>
            </a:r>
            <a:endParaRPr lang="en-US" sz="1000" dirty="0"/>
          </a:p>
        </p:txBody>
      </p:sp>
      <p:sp>
        <p:nvSpPr>
          <p:cNvPr id="18" name="Shape 16"/>
          <p:cNvSpPr/>
          <p:nvPr/>
        </p:nvSpPr>
        <p:spPr>
          <a:xfrm flipV="1">
            <a:off x="1408176" y="2167128"/>
            <a:ext cx="0" cy="548640"/>
          </a:xfrm>
          <a:prstGeom prst="line">
            <a:avLst/>
          </a:prstGeom>
          <a:noFill/>
          <a:ln w="15875">
            <a:solidFill>
              <a:srgbClr val="FFB703"/>
            </a:solidFill>
            <a:prstDash val="dash"/>
            <a:tailEnd type="triangle"/>
          </a:ln>
        </p:spPr>
      </p:sp>
      <p:sp>
        <p:nvSpPr>
          <p:cNvPr id="19" name="Text 17"/>
          <p:cNvSpPr txBox="1"/>
          <p:nvPr/>
        </p:nvSpPr>
        <p:spPr>
          <a:xfrm>
            <a:off x="1956816" y="2715768"/>
            <a:ext cx="5730240" cy="365760"/>
          </a:xfrm>
          <a:prstGeom prst="rect">
            <a:avLst/>
          </a:prstGeom>
          <a:noFill/>
          <a:ln/>
        </p:spPr>
        <p:txBody>
          <a:bodyPr wrap="square" lIns="0" tIns="0" rIns="0" bIns="0" rtlCol="0" anchor="ctr"/>
          <a:lstStyle/>
          <a:p>
            <a:pPr algn="l" indent="0" marL="0">
              <a:buNone/>
            </a:pPr>
            <a:r>
              <a:rPr lang="en-US" sz="1000" i="1" dirty="0">
                <a:solidFill>
                  <a:srgbClr val="5B6B7F"/>
                </a:solidFill>
                <a:latin typeface="Calibri" pitchFamily="34" charset="0"/>
                <a:ea typeface="Calibri" pitchFamily="34" charset="-122"/>
                <a:cs typeface="Calibri" pitchFamily="34" charset="-120"/>
              </a:rPr>
              <a:t>every T_s = 1/f_s: hold → compare → output</a:t>
            </a:r>
            <a:endParaRPr lang="en-US" sz="1000" dirty="0"/>
          </a:p>
        </p:txBody>
      </p:sp>
      <p:sp>
        <p:nvSpPr>
          <p:cNvPr id="20" name="Text 18"/>
          <p:cNvSpPr txBox="1"/>
          <p:nvPr/>
        </p:nvSpPr>
        <p:spPr>
          <a:xfrm>
            <a:off x="457200" y="3291840"/>
            <a:ext cx="8229600" cy="1280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4213D"/>
                </a:solidFill>
                <a:latin typeface="Calibri" pitchFamily="34" charset="0"/>
                <a:ea typeface="Calibri" pitchFamily="34" charset="-122"/>
                <a:cs typeface="Calibri" pitchFamily="34" charset="-120"/>
              </a:rPr>
              <a:t>1 · Sample-and-hold freezes the input voltage for one conversion</a:t>
            </a:r>
            <a:endParaRPr lang="en-US" sz="1250" dirty="0"/>
          </a:p>
          <a:p>
            <a:pPr marL="342900" indent="-342900">
              <a:spcAft>
                <a:spcPts val="500"/>
              </a:spcAft>
              <a:buSzPct val="100000"/>
              <a:buChar char="•"/>
            </a:pPr>
            <a:r>
              <a:rPr lang="en-US" sz="1250" dirty="0">
                <a:solidFill>
                  <a:srgbClr val="14213D"/>
                </a:solidFill>
                <a:latin typeface="Calibri" pitchFamily="34" charset="0"/>
                <a:ea typeface="Calibri" pitchFamily="34" charset="-122"/>
                <a:cs typeface="Calibri" pitchFamily="34" charset="-120"/>
              </a:rPr>
              <a:t>2 · Quantiser decides which of 2ᴺ levels the frozen voltage is closest to</a:t>
            </a:r>
            <a:endParaRPr lang="en-US" sz="1250" dirty="0"/>
          </a:p>
          <a:p>
            <a:pPr marL="342900" indent="-342900">
              <a:spcAft>
                <a:spcPts val="500"/>
              </a:spcAft>
              <a:buSzPct val="100000"/>
              <a:buChar char="•"/>
            </a:pPr>
            <a:r>
              <a:rPr lang="en-US" sz="1250" dirty="0">
                <a:solidFill>
                  <a:srgbClr val="14213D"/>
                </a:solidFill>
                <a:latin typeface="Calibri" pitchFamily="34" charset="0"/>
                <a:ea typeface="Calibri" pitchFamily="34" charset="-122"/>
                <a:cs typeface="Calibri" pitchFamily="34" charset="-120"/>
              </a:rPr>
              <a:t>3 · Encoder outputs the level as an N-bit binary code</a:t>
            </a:r>
            <a:endParaRPr lang="en-US" sz="1250" dirty="0"/>
          </a:p>
          <a:p>
            <a:pPr marL="342900" indent="-342900">
              <a:spcAft>
                <a:spcPts val="500"/>
              </a:spcAft>
              <a:buSzPct val="100000"/>
              <a:buChar char="•"/>
            </a:pPr>
            <a:r>
              <a:rPr lang="en-US" sz="1250" dirty="0">
                <a:solidFill>
                  <a:srgbClr val="14213D"/>
                </a:solidFill>
                <a:latin typeface="Calibri" pitchFamily="34" charset="0"/>
                <a:ea typeface="Calibri" pitchFamily="34" charset="-122"/>
                <a:cs typeface="Calibri" pitchFamily="34" charset="-120"/>
              </a:rPr>
              <a:t>A clock at f_s repeats this every T_s; the output is a stream of N-bit words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Sample-and-hold: freezing a moving target</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20</a:t>
            </a:r>
            <a:endParaRPr lang="en-US" sz="900" dirty="0"/>
          </a:p>
        </p:txBody>
      </p:sp>
      <p:sp>
        <p:nvSpPr>
          <p:cNvPr id="5" name="Text 3"/>
          <p:cNvSpPr txBox="1"/>
          <p:nvPr/>
        </p:nvSpPr>
        <p:spPr>
          <a:xfrm>
            <a:off x="457200" y="1435608"/>
            <a:ext cx="411480"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V_in</a:t>
            </a:r>
            <a:endParaRPr lang="en-US" sz="1100" dirty="0"/>
          </a:p>
        </p:txBody>
      </p:sp>
      <p:sp>
        <p:nvSpPr>
          <p:cNvPr id="6" name="Shape 4"/>
          <p:cNvSpPr/>
          <p:nvPr/>
        </p:nvSpPr>
        <p:spPr>
          <a:xfrm>
            <a:off x="868680" y="1618488"/>
            <a:ext cx="457200" cy="0"/>
          </a:xfrm>
          <a:prstGeom prst="line">
            <a:avLst/>
          </a:prstGeom>
          <a:noFill/>
          <a:ln w="19050">
            <a:solidFill>
              <a:srgbClr val="0B1F3A"/>
            </a:solidFill>
            <a:prstDash val="solid"/>
          </a:ln>
        </p:spPr>
      </p:sp>
      <p:sp>
        <p:nvSpPr>
          <p:cNvPr id="7" name="Shape 5"/>
          <p:cNvSpPr/>
          <p:nvPr/>
        </p:nvSpPr>
        <p:spPr>
          <a:xfrm>
            <a:off x="1289304" y="1581912"/>
            <a:ext cx="73152" cy="73152"/>
          </a:xfrm>
          <a:prstGeom prst="ellipse">
            <a:avLst/>
          </a:prstGeom>
          <a:solidFill>
            <a:srgbClr val="0B1F3A"/>
          </a:solidFill>
          <a:ln w="12700">
            <a:solidFill>
              <a:srgbClr val="0B1F3A"/>
            </a:solidFill>
            <a:prstDash val="solid"/>
          </a:ln>
        </p:spPr>
      </p:sp>
      <p:sp>
        <p:nvSpPr>
          <p:cNvPr id="8" name="Shape 6"/>
          <p:cNvSpPr/>
          <p:nvPr/>
        </p:nvSpPr>
        <p:spPr>
          <a:xfrm flipV="1">
            <a:off x="1325880" y="1389888"/>
            <a:ext cx="411480" cy="228600"/>
          </a:xfrm>
          <a:prstGeom prst="line">
            <a:avLst/>
          </a:prstGeom>
          <a:noFill/>
          <a:ln w="19050">
            <a:solidFill>
              <a:srgbClr val="0B1F3A"/>
            </a:solidFill>
            <a:prstDash val="solid"/>
          </a:ln>
        </p:spPr>
      </p:sp>
      <p:sp>
        <p:nvSpPr>
          <p:cNvPr id="9" name="Shape 7"/>
          <p:cNvSpPr/>
          <p:nvPr/>
        </p:nvSpPr>
        <p:spPr>
          <a:xfrm>
            <a:off x="1792224" y="1581912"/>
            <a:ext cx="73152" cy="73152"/>
          </a:xfrm>
          <a:prstGeom prst="ellipse">
            <a:avLst/>
          </a:prstGeom>
          <a:solidFill>
            <a:srgbClr val="0B1F3A"/>
          </a:solidFill>
          <a:ln w="12700">
            <a:solidFill>
              <a:srgbClr val="0B1F3A"/>
            </a:solidFill>
            <a:prstDash val="solid"/>
          </a:ln>
        </p:spPr>
      </p:sp>
      <p:sp>
        <p:nvSpPr>
          <p:cNvPr id="10" name="Shape 8"/>
          <p:cNvSpPr/>
          <p:nvPr/>
        </p:nvSpPr>
        <p:spPr>
          <a:xfrm>
            <a:off x="1828800" y="1618488"/>
            <a:ext cx="822960" cy="0"/>
          </a:xfrm>
          <a:prstGeom prst="line">
            <a:avLst/>
          </a:prstGeom>
          <a:noFill/>
          <a:ln w="19050">
            <a:solidFill>
              <a:srgbClr val="0B1F3A"/>
            </a:solidFill>
            <a:prstDash val="solid"/>
          </a:ln>
        </p:spPr>
      </p:sp>
      <p:sp>
        <p:nvSpPr>
          <p:cNvPr id="11" name="Text 9"/>
          <p:cNvSpPr txBox="1"/>
          <p:nvPr/>
        </p:nvSpPr>
        <p:spPr>
          <a:xfrm>
            <a:off x="1234440" y="1051560"/>
            <a:ext cx="73152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switch (clock)</a:t>
            </a:r>
            <a:endParaRPr lang="en-US" sz="900" dirty="0"/>
          </a:p>
        </p:txBody>
      </p:sp>
      <p:sp>
        <p:nvSpPr>
          <p:cNvPr id="12" name="Shape 10"/>
          <p:cNvSpPr/>
          <p:nvPr/>
        </p:nvSpPr>
        <p:spPr>
          <a:xfrm>
            <a:off x="2240280" y="1618488"/>
            <a:ext cx="0" cy="274320"/>
          </a:xfrm>
          <a:prstGeom prst="line">
            <a:avLst/>
          </a:prstGeom>
          <a:noFill/>
          <a:ln w="19050">
            <a:solidFill>
              <a:srgbClr val="0B1F3A"/>
            </a:solidFill>
            <a:prstDash val="solid"/>
          </a:ln>
        </p:spPr>
      </p:sp>
      <p:sp>
        <p:nvSpPr>
          <p:cNvPr id="13" name="Shape 11"/>
          <p:cNvSpPr/>
          <p:nvPr/>
        </p:nvSpPr>
        <p:spPr>
          <a:xfrm>
            <a:off x="2057400" y="1892808"/>
            <a:ext cx="365760" cy="0"/>
          </a:xfrm>
          <a:prstGeom prst="line">
            <a:avLst/>
          </a:prstGeom>
          <a:noFill/>
          <a:ln w="25400">
            <a:solidFill>
              <a:srgbClr val="0B1F3A"/>
            </a:solidFill>
            <a:prstDash val="solid"/>
          </a:ln>
        </p:spPr>
      </p:sp>
      <p:sp>
        <p:nvSpPr>
          <p:cNvPr id="14" name="Shape 12"/>
          <p:cNvSpPr/>
          <p:nvPr/>
        </p:nvSpPr>
        <p:spPr>
          <a:xfrm>
            <a:off x="2057400" y="1984248"/>
            <a:ext cx="365760" cy="0"/>
          </a:xfrm>
          <a:prstGeom prst="line">
            <a:avLst/>
          </a:prstGeom>
          <a:noFill/>
          <a:ln w="25400">
            <a:solidFill>
              <a:srgbClr val="0B1F3A"/>
            </a:solidFill>
            <a:prstDash val="solid"/>
          </a:ln>
        </p:spPr>
      </p:sp>
      <p:sp>
        <p:nvSpPr>
          <p:cNvPr id="15" name="Shape 13"/>
          <p:cNvSpPr/>
          <p:nvPr/>
        </p:nvSpPr>
        <p:spPr>
          <a:xfrm>
            <a:off x="2240280" y="1984248"/>
            <a:ext cx="0" cy="228600"/>
          </a:xfrm>
          <a:prstGeom prst="line">
            <a:avLst/>
          </a:prstGeom>
          <a:noFill/>
          <a:ln w="19050">
            <a:solidFill>
              <a:srgbClr val="0B1F3A"/>
            </a:solidFill>
            <a:prstDash val="solid"/>
          </a:ln>
        </p:spPr>
      </p:sp>
      <p:sp>
        <p:nvSpPr>
          <p:cNvPr id="16" name="Shape 14"/>
          <p:cNvSpPr/>
          <p:nvPr/>
        </p:nvSpPr>
        <p:spPr>
          <a:xfrm>
            <a:off x="2103120" y="2212848"/>
            <a:ext cx="274320" cy="0"/>
          </a:xfrm>
          <a:prstGeom prst="line">
            <a:avLst/>
          </a:prstGeom>
          <a:noFill/>
          <a:ln w="19050">
            <a:solidFill>
              <a:srgbClr val="0B1F3A"/>
            </a:solidFill>
            <a:prstDash val="solid"/>
          </a:ln>
        </p:spPr>
      </p:sp>
      <p:sp>
        <p:nvSpPr>
          <p:cNvPr id="17" name="Text 15"/>
          <p:cNvSpPr txBox="1"/>
          <p:nvPr/>
        </p:nvSpPr>
        <p:spPr>
          <a:xfrm>
            <a:off x="2441448" y="1847088"/>
            <a:ext cx="548640" cy="274320"/>
          </a:xfrm>
          <a:prstGeom prst="rect">
            <a:avLst/>
          </a:prstGeom>
          <a:noFill/>
          <a:ln/>
        </p:spPr>
        <p:txBody>
          <a:bodyPr wrap="square" lIns="0" tIns="0" rIns="0" bIns="0" rtlCol="0" anchor="ctr"/>
          <a:lstStyle/>
          <a:p>
            <a:pPr algn="l" indent="0" marL="0">
              <a:buNone/>
            </a:pPr>
            <a:r>
              <a:rPr lang="en-US" sz="900" dirty="0">
                <a:solidFill>
                  <a:srgbClr val="5B6B7F"/>
                </a:solidFill>
                <a:latin typeface="Cambria" pitchFamily="34" charset="0"/>
                <a:ea typeface="Cambria" pitchFamily="34" charset="-122"/>
                <a:cs typeface="Cambria" pitchFamily="34" charset="-120"/>
              </a:rPr>
              <a:t>C_hold</a:t>
            </a:r>
            <a:endParaRPr lang="en-US" sz="900" dirty="0"/>
          </a:p>
        </p:txBody>
      </p:sp>
      <p:sp>
        <p:nvSpPr>
          <p:cNvPr id="18" name="Shape 16"/>
          <p:cNvSpPr/>
          <p:nvPr/>
        </p:nvSpPr>
        <p:spPr>
          <a:xfrm rot="5400000">
            <a:off x="2651760" y="1389888"/>
            <a:ext cx="411480" cy="457200"/>
          </a:xfrm>
          <a:prstGeom prst="triangle">
            <a:avLst/>
          </a:prstGeom>
          <a:solidFill>
            <a:srgbClr val="EEF3F8"/>
          </a:solidFill>
          <a:ln w="12700">
            <a:solidFill>
              <a:srgbClr val="0B1F3A"/>
            </a:solidFill>
            <a:prstDash val="solid"/>
          </a:ln>
        </p:spPr>
      </p:sp>
      <p:sp>
        <p:nvSpPr>
          <p:cNvPr id="19" name="Shape 17"/>
          <p:cNvSpPr/>
          <p:nvPr/>
        </p:nvSpPr>
        <p:spPr>
          <a:xfrm>
            <a:off x="3063240" y="1618488"/>
            <a:ext cx="320040" cy="0"/>
          </a:xfrm>
          <a:prstGeom prst="line">
            <a:avLst/>
          </a:prstGeom>
          <a:noFill/>
          <a:ln w="19050">
            <a:solidFill>
              <a:srgbClr val="0B1F3A"/>
            </a:solidFill>
            <a:prstDash val="solid"/>
            <a:tailEnd type="triangle"/>
          </a:ln>
        </p:spPr>
      </p:sp>
      <p:sp>
        <p:nvSpPr>
          <p:cNvPr id="20" name="Text 18"/>
          <p:cNvSpPr txBox="1"/>
          <p:nvPr/>
        </p:nvSpPr>
        <p:spPr>
          <a:xfrm>
            <a:off x="3383280" y="1435608"/>
            <a:ext cx="822960" cy="36576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to quantiser</a:t>
            </a:r>
            <a:endParaRPr lang="en-US" sz="900" dirty="0"/>
          </a:p>
        </p:txBody>
      </p:sp>
      <p:sp>
        <p:nvSpPr>
          <p:cNvPr id="21" name="Text 19"/>
          <p:cNvSpPr txBox="1"/>
          <p:nvPr/>
        </p:nvSpPr>
        <p:spPr>
          <a:xfrm>
            <a:off x="457200" y="2578608"/>
            <a:ext cx="3840480" cy="457200"/>
          </a:xfrm>
          <a:prstGeom prst="rect">
            <a:avLst/>
          </a:prstGeom>
          <a:noFill/>
          <a:ln/>
        </p:spPr>
        <p:txBody>
          <a:bodyPr wrap="square" lIns="0" tIns="0" rIns="0" bIns="0" rtlCol="0" anchor="t"/>
          <a:lstStyle/>
          <a:p>
            <a:pPr algn="l" indent="0" marL="0">
              <a:buNone/>
            </a:pPr>
            <a:r>
              <a:rPr lang="en-US" sz="1000" dirty="0">
                <a:solidFill>
                  <a:srgbClr val="14213D"/>
                </a:solidFill>
                <a:latin typeface="Calibri" pitchFamily="34" charset="0"/>
                <a:ea typeface="Calibri" pitchFamily="34" charset="-122"/>
                <a:cs typeface="Calibri" pitchFamily="34" charset="-120"/>
              </a:rPr>
              <a:t>Track: switch closed, C follows V_in.  Hold: switch opens, C keeps the value.</a:t>
            </a:r>
            <a:endParaRPr lang="en-US" sz="1000" dirty="0"/>
          </a:p>
        </p:txBody>
      </p:sp>
      <p:sp>
        <p:nvSpPr>
          <p:cNvPr id="22" name="Text 20"/>
          <p:cNvSpPr txBox="1"/>
          <p:nvPr/>
        </p:nvSpPr>
        <p:spPr>
          <a:xfrm>
            <a:off x="4206240" y="1207008"/>
            <a:ext cx="45720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clock</a:t>
            </a:r>
            <a:endParaRPr lang="en-US" sz="900" dirty="0"/>
          </a:p>
        </p:txBody>
      </p:sp>
      <p:sp>
        <p:nvSpPr>
          <p:cNvPr id="23" name="Shape 21"/>
          <p:cNvSpPr/>
          <p:nvPr/>
        </p:nvSpPr>
        <p:spPr>
          <a:xfrm>
            <a:off x="4663440" y="1481328"/>
            <a:ext cx="1005840" cy="0"/>
          </a:xfrm>
          <a:prstGeom prst="line">
            <a:avLst/>
          </a:prstGeom>
          <a:noFill/>
          <a:ln w="15875">
            <a:solidFill>
              <a:srgbClr val="0B1F3A"/>
            </a:solidFill>
            <a:prstDash val="solid"/>
          </a:ln>
        </p:spPr>
      </p:sp>
      <p:sp>
        <p:nvSpPr>
          <p:cNvPr id="24" name="Shape 22"/>
          <p:cNvSpPr/>
          <p:nvPr/>
        </p:nvSpPr>
        <p:spPr>
          <a:xfrm flipV="1">
            <a:off x="5669280" y="1252728"/>
            <a:ext cx="0" cy="228600"/>
          </a:xfrm>
          <a:prstGeom prst="line">
            <a:avLst/>
          </a:prstGeom>
          <a:noFill/>
          <a:ln w="15875">
            <a:solidFill>
              <a:srgbClr val="0B1F3A"/>
            </a:solidFill>
            <a:prstDash val="solid"/>
          </a:ln>
        </p:spPr>
      </p:sp>
      <p:sp>
        <p:nvSpPr>
          <p:cNvPr id="25" name="Shape 23"/>
          <p:cNvSpPr/>
          <p:nvPr/>
        </p:nvSpPr>
        <p:spPr>
          <a:xfrm>
            <a:off x="5669280" y="1252728"/>
            <a:ext cx="1005840" cy="0"/>
          </a:xfrm>
          <a:prstGeom prst="line">
            <a:avLst/>
          </a:prstGeom>
          <a:noFill/>
          <a:ln w="15875">
            <a:solidFill>
              <a:srgbClr val="0B1F3A"/>
            </a:solidFill>
            <a:prstDash val="solid"/>
          </a:ln>
        </p:spPr>
      </p:sp>
      <p:sp>
        <p:nvSpPr>
          <p:cNvPr id="26" name="Shape 24"/>
          <p:cNvSpPr/>
          <p:nvPr/>
        </p:nvSpPr>
        <p:spPr>
          <a:xfrm>
            <a:off x="6675120" y="1252728"/>
            <a:ext cx="0" cy="228600"/>
          </a:xfrm>
          <a:prstGeom prst="line">
            <a:avLst/>
          </a:prstGeom>
          <a:noFill/>
          <a:ln w="15875">
            <a:solidFill>
              <a:srgbClr val="0B1F3A"/>
            </a:solidFill>
            <a:prstDash val="solid"/>
          </a:ln>
        </p:spPr>
      </p:sp>
      <p:sp>
        <p:nvSpPr>
          <p:cNvPr id="27" name="Shape 25"/>
          <p:cNvSpPr/>
          <p:nvPr/>
        </p:nvSpPr>
        <p:spPr>
          <a:xfrm>
            <a:off x="6675120" y="1481328"/>
            <a:ext cx="1005840" cy="0"/>
          </a:xfrm>
          <a:prstGeom prst="line">
            <a:avLst/>
          </a:prstGeom>
          <a:noFill/>
          <a:ln w="15875">
            <a:solidFill>
              <a:srgbClr val="0B1F3A"/>
            </a:solidFill>
            <a:prstDash val="solid"/>
          </a:ln>
        </p:spPr>
      </p:sp>
      <p:sp>
        <p:nvSpPr>
          <p:cNvPr id="28" name="Shape 26"/>
          <p:cNvSpPr/>
          <p:nvPr/>
        </p:nvSpPr>
        <p:spPr>
          <a:xfrm flipV="1">
            <a:off x="7680960" y="1252728"/>
            <a:ext cx="0" cy="228600"/>
          </a:xfrm>
          <a:prstGeom prst="line">
            <a:avLst/>
          </a:prstGeom>
          <a:noFill/>
          <a:ln w="15875">
            <a:solidFill>
              <a:srgbClr val="0B1F3A"/>
            </a:solidFill>
            <a:prstDash val="solid"/>
          </a:ln>
        </p:spPr>
      </p:sp>
      <p:sp>
        <p:nvSpPr>
          <p:cNvPr id="29" name="Shape 27"/>
          <p:cNvSpPr/>
          <p:nvPr/>
        </p:nvSpPr>
        <p:spPr>
          <a:xfrm>
            <a:off x="7680960" y="1252728"/>
            <a:ext cx="1005840" cy="0"/>
          </a:xfrm>
          <a:prstGeom prst="line">
            <a:avLst/>
          </a:prstGeom>
          <a:noFill/>
          <a:ln w="15875">
            <a:solidFill>
              <a:srgbClr val="0B1F3A"/>
            </a:solidFill>
            <a:prstDash val="solid"/>
          </a:ln>
        </p:spPr>
      </p:sp>
      <p:sp>
        <p:nvSpPr>
          <p:cNvPr id="30" name="Shape 28"/>
          <p:cNvSpPr/>
          <p:nvPr/>
        </p:nvSpPr>
        <p:spPr>
          <a:xfrm>
            <a:off x="8686800" y="1252728"/>
            <a:ext cx="0" cy="228600"/>
          </a:xfrm>
          <a:prstGeom prst="line">
            <a:avLst/>
          </a:prstGeom>
          <a:noFill/>
          <a:ln w="15875">
            <a:solidFill>
              <a:srgbClr val="0B1F3A"/>
            </a:solidFill>
            <a:prstDash val="solid"/>
          </a:ln>
        </p:spPr>
      </p:sp>
      <p:sp>
        <p:nvSpPr>
          <p:cNvPr id="31" name="Text 29"/>
          <p:cNvSpPr txBox="1"/>
          <p:nvPr/>
        </p:nvSpPr>
        <p:spPr>
          <a:xfrm>
            <a:off x="4663440" y="1499616"/>
            <a:ext cx="1005840" cy="228600"/>
          </a:xfrm>
          <a:prstGeom prst="rect">
            <a:avLst/>
          </a:prstGeom>
          <a:noFill/>
          <a:ln/>
        </p:spPr>
        <p:txBody>
          <a:bodyPr wrap="square" lIns="0" tIns="0" rIns="0" bIns="0" rtlCol="0" anchor="ctr"/>
          <a:lstStyle/>
          <a:p>
            <a:pPr algn="ctr" indent="0" marL="0">
              <a:buNone/>
            </a:pPr>
            <a:r>
              <a:rPr lang="en-US" sz="800" dirty="0">
                <a:solidFill>
                  <a:srgbClr val="5B6B7F"/>
                </a:solidFill>
                <a:latin typeface="Calibri" pitchFamily="34" charset="0"/>
                <a:ea typeface="Calibri" pitchFamily="34" charset="-122"/>
                <a:cs typeface="Calibri" pitchFamily="34" charset="-120"/>
              </a:rPr>
              <a:t>track</a:t>
            </a:r>
            <a:endParaRPr lang="en-US" sz="800" dirty="0"/>
          </a:p>
        </p:txBody>
      </p:sp>
      <p:sp>
        <p:nvSpPr>
          <p:cNvPr id="32" name="Text 30"/>
          <p:cNvSpPr txBox="1"/>
          <p:nvPr/>
        </p:nvSpPr>
        <p:spPr>
          <a:xfrm>
            <a:off x="5669280" y="1499616"/>
            <a:ext cx="1005840" cy="228600"/>
          </a:xfrm>
          <a:prstGeom prst="rect">
            <a:avLst/>
          </a:prstGeom>
          <a:noFill/>
          <a:ln/>
        </p:spPr>
        <p:txBody>
          <a:bodyPr wrap="square" lIns="0" tIns="0" rIns="0" bIns="0" rtlCol="0" anchor="ctr"/>
          <a:lstStyle/>
          <a:p>
            <a:pPr algn="ctr" indent="0" marL="0">
              <a:buNone/>
            </a:pPr>
            <a:r>
              <a:rPr lang="en-US" sz="800" dirty="0">
                <a:solidFill>
                  <a:srgbClr val="5B6B7F"/>
                </a:solidFill>
                <a:latin typeface="Calibri" pitchFamily="34" charset="0"/>
                <a:ea typeface="Calibri" pitchFamily="34" charset="-122"/>
                <a:cs typeface="Calibri" pitchFamily="34" charset="-120"/>
              </a:rPr>
              <a:t>hold</a:t>
            </a:r>
            <a:endParaRPr lang="en-US" sz="800" dirty="0"/>
          </a:p>
        </p:txBody>
      </p:sp>
      <p:sp>
        <p:nvSpPr>
          <p:cNvPr id="33" name="Text 31"/>
          <p:cNvSpPr txBox="1"/>
          <p:nvPr/>
        </p:nvSpPr>
        <p:spPr>
          <a:xfrm>
            <a:off x="4206240" y="1984248"/>
            <a:ext cx="457200" cy="274320"/>
          </a:xfrm>
          <a:prstGeom prst="rect">
            <a:avLst/>
          </a:prstGeom>
          <a:noFill/>
          <a:ln/>
        </p:spPr>
        <p:txBody>
          <a:bodyPr wrap="square" lIns="0" tIns="0" rIns="0" bIns="0" rtlCol="0" anchor="ctr"/>
          <a:lstStyle/>
          <a:p>
            <a:pPr algn="r" indent="0" marL="0">
              <a:buNone/>
            </a:pPr>
            <a:r>
              <a:rPr lang="en-US" sz="900" dirty="0">
                <a:solidFill>
                  <a:srgbClr val="5B6B7F"/>
                </a:solidFill>
                <a:latin typeface="Cambria" pitchFamily="34" charset="0"/>
                <a:ea typeface="Cambria" pitchFamily="34" charset="-122"/>
                <a:cs typeface="Cambria" pitchFamily="34" charset="-120"/>
              </a:rPr>
              <a:t>V_C</a:t>
            </a:r>
            <a:endParaRPr lang="en-US" sz="900" dirty="0"/>
          </a:p>
        </p:txBody>
      </p:sp>
      <p:sp>
        <p:nvSpPr>
          <p:cNvPr id="34" name="Shape 32"/>
          <p:cNvSpPr/>
          <p:nvPr/>
        </p:nvSpPr>
        <p:spPr>
          <a:xfrm flipV="1">
            <a:off x="4663440" y="2029968"/>
            <a:ext cx="1005840" cy="320040"/>
          </a:xfrm>
          <a:prstGeom prst="line">
            <a:avLst/>
          </a:prstGeom>
          <a:noFill/>
          <a:ln w="19050">
            <a:solidFill>
              <a:srgbClr val="2EC4B6"/>
            </a:solidFill>
            <a:prstDash val="solid"/>
          </a:ln>
        </p:spPr>
      </p:sp>
      <p:sp>
        <p:nvSpPr>
          <p:cNvPr id="35" name="Shape 33"/>
          <p:cNvSpPr/>
          <p:nvPr/>
        </p:nvSpPr>
        <p:spPr>
          <a:xfrm>
            <a:off x="5669280" y="2029968"/>
            <a:ext cx="1005840" cy="0"/>
          </a:xfrm>
          <a:prstGeom prst="line">
            <a:avLst/>
          </a:prstGeom>
          <a:noFill/>
          <a:ln w="19050">
            <a:solidFill>
              <a:srgbClr val="2EC4B6"/>
            </a:solidFill>
            <a:prstDash val="solid"/>
          </a:ln>
        </p:spPr>
      </p:sp>
      <p:sp>
        <p:nvSpPr>
          <p:cNvPr id="36" name="Shape 34"/>
          <p:cNvSpPr/>
          <p:nvPr/>
        </p:nvSpPr>
        <p:spPr>
          <a:xfrm>
            <a:off x="6675120" y="2029968"/>
            <a:ext cx="1005840" cy="274320"/>
          </a:xfrm>
          <a:prstGeom prst="line">
            <a:avLst/>
          </a:prstGeom>
          <a:noFill/>
          <a:ln w="19050">
            <a:solidFill>
              <a:srgbClr val="2EC4B6"/>
            </a:solidFill>
            <a:prstDash val="solid"/>
          </a:ln>
        </p:spPr>
      </p:sp>
      <p:sp>
        <p:nvSpPr>
          <p:cNvPr id="37" name="Shape 35"/>
          <p:cNvSpPr/>
          <p:nvPr/>
        </p:nvSpPr>
        <p:spPr>
          <a:xfrm>
            <a:off x="7680960" y="2304288"/>
            <a:ext cx="1005840" cy="0"/>
          </a:xfrm>
          <a:prstGeom prst="line">
            <a:avLst/>
          </a:prstGeom>
          <a:noFill/>
          <a:ln w="19050">
            <a:solidFill>
              <a:srgbClr val="2EC4B6"/>
            </a:solidFill>
            <a:prstDash val="solid"/>
          </a:ln>
        </p:spPr>
      </p:sp>
      <p:sp>
        <p:nvSpPr>
          <p:cNvPr id="38" name="Shape 36"/>
          <p:cNvSpPr/>
          <p:nvPr/>
        </p:nvSpPr>
        <p:spPr>
          <a:xfrm>
            <a:off x="5559552" y="1207008"/>
            <a:ext cx="0" cy="1188720"/>
          </a:xfrm>
          <a:prstGeom prst="line">
            <a:avLst/>
          </a:prstGeom>
          <a:noFill/>
          <a:ln w="9525">
            <a:solidFill>
              <a:srgbClr val="E76F51"/>
            </a:solidFill>
            <a:prstDash val="dash"/>
          </a:ln>
        </p:spPr>
      </p:sp>
      <p:sp>
        <p:nvSpPr>
          <p:cNvPr id="39" name="Shape 37"/>
          <p:cNvSpPr/>
          <p:nvPr/>
        </p:nvSpPr>
        <p:spPr>
          <a:xfrm>
            <a:off x="5779008" y="1207008"/>
            <a:ext cx="0" cy="1188720"/>
          </a:xfrm>
          <a:prstGeom prst="line">
            <a:avLst/>
          </a:prstGeom>
          <a:noFill/>
          <a:ln w="9525">
            <a:solidFill>
              <a:srgbClr val="E76F51"/>
            </a:solidFill>
            <a:prstDash val="dash"/>
          </a:ln>
        </p:spPr>
      </p:sp>
      <p:sp>
        <p:nvSpPr>
          <p:cNvPr id="40" name="Text 38"/>
          <p:cNvSpPr txBox="1"/>
          <p:nvPr/>
        </p:nvSpPr>
        <p:spPr>
          <a:xfrm>
            <a:off x="5394960" y="2414016"/>
            <a:ext cx="548640" cy="228600"/>
          </a:xfrm>
          <a:prstGeom prst="rect">
            <a:avLst/>
          </a:prstGeom>
          <a:noFill/>
          <a:ln/>
        </p:spPr>
        <p:txBody>
          <a:bodyPr wrap="square" lIns="0" tIns="0" rIns="0" bIns="0" rtlCol="0" anchor="ctr"/>
          <a:lstStyle/>
          <a:p>
            <a:pPr algn="ctr" indent="0" marL="0">
              <a:buNone/>
            </a:pPr>
            <a:r>
              <a:rPr lang="en-US" sz="900" b="1" dirty="0">
                <a:solidFill>
                  <a:srgbClr val="E76F51"/>
                </a:solidFill>
                <a:latin typeface="Cambria" pitchFamily="34" charset="0"/>
                <a:ea typeface="Cambria" pitchFamily="34" charset="-122"/>
                <a:cs typeface="Cambria" pitchFamily="34" charset="-120"/>
              </a:rPr>
              <a:t>t_j</a:t>
            </a:r>
            <a:endParaRPr lang="en-US" sz="900" dirty="0"/>
          </a:p>
        </p:txBody>
      </p:sp>
      <p:sp>
        <p:nvSpPr>
          <p:cNvPr id="41" name="Text 39"/>
          <p:cNvSpPr txBox="1"/>
          <p:nvPr/>
        </p:nvSpPr>
        <p:spPr>
          <a:xfrm>
            <a:off x="4389120" y="2578608"/>
            <a:ext cx="4297680" cy="411480"/>
          </a:xfrm>
          <a:prstGeom prst="rect">
            <a:avLst/>
          </a:prstGeom>
          <a:noFill/>
          <a:ln/>
        </p:spPr>
        <p:txBody>
          <a:bodyPr wrap="square" lIns="0" tIns="0" rIns="0" bIns="0" rtlCol="0" anchor="t"/>
          <a:lstStyle/>
          <a:p>
            <a:pPr algn="l" indent="0" marL="0">
              <a:buNone/>
            </a:pPr>
            <a:r>
              <a:rPr lang="en-US" sz="1000" dirty="0">
                <a:solidFill>
                  <a:srgbClr val="14213D"/>
                </a:solidFill>
                <a:latin typeface="Calibri" pitchFamily="34" charset="0"/>
                <a:ea typeface="Calibri" pitchFamily="34" charset="-122"/>
                <a:cs typeface="Calibri" pitchFamily="34" charset="-120"/>
              </a:rPr>
              <a:t>The hold edge wobbles by t_j; on a fast-moving input that samples the wrong voltage.</a:t>
            </a:r>
            <a:endParaRPr lang="en-US" sz="1000" dirty="0"/>
          </a:p>
        </p:txBody>
      </p:sp>
      <p:sp>
        <p:nvSpPr>
          <p:cNvPr id="42" name="Shape 40"/>
          <p:cNvSpPr/>
          <p:nvPr/>
        </p:nvSpPr>
        <p:spPr>
          <a:xfrm>
            <a:off x="457200" y="3063240"/>
            <a:ext cx="3383280" cy="713232"/>
          </a:xfrm>
          <a:prstGeom prst="roundRect">
            <a:avLst>
              <a:gd name="adj" fmla="val 10256"/>
            </a:avLst>
          </a:prstGeom>
          <a:solidFill>
            <a:srgbClr val="EEF3F8"/>
          </a:solidFill>
          <a:ln w="12700">
            <a:solidFill>
              <a:srgbClr val="EEF3F8"/>
            </a:solidFill>
            <a:prstDash val="solid"/>
          </a:ln>
        </p:spPr>
      </p:sp>
      <p:sp>
        <p:nvSpPr>
          <p:cNvPr id="43" name="Text 41"/>
          <p:cNvSpPr txBox="1"/>
          <p:nvPr/>
        </p:nvSpPr>
        <p:spPr>
          <a:xfrm>
            <a:off x="594360" y="3063240"/>
            <a:ext cx="3108960" cy="457200"/>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SNR_jitter =</a:t>
            </a:r>
            <a:endParaRPr lang="en-US" sz="1400" dirty="0"/>
          </a:p>
          <a:p>
            <a:pPr algn="ctr" indent="0" marL="0">
              <a:buNone/>
            </a:pPr>
            <a:r>
              <a:rPr lang="en-US" sz="1400" dirty="0">
                <a:solidFill>
                  <a:srgbClr val="0B1F3A"/>
                </a:solidFill>
                <a:latin typeface="Cambria" pitchFamily="34" charset="0"/>
                <a:ea typeface="Cambria" pitchFamily="34" charset="-122"/>
                <a:cs typeface="Cambria" pitchFamily="34" charset="-120"/>
              </a:rPr>
              <a:t>−20 · log₁₀( 2π · f_in · t_j )</a:t>
            </a:r>
            <a:endParaRPr lang="en-US" sz="1400" dirty="0"/>
          </a:p>
        </p:txBody>
      </p:sp>
      <p:sp>
        <p:nvSpPr>
          <p:cNvPr id="44" name="Text 42"/>
          <p:cNvSpPr txBox="1"/>
          <p:nvPr/>
        </p:nvSpPr>
        <p:spPr>
          <a:xfrm>
            <a:off x="594360" y="3474720"/>
            <a:ext cx="310896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Best possible SNR when the sampling instant wobbles by t_j (rms)</a:t>
            </a:r>
            <a:endParaRPr lang="en-US" sz="1000" dirty="0"/>
          </a:p>
        </p:txBody>
      </p:sp>
      <p:sp>
        <p:nvSpPr>
          <p:cNvPr id="45" name="Shape 43"/>
          <p:cNvSpPr/>
          <p:nvPr/>
        </p:nvSpPr>
        <p:spPr>
          <a:xfrm>
            <a:off x="457200" y="3822192"/>
            <a:ext cx="3383280" cy="822960"/>
          </a:xfrm>
          <a:prstGeom prst="roundRect">
            <a:avLst>
              <a:gd name="adj" fmla="val 8889"/>
            </a:avLst>
          </a:prstGeom>
          <a:solidFill>
            <a:srgbClr val="FFF4D6"/>
          </a:solidFill>
          <a:ln w="12700">
            <a:solidFill>
              <a:srgbClr val="FFF4D6"/>
            </a:solidFill>
            <a:prstDash val="solid"/>
          </a:ln>
        </p:spPr>
      </p:sp>
      <p:sp>
        <p:nvSpPr>
          <p:cNvPr id="46" name="Shape 44"/>
          <p:cNvSpPr/>
          <p:nvPr/>
        </p:nvSpPr>
        <p:spPr>
          <a:xfrm>
            <a:off x="566928" y="3931920"/>
            <a:ext cx="237744" cy="237744"/>
          </a:xfrm>
          <a:prstGeom prst="ellipse">
            <a:avLst/>
          </a:prstGeom>
          <a:solidFill>
            <a:srgbClr val="FFB703"/>
          </a:solidFill>
          <a:ln w="12700">
            <a:solidFill>
              <a:srgbClr val="FFB703"/>
            </a:solidFill>
            <a:prstDash val="solid"/>
          </a:ln>
        </p:spPr>
      </p:sp>
      <p:sp>
        <p:nvSpPr>
          <p:cNvPr id="47" name="Text 45"/>
          <p:cNvSpPr txBox="1"/>
          <p:nvPr/>
        </p:nvSpPr>
        <p:spPr>
          <a:xfrm>
            <a:off x="566928" y="3931920"/>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48" name="Text 46"/>
          <p:cNvSpPr txBox="1"/>
          <p:nvPr/>
        </p:nvSpPr>
        <p:spPr>
          <a:xfrm>
            <a:off x="896112" y="3895344"/>
            <a:ext cx="2834640" cy="67665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Slope error ΔV = (dV/dt) · t_j; for a full-scale sine dV/dt peaks at 2π f A, hence the formula. At a 1 GHz input, 12-bit performance needs about 100 fs rms jitter.</a:t>
            </a:r>
            <a:endParaRPr lang="en-US" sz="1050" dirty="0"/>
          </a:p>
        </p:txBody>
      </p:sp>
      <p:graphicFrame>
        <p:nvGraphicFramePr>
          <p:cNvPr id="49" name="Chart 0" descr=""/>
          <p:cNvGraphicFramePr/>
          <p:nvPr/>
        </p:nvGraphicFramePr>
        <p:xfrm>
          <a:off x="4023360" y="3063240"/>
          <a:ext cx="4663440" cy="16002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Quantisation: the ruler with 2ᴺ marks</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21</a:t>
            </a:r>
            <a:endParaRPr lang="en-US" sz="900" dirty="0"/>
          </a:p>
        </p:txBody>
      </p:sp>
      <p:sp>
        <p:nvSpPr>
          <p:cNvPr id="5" name="Shape 3"/>
          <p:cNvSpPr/>
          <p:nvPr/>
        </p:nvSpPr>
        <p:spPr>
          <a:xfrm>
            <a:off x="457200" y="1024128"/>
            <a:ext cx="4023360" cy="754380"/>
          </a:xfrm>
          <a:prstGeom prst="roundRect">
            <a:avLst>
              <a:gd name="adj" fmla="val 9697"/>
            </a:avLst>
          </a:prstGeom>
          <a:solidFill>
            <a:srgbClr val="EEF3F8"/>
          </a:solidFill>
          <a:ln w="12700">
            <a:solidFill>
              <a:srgbClr val="EEF3F8"/>
            </a:solidFill>
            <a:prstDash val="solid"/>
          </a:ln>
        </p:spPr>
      </p:sp>
      <p:sp>
        <p:nvSpPr>
          <p:cNvPr id="6" name="Text 4"/>
          <p:cNvSpPr txBox="1"/>
          <p:nvPr/>
        </p:nvSpPr>
        <p:spPr>
          <a:xfrm>
            <a:off x="594360" y="1024128"/>
            <a:ext cx="3749040" cy="498348"/>
          </a:xfrm>
          <a:prstGeom prst="rect">
            <a:avLst/>
          </a:prstGeom>
          <a:noFill/>
          <a:ln/>
        </p:spPr>
        <p:txBody>
          <a:bodyPr wrap="square" lIns="0" tIns="0" rIns="0" bIns="0" rtlCol="0" anchor="ctr"/>
          <a:lstStyle/>
          <a:p>
            <a:pPr algn="ctr" indent="0" marL="0">
              <a:buNone/>
            </a:pPr>
            <a:r>
              <a:rPr lang="en-US" sz="1800" dirty="0">
                <a:solidFill>
                  <a:srgbClr val="0B1F3A"/>
                </a:solidFill>
                <a:latin typeface="Cambria" pitchFamily="34" charset="0"/>
                <a:ea typeface="Cambria" pitchFamily="34" charset="-122"/>
                <a:cs typeface="Cambria" pitchFamily="34" charset="-120"/>
              </a:rPr>
              <a:t>LSB = V_FS / 2ᴺ</a:t>
            </a:r>
            <a:endParaRPr lang="en-US" sz="1800" dirty="0"/>
          </a:p>
        </p:txBody>
      </p:sp>
      <p:sp>
        <p:nvSpPr>
          <p:cNvPr id="7" name="Text 5"/>
          <p:cNvSpPr txBox="1"/>
          <p:nvPr/>
        </p:nvSpPr>
        <p:spPr>
          <a:xfrm>
            <a:off x="594360" y="147675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Step size; 12-bit, 2 V full scale → 488 µV</a:t>
            </a:r>
            <a:endParaRPr lang="en-US" sz="1000" dirty="0"/>
          </a:p>
        </p:txBody>
      </p:sp>
      <p:sp>
        <p:nvSpPr>
          <p:cNvPr id="8" name="Shape 6"/>
          <p:cNvSpPr/>
          <p:nvPr/>
        </p:nvSpPr>
        <p:spPr>
          <a:xfrm>
            <a:off x="457200" y="1869948"/>
            <a:ext cx="4023360" cy="754380"/>
          </a:xfrm>
          <a:prstGeom prst="roundRect">
            <a:avLst>
              <a:gd name="adj" fmla="val 9697"/>
            </a:avLst>
          </a:prstGeom>
          <a:solidFill>
            <a:srgbClr val="EEF3F8"/>
          </a:solidFill>
          <a:ln w="12700">
            <a:solidFill>
              <a:srgbClr val="EEF3F8"/>
            </a:solidFill>
            <a:prstDash val="solid"/>
          </a:ln>
        </p:spPr>
      </p:sp>
      <p:sp>
        <p:nvSpPr>
          <p:cNvPr id="9" name="Text 7"/>
          <p:cNvSpPr txBox="1"/>
          <p:nvPr/>
        </p:nvSpPr>
        <p:spPr>
          <a:xfrm>
            <a:off x="594360" y="1869948"/>
            <a:ext cx="3749040" cy="498348"/>
          </a:xfrm>
          <a:prstGeom prst="rect">
            <a:avLst/>
          </a:prstGeom>
          <a:noFill/>
          <a:ln/>
        </p:spPr>
        <p:txBody>
          <a:bodyPr wrap="square" lIns="0" tIns="0" rIns="0" bIns="0" rtlCol="0" anchor="ctr"/>
          <a:lstStyle/>
          <a:p>
            <a:pPr algn="ctr" indent="0" marL="0">
              <a:buNone/>
            </a:pPr>
            <a:r>
              <a:rPr lang="en-US" sz="1800" dirty="0">
                <a:solidFill>
                  <a:srgbClr val="0B1F3A"/>
                </a:solidFill>
                <a:latin typeface="Cambria" pitchFamily="34" charset="0"/>
                <a:ea typeface="Cambria" pitchFamily="34" charset="-122"/>
                <a:cs typeface="Cambria" pitchFamily="34" charset="-120"/>
              </a:rPr>
              <a:t>code = round( V_in / LSB )</a:t>
            </a:r>
            <a:endParaRPr lang="en-US" sz="1800" dirty="0"/>
          </a:p>
        </p:txBody>
      </p:sp>
      <p:sp>
        <p:nvSpPr>
          <p:cNvPr id="10" name="Text 8"/>
          <p:cNvSpPr txBox="1"/>
          <p:nvPr/>
        </p:nvSpPr>
        <p:spPr>
          <a:xfrm>
            <a:off x="594360" y="232257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Nearest level (mid-tread quantiser)</a:t>
            </a:r>
            <a:endParaRPr lang="en-US" sz="1000" dirty="0"/>
          </a:p>
        </p:txBody>
      </p:sp>
      <p:sp>
        <p:nvSpPr>
          <p:cNvPr id="11" name="Text 9"/>
          <p:cNvSpPr txBox="1"/>
          <p:nvPr/>
        </p:nvSpPr>
        <p:spPr>
          <a:xfrm>
            <a:off x="457200" y="274320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Chart: a 3-bit quantiser (8 levels) turning a ramp into a staircase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Each extra bit halves the step and doubles the number of levels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The difference between the ramp and the staircase is the quantisation error</a:t>
            </a:r>
            <a:endParaRPr lang="en-US" sz="1200" dirty="0"/>
          </a:p>
        </p:txBody>
      </p:sp>
      <p:graphicFrame>
        <p:nvGraphicFramePr>
          <p:cNvPr id="12" name="Chart 0" descr=""/>
          <p:cNvGraphicFramePr/>
          <p:nvPr/>
        </p:nvGraphicFramePr>
        <p:xfrm>
          <a:off x="4663440" y="1024128"/>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663440" y="3794760"/>
            <a:ext cx="1920240" cy="481889"/>
          </a:xfrm>
          <a:prstGeom prst="rect">
            <a:avLst/>
          </a:prstGeom>
          <a:noFill/>
          <a:ln/>
        </p:spPr>
        <p:txBody>
          <a:bodyPr wrap="square" lIns="0" tIns="0" rIns="0" bIns="0" rtlCol="0" anchor="b"/>
          <a:lstStyle/>
          <a:p>
            <a:pPr algn="ctr" indent="0" marL="0">
              <a:buNone/>
            </a:pPr>
            <a:r>
              <a:rPr lang="en-US" sz="2000" b="1" dirty="0">
                <a:solidFill>
                  <a:srgbClr val="0B1F3A"/>
                </a:solidFill>
                <a:latin typeface="Cambria" pitchFamily="34" charset="0"/>
                <a:ea typeface="Cambria" pitchFamily="34" charset="-122"/>
                <a:cs typeface="Cambria" pitchFamily="34" charset="-120"/>
              </a:rPr>
              <a:t>8 levels</a:t>
            </a:r>
            <a:endParaRPr lang="en-US" sz="2000" dirty="0"/>
          </a:p>
        </p:txBody>
      </p:sp>
      <p:sp>
        <p:nvSpPr>
          <p:cNvPr id="14" name="Text 11"/>
          <p:cNvSpPr txBox="1"/>
          <p:nvPr/>
        </p:nvSpPr>
        <p:spPr>
          <a:xfrm>
            <a:off x="4663440" y="4276649"/>
            <a:ext cx="1920240" cy="295351"/>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3 bits → 2³ steps of 0.25 V</a:t>
            </a:r>
            <a:endParaRPr lang="en-US" sz="1100" dirty="0"/>
          </a:p>
        </p:txBody>
      </p:sp>
      <p:sp>
        <p:nvSpPr>
          <p:cNvPr id="15" name="Text 12"/>
          <p:cNvSpPr txBox="1"/>
          <p:nvPr/>
        </p:nvSpPr>
        <p:spPr>
          <a:xfrm>
            <a:off x="6675120" y="3794760"/>
            <a:ext cx="2011680" cy="481889"/>
          </a:xfrm>
          <a:prstGeom prst="rect">
            <a:avLst/>
          </a:prstGeom>
          <a:noFill/>
          <a:ln/>
        </p:spPr>
        <p:txBody>
          <a:bodyPr wrap="square" lIns="0" tIns="0" rIns="0" bIns="0" rtlCol="0" anchor="b"/>
          <a:lstStyle/>
          <a:p>
            <a:pPr algn="ctr" indent="0" marL="0">
              <a:buNone/>
            </a:pPr>
            <a:r>
              <a:rPr lang="en-US" sz="2000" b="1" dirty="0">
                <a:solidFill>
                  <a:srgbClr val="0B1F3A"/>
                </a:solidFill>
                <a:latin typeface="Cambria" pitchFamily="34" charset="0"/>
                <a:ea typeface="Cambria" pitchFamily="34" charset="-122"/>
                <a:cs typeface="Cambria" pitchFamily="34" charset="-120"/>
              </a:rPr>
              <a:t>4096 levels</a:t>
            </a:r>
            <a:endParaRPr lang="en-US" sz="2000" dirty="0"/>
          </a:p>
        </p:txBody>
      </p:sp>
      <p:sp>
        <p:nvSpPr>
          <p:cNvPr id="16" name="Text 13"/>
          <p:cNvSpPr txBox="1"/>
          <p:nvPr/>
        </p:nvSpPr>
        <p:spPr>
          <a:xfrm>
            <a:off x="6675120" y="4276649"/>
            <a:ext cx="2011680" cy="295351"/>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12 bits → 488 µV steps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Quantisation error behaves like noise</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22</a:t>
            </a:r>
            <a:endParaRPr lang="en-US" sz="900" dirty="0"/>
          </a:p>
        </p:txBody>
      </p:sp>
      <p:sp>
        <p:nvSpPr>
          <p:cNvPr id="5" name="Shape 3"/>
          <p:cNvSpPr/>
          <p:nvPr/>
        </p:nvSpPr>
        <p:spPr>
          <a:xfrm>
            <a:off x="457200" y="1024128"/>
            <a:ext cx="4023360" cy="777240"/>
          </a:xfrm>
          <a:prstGeom prst="roundRect">
            <a:avLst>
              <a:gd name="adj" fmla="val 9412"/>
            </a:avLst>
          </a:prstGeom>
          <a:solidFill>
            <a:srgbClr val="EEF3F8"/>
          </a:solidFill>
          <a:ln w="12700">
            <a:solidFill>
              <a:srgbClr val="EEF3F8"/>
            </a:solidFill>
            <a:prstDash val="solid"/>
          </a:ln>
        </p:spPr>
      </p:sp>
      <p:sp>
        <p:nvSpPr>
          <p:cNvPr id="6" name="Text 4"/>
          <p:cNvSpPr txBox="1"/>
          <p:nvPr/>
        </p:nvSpPr>
        <p:spPr>
          <a:xfrm>
            <a:off x="594360" y="1024128"/>
            <a:ext cx="3749040" cy="521208"/>
          </a:xfrm>
          <a:prstGeom prst="rect">
            <a:avLst/>
          </a:prstGeom>
          <a:noFill/>
          <a:ln/>
        </p:spPr>
        <p:txBody>
          <a:bodyPr wrap="square" lIns="0" tIns="0" rIns="0" bIns="0" rtlCol="0" anchor="ctr"/>
          <a:lstStyle/>
          <a:p>
            <a:pPr algn="ctr" indent="0" marL="0">
              <a:buNone/>
            </a:pPr>
            <a:r>
              <a:rPr lang="en-US" sz="1600" dirty="0">
                <a:solidFill>
                  <a:srgbClr val="0B1F3A"/>
                </a:solidFill>
                <a:latin typeface="Cambria" pitchFamily="34" charset="0"/>
                <a:ea typeface="Cambria" pitchFamily="34" charset="-122"/>
                <a:cs typeface="Cambria" pitchFamily="34" charset="-120"/>
              </a:rPr>
              <a:t>e = V_in − V_q</a:t>
            </a:r>
            <a:endParaRPr lang="en-US" sz="1600" dirty="0"/>
          </a:p>
          <a:p>
            <a:pPr algn="ctr" indent="0" marL="0">
              <a:buNone/>
            </a:pPr>
            <a:r>
              <a:rPr lang="en-US" sz="1600" dirty="0">
                <a:solidFill>
                  <a:srgbClr val="0B1F3A"/>
                </a:solidFill>
                <a:latin typeface="Cambria" pitchFamily="34" charset="0"/>
                <a:ea typeface="Cambria" pitchFamily="34" charset="-122"/>
                <a:cs typeface="Cambria" pitchFamily="34" charset="-120"/>
              </a:rPr>
              <a:t>−LSB/2 ≤ e &lt; +LSB/2</a:t>
            </a:r>
            <a:endParaRPr lang="en-US" sz="1600" dirty="0"/>
          </a:p>
        </p:txBody>
      </p:sp>
      <p:sp>
        <p:nvSpPr>
          <p:cNvPr id="7" name="Text 5"/>
          <p:cNvSpPr txBox="1"/>
          <p:nvPr/>
        </p:nvSpPr>
        <p:spPr>
          <a:xfrm>
            <a:off x="594360" y="14996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Error is a sawtooth versus input</a:t>
            </a:r>
            <a:endParaRPr lang="en-US" sz="1000" dirty="0"/>
          </a:p>
        </p:txBody>
      </p:sp>
      <p:sp>
        <p:nvSpPr>
          <p:cNvPr id="8" name="Shape 6"/>
          <p:cNvSpPr/>
          <p:nvPr/>
        </p:nvSpPr>
        <p:spPr>
          <a:xfrm>
            <a:off x="4663440" y="1024128"/>
            <a:ext cx="4023360" cy="777240"/>
          </a:xfrm>
          <a:prstGeom prst="roundRect">
            <a:avLst>
              <a:gd name="adj" fmla="val 9412"/>
            </a:avLst>
          </a:prstGeom>
          <a:solidFill>
            <a:srgbClr val="EEF3F8"/>
          </a:solidFill>
          <a:ln w="12700">
            <a:solidFill>
              <a:srgbClr val="EEF3F8"/>
            </a:solidFill>
            <a:prstDash val="solid"/>
          </a:ln>
        </p:spPr>
      </p:sp>
      <p:sp>
        <p:nvSpPr>
          <p:cNvPr id="9" name="Text 7"/>
          <p:cNvSpPr txBox="1"/>
          <p:nvPr/>
        </p:nvSpPr>
        <p:spPr>
          <a:xfrm>
            <a:off x="4800600" y="1024128"/>
            <a:ext cx="3749040" cy="5212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σ²_e = LSB² / 12        σ_e = LSB / √12</a:t>
            </a:r>
            <a:endParaRPr lang="en-US" sz="1300" dirty="0"/>
          </a:p>
        </p:txBody>
      </p:sp>
      <p:sp>
        <p:nvSpPr>
          <p:cNvPr id="10" name="Text 8"/>
          <p:cNvSpPr txBox="1"/>
          <p:nvPr/>
        </p:nvSpPr>
        <p:spPr>
          <a:xfrm>
            <a:off x="4800600" y="14996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Variance of a uniform distribution of width LSB</a:t>
            </a:r>
            <a:endParaRPr lang="en-US" sz="1000" dirty="0"/>
          </a:p>
        </p:txBody>
      </p:sp>
      <p:sp>
        <p:nvSpPr>
          <p:cNvPr id="11" name="Text 9"/>
          <p:cNvSpPr txBox="1"/>
          <p:nvPr/>
        </p:nvSpPr>
        <p:spPr>
          <a:xfrm>
            <a:off x="457200" y="1901952"/>
            <a:ext cx="8229600" cy="7772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Left chart: error against input voltage is a sawtooth</a:t>
            </a:r>
            <a:endParaRPr lang="en-US" sz="1150" dirty="0"/>
          </a:p>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Right chart: histogram of the error is flat (uniform) between ±LSB/2</a:t>
            </a:r>
            <a:endParaRPr lang="en-US" sz="1150" dirty="0"/>
          </a:p>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For a busy signal the error looks like white noise, so we treat it as a noise power of LSB²/12</a:t>
            </a:r>
            <a:endParaRPr lang="en-US" sz="1150" dirty="0"/>
          </a:p>
        </p:txBody>
      </p:sp>
      <p:graphicFrame>
        <p:nvGraphicFramePr>
          <p:cNvPr id="12" name="Chart 0" descr=""/>
          <p:cNvGraphicFramePr/>
          <p:nvPr/>
        </p:nvGraphicFramePr>
        <p:xfrm>
          <a:off x="457200" y="2743200"/>
          <a:ext cx="4023360" cy="1508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4663440" y="2743200"/>
          <a:ext cx="4023360" cy="150876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57200" y="4279392"/>
            <a:ext cx="822960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Left: sawtooth error. Right: flat histogram → uniform → variance LSB²/12.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The famous 6.02 N + 1.76 dB</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457200" y="1024128"/>
            <a:ext cx="4846320" cy="701040"/>
          </a:xfrm>
          <a:prstGeom prst="roundRect">
            <a:avLst>
              <a:gd name="adj" fmla="val 10435"/>
            </a:avLst>
          </a:prstGeom>
          <a:solidFill>
            <a:srgbClr val="EEF3F8"/>
          </a:solidFill>
          <a:ln w="12700">
            <a:solidFill>
              <a:srgbClr val="EEF3F8"/>
            </a:solidFill>
            <a:prstDash val="solid"/>
          </a:ln>
        </p:spPr>
      </p:sp>
      <p:sp>
        <p:nvSpPr>
          <p:cNvPr id="6" name="Text 4"/>
          <p:cNvSpPr txBox="1"/>
          <p:nvPr/>
        </p:nvSpPr>
        <p:spPr>
          <a:xfrm>
            <a:off x="594360" y="1024128"/>
            <a:ext cx="4572000" cy="4450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P_signal = (V_FS / 2)² / 2 = V_FS² / 8</a:t>
            </a:r>
            <a:endParaRPr lang="en-US" sz="1300" dirty="0"/>
          </a:p>
          <a:p>
            <a:pPr algn="ctr" indent="0" marL="0">
              <a:buNone/>
            </a:pPr>
            <a:r>
              <a:rPr lang="en-US" sz="1300" dirty="0">
                <a:solidFill>
                  <a:srgbClr val="0B1F3A"/>
                </a:solidFill>
                <a:latin typeface="Cambria" pitchFamily="34" charset="0"/>
                <a:ea typeface="Cambria" pitchFamily="34" charset="-122"/>
                <a:cs typeface="Cambria" pitchFamily="34" charset="-120"/>
              </a:rPr>
              <a:t>P_noise = LSB² / 12 = V_FS² / (12 · 2²ᴺ)</a:t>
            </a:r>
            <a:endParaRPr lang="en-US" sz="1300" dirty="0"/>
          </a:p>
        </p:txBody>
      </p:sp>
      <p:sp>
        <p:nvSpPr>
          <p:cNvPr id="7" name="Text 5"/>
          <p:cNvSpPr txBox="1"/>
          <p:nvPr/>
        </p:nvSpPr>
        <p:spPr>
          <a:xfrm>
            <a:off x="594360" y="1423416"/>
            <a:ext cx="45720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Full-scale sine power over quantisation noise power</a:t>
            </a:r>
            <a:endParaRPr lang="en-US" sz="1000" dirty="0"/>
          </a:p>
        </p:txBody>
      </p:sp>
      <p:sp>
        <p:nvSpPr>
          <p:cNvPr id="8" name="Shape 6"/>
          <p:cNvSpPr/>
          <p:nvPr/>
        </p:nvSpPr>
        <p:spPr>
          <a:xfrm>
            <a:off x="457200" y="1816608"/>
            <a:ext cx="4846320" cy="701040"/>
          </a:xfrm>
          <a:prstGeom prst="roundRect">
            <a:avLst>
              <a:gd name="adj" fmla="val 10435"/>
            </a:avLst>
          </a:prstGeom>
          <a:solidFill>
            <a:srgbClr val="EEF3F8"/>
          </a:solidFill>
          <a:ln w="12700">
            <a:solidFill>
              <a:srgbClr val="EEF3F8"/>
            </a:solidFill>
            <a:prstDash val="solid"/>
          </a:ln>
        </p:spPr>
      </p:sp>
      <p:sp>
        <p:nvSpPr>
          <p:cNvPr id="9" name="Text 7"/>
          <p:cNvSpPr txBox="1"/>
          <p:nvPr/>
        </p:nvSpPr>
        <p:spPr>
          <a:xfrm>
            <a:off x="594360" y="1816608"/>
            <a:ext cx="4572000" cy="4450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SNR = 10 log₁₀( 1.5 · 2²ᴺ ) = 6.02 N + 1.76 dB</a:t>
            </a:r>
            <a:endParaRPr lang="en-US" sz="1300" dirty="0"/>
          </a:p>
        </p:txBody>
      </p:sp>
      <p:sp>
        <p:nvSpPr>
          <p:cNvPr id="10" name="Text 8"/>
          <p:cNvSpPr txBox="1"/>
          <p:nvPr/>
        </p:nvSpPr>
        <p:spPr>
          <a:xfrm>
            <a:off x="594360" y="2215896"/>
            <a:ext cx="45720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Because 10 log₁₀(1.5) = 1.76 and 20 log₁₀(2) = 6.02</a:t>
            </a:r>
            <a:endParaRPr lang="en-US" sz="1000" dirty="0"/>
          </a:p>
        </p:txBody>
      </p:sp>
      <p:sp>
        <p:nvSpPr>
          <p:cNvPr id="11" name="Shape 9"/>
          <p:cNvSpPr/>
          <p:nvPr/>
        </p:nvSpPr>
        <p:spPr>
          <a:xfrm>
            <a:off x="457200" y="2609088"/>
            <a:ext cx="4846320" cy="701040"/>
          </a:xfrm>
          <a:prstGeom prst="roundRect">
            <a:avLst>
              <a:gd name="adj" fmla="val 10435"/>
            </a:avLst>
          </a:prstGeom>
          <a:solidFill>
            <a:srgbClr val="EEF3F8"/>
          </a:solidFill>
          <a:ln w="12700">
            <a:solidFill>
              <a:srgbClr val="EEF3F8"/>
            </a:solidFill>
            <a:prstDash val="solid"/>
          </a:ln>
        </p:spPr>
      </p:sp>
      <p:sp>
        <p:nvSpPr>
          <p:cNvPr id="12" name="Text 10"/>
          <p:cNvSpPr txBox="1"/>
          <p:nvPr/>
        </p:nvSpPr>
        <p:spPr>
          <a:xfrm>
            <a:off x="594360" y="2609088"/>
            <a:ext cx="4572000" cy="4450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ENOB = ( SINAD − 1.76 ) / 6.02</a:t>
            </a:r>
            <a:endParaRPr lang="en-US" sz="1300" dirty="0"/>
          </a:p>
        </p:txBody>
      </p:sp>
      <p:sp>
        <p:nvSpPr>
          <p:cNvPr id="13" name="Text 11"/>
          <p:cNvSpPr txBox="1"/>
          <p:nvPr/>
        </p:nvSpPr>
        <p:spPr>
          <a:xfrm>
            <a:off x="594360" y="3008376"/>
            <a:ext cx="45720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Effective number of bits from the measured signal-to-noise-and-distortion</a:t>
            </a:r>
            <a:endParaRPr lang="en-US" sz="1000" dirty="0"/>
          </a:p>
        </p:txBody>
      </p:sp>
      <p:sp>
        <p:nvSpPr>
          <p:cNvPr id="14" name="Text 12"/>
          <p:cNvSpPr txBox="1"/>
          <p:nvPr/>
        </p:nvSpPr>
        <p:spPr>
          <a:xfrm>
            <a:off x="457200" y="3429000"/>
            <a:ext cx="4846320" cy="868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Chart: ideal SNR vs bits; 8-bit 50 dB, 12-bit 74 dB, 16-bit 98 dB</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Real ADCs fall short: a "14-bit" part with SINAD 72 dB has ENOB 11.7</a:t>
            </a:r>
            <a:endParaRPr lang="en-US" sz="1200" dirty="0"/>
          </a:p>
        </p:txBody>
      </p:sp>
      <p:graphicFrame>
        <p:nvGraphicFramePr>
          <p:cNvPr id="15" name="Chart 0" descr=""/>
          <p:cNvGraphicFramePr/>
          <p:nvPr/>
        </p:nvGraphicFramePr>
        <p:xfrm>
          <a:off x="5486400" y="1024128"/>
          <a:ext cx="3200400" cy="2148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486400" y="3246120"/>
            <a:ext cx="1554480" cy="623621"/>
          </a:xfrm>
          <a:prstGeom prst="rect">
            <a:avLst/>
          </a:prstGeom>
          <a:noFill/>
          <a:ln/>
        </p:spPr>
        <p:txBody>
          <a:bodyPr wrap="square" lIns="0" tIns="0" rIns="0" bIns="0" rtlCol="0" anchor="b"/>
          <a:lstStyle/>
          <a:p>
            <a:pPr algn="ctr" indent="0" marL="0">
              <a:buNone/>
            </a:pPr>
            <a:r>
              <a:rPr lang="en-US" sz="2600" b="1" dirty="0">
                <a:solidFill>
                  <a:srgbClr val="2EC4B6"/>
                </a:solidFill>
                <a:latin typeface="Cambria" pitchFamily="34" charset="0"/>
                <a:ea typeface="Cambria" pitchFamily="34" charset="-122"/>
                <a:cs typeface="Cambria" pitchFamily="34" charset="-120"/>
              </a:rPr>
              <a:t>6.02 dB</a:t>
            </a:r>
            <a:endParaRPr lang="en-US" sz="2600" dirty="0"/>
          </a:p>
        </p:txBody>
      </p:sp>
      <p:sp>
        <p:nvSpPr>
          <p:cNvPr id="17" name="Text 14"/>
          <p:cNvSpPr txBox="1"/>
          <p:nvPr/>
        </p:nvSpPr>
        <p:spPr>
          <a:xfrm>
            <a:off x="5486400" y="3869741"/>
            <a:ext cx="1554480" cy="382219"/>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per bit</a:t>
            </a:r>
            <a:endParaRPr lang="en-US" sz="1100" dirty="0"/>
          </a:p>
        </p:txBody>
      </p:sp>
      <p:sp>
        <p:nvSpPr>
          <p:cNvPr id="18" name="Text 15"/>
          <p:cNvSpPr txBox="1"/>
          <p:nvPr/>
        </p:nvSpPr>
        <p:spPr>
          <a:xfrm>
            <a:off x="7132320" y="3246120"/>
            <a:ext cx="1554480" cy="623621"/>
          </a:xfrm>
          <a:prstGeom prst="rect">
            <a:avLst/>
          </a:prstGeom>
          <a:noFill/>
          <a:ln/>
        </p:spPr>
        <p:txBody>
          <a:bodyPr wrap="square" lIns="0" tIns="0" rIns="0" bIns="0" rtlCol="0" anchor="b"/>
          <a:lstStyle/>
          <a:p>
            <a:pPr algn="ctr" indent="0" marL="0">
              <a:buNone/>
            </a:pPr>
            <a:r>
              <a:rPr lang="en-US" sz="2600" b="1" dirty="0">
                <a:solidFill>
                  <a:srgbClr val="0B1F3A"/>
                </a:solidFill>
                <a:latin typeface="Cambria" pitchFamily="34" charset="0"/>
                <a:ea typeface="Cambria" pitchFamily="34" charset="-122"/>
                <a:cs typeface="Cambria" pitchFamily="34" charset="-120"/>
              </a:rPr>
              <a:t>74 dB</a:t>
            </a:r>
            <a:endParaRPr lang="en-US" sz="2600" dirty="0"/>
          </a:p>
        </p:txBody>
      </p:sp>
      <p:sp>
        <p:nvSpPr>
          <p:cNvPr id="19" name="Text 16"/>
          <p:cNvSpPr txBox="1"/>
          <p:nvPr/>
        </p:nvSpPr>
        <p:spPr>
          <a:xfrm>
            <a:off x="7132320" y="3869741"/>
            <a:ext cx="1554480" cy="382219"/>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12-bit ideal</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Flash ADC: all comparisons at once</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24</a:t>
            </a:r>
            <a:endParaRPr lang="en-US" sz="900" dirty="0"/>
          </a:p>
        </p:txBody>
      </p:sp>
      <p:sp>
        <p:nvSpPr>
          <p:cNvPr id="5" name="Text 3"/>
          <p:cNvSpPr txBox="1"/>
          <p:nvPr/>
        </p:nvSpPr>
        <p:spPr>
          <a:xfrm>
            <a:off x="960120" y="905256"/>
            <a:ext cx="640080" cy="228600"/>
          </a:xfrm>
          <a:prstGeom prst="rect">
            <a:avLst/>
          </a:prstGeom>
          <a:noFill/>
          <a:ln/>
        </p:spPr>
        <p:txBody>
          <a:bodyPr wrap="square" lIns="0" tIns="0" rIns="0" bIns="0" rtlCol="0" anchor="ctr"/>
          <a:lstStyle/>
          <a:p>
            <a:pPr algn="ctr" indent="0" marL="0">
              <a:buNone/>
            </a:pPr>
            <a:r>
              <a:rPr lang="en-US" sz="900" b="1" dirty="0">
                <a:solidFill>
                  <a:srgbClr val="0B1F3A"/>
                </a:solidFill>
                <a:latin typeface="Cambria" pitchFamily="34" charset="0"/>
                <a:ea typeface="Cambria" pitchFamily="34" charset="-122"/>
                <a:cs typeface="Cambria" pitchFamily="34" charset="-120"/>
              </a:rPr>
              <a:t>V_ref</a:t>
            </a:r>
            <a:endParaRPr lang="en-US" sz="900" dirty="0"/>
          </a:p>
        </p:txBody>
      </p:sp>
      <p:sp>
        <p:nvSpPr>
          <p:cNvPr id="6" name="Text 4"/>
          <p:cNvSpPr txBox="1"/>
          <p:nvPr/>
        </p:nvSpPr>
        <p:spPr>
          <a:xfrm>
            <a:off x="457200" y="2441448"/>
            <a:ext cx="457200"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mbria" pitchFamily="34" charset="0"/>
                <a:ea typeface="Cambria" pitchFamily="34" charset="-122"/>
                <a:cs typeface="Cambria" pitchFamily="34" charset="-120"/>
              </a:rPr>
              <a:t>V_in</a:t>
            </a:r>
            <a:endParaRPr lang="en-US" sz="1000" dirty="0"/>
          </a:p>
        </p:txBody>
      </p:sp>
      <p:sp>
        <p:nvSpPr>
          <p:cNvPr id="7" name="Shape 5"/>
          <p:cNvSpPr/>
          <p:nvPr/>
        </p:nvSpPr>
        <p:spPr>
          <a:xfrm>
            <a:off x="914400" y="2578608"/>
            <a:ext cx="182880" cy="0"/>
          </a:xfrm>
          <a:prstGeom prst="line">
            <a:avLst/>
          </a:prstGeom>
          <a:noFill/>
          <a:ln w="19050">
            <a:solidFill>
              <a:srgbClr val="0B1F3A"/>
            </a:solidFill>
            <a:prstDash val="solid"/>
          </a:ln>
        </p:spPr>
      </p:sp>
      <p:sp>
        <p:nvSpPr>
          <p:cNvPr id="8" name="Shape 6"/>
          <p:cNvSpPr/>
          <p:nvPr/>
        </p:nvSpPr>
        <p:spPr>
          <a:xfrm>
            <a:off x="1097280" y="1480185"/>
            <a:ext cx="0" cy="2196846"/>
          </a:xfrm>
          <a:prstGeom prst="line">
            <a:avLst/>
          </a:prstGeom>
          <a:noFill/>
          <a:ln w="19050">
            <a:solidFill>
              <a:srgbClr val="0B1F3A"/>
            </a:solidFill>
            <a:prstDash val="solid"/>
          </a:ln>
        </p:spPr>
      </p:sp>
      <p:sp>
        <p:nvSpPr>
          <p:cNvPr id="9" name="Text 7"/>
          <p:cNvSpPr txBox="1"/>
          <p:nvPr/>
        </p:nvSpPr>
        <p:spPr>
          <a:xfrm>
            <a:off x="1170432" y="1188720"/>
            <a:ext cx="219456" cy="177165"/>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10" name="Shape 8"/>
          <p:cNvSpPr/>
          <p:nvPr/>
        </p:nvSpPr>
        <p:spPr>
          <a:xfrm>
            <a:off x="1280160" y="1365885"/>
            <a:ext cx="0" cy="149733"/>
          </a:xfrm>
          <a:prstGeom prst="line">
            <a:avLst/>
          </a:prstGeom>
          <a:noFill/>
          <a:ln w="12700">
            <a:solidFill>
              <a:srgbClr val="0B1F3A"/>
            </a:solidFill>
            <a:prstDash val="solid"/>
          </a:ln>
        </p:spPr>
      </p:sp>
      <p:sp>
        <p:nvSpPr>
          <p:cNvPr id="11" name="Shape 9"/>
          <p:cNvSpPr/>
          <p:nvPr/>
        </p:nvSpPr>
        <p:spPr>
          <a:xfrm>
            <a:off x="1280160" y="1384173"/>
            <a:ext cx="731520" cy="0"/>
          </a:xfrm>
          <a:prstGeom prst="line">
            <a:avLst/>
          </a:prstGeom>
          <a:noFill/>
          <a:ln w="9525">
            <a:solidFill>
              <a:srgbClr val="5B6B7F"/>
            </a:solidFill>
            <a:prstDash val="solid"/>
          </a:ln>
        </p:spPr>
      </p:sp>
      <p:sp>
        <p:nvSpPr>
          <p:cNvPr id="12" name="Shape 10"/>
          <p:cNvSpPr/>
          <p:nvPr/>
        </p:nvSpPr>
        <p:spPr>
          <a:xfrm rot="5400000">
            <a:off x="2011680" y="1232154"/>
            <a:ext cx="502920" cy="248031"/>
          </a:xfrm>
          <a:prstGeom prst="triangle">
            <a:avLst/>
          </a:prstGeom>
          <a:solidFill>
            <a:srgbClr val="EEF3F8"/>
          </a:solidFill>
          <a:ln w="9525">
            <a:solidFill>
              <a:srgbClr val="0B1F3A"/>
            </a:solidFill>
            <a:prstDash val="solid"/>
          </a:ln>
        </p:spPr>
      </p:sp>
      <p:sp>
        <p:nvSpPr>
          <p:cNvPr id="13" name="Shape 11"/>
          <p:cNvSpPr/>
          <p:nvPr/>
        </p:nvSpPr>
        <p:spPr>
          <a:xfrm>
            <a:off x="1097280" y="1265301"/>
            <a:ext cx="914400" cy="0"/>
          </a:xfrm>
          <a:prstGeom prst="line">
            <a:avLst/>
          </a:prstGeom>
          <a:noFill/>
          <a:ln w="9525">
            <a:solidFill>
              <a:srgbClr val="5B6B7F"/>
            </a:solidFill>
            <a:prstDash val="solid"/>
          </a:ln>
        </p:spPr>
      </p:sp>
      <p:sp>
        <p:nvSpPr>
          <p:cNvPr id="14" name="Shape 12"/>
          <p:cNvSpPr/>
          <p:nvPr/>
        </p:nvSpPr>
        <p:spPr>
          <a:xfrm>
            <a:off x="2514600" y="1365885"/>
            <a:ext cx="777240" cy="0"/>
          </a:xfrm>
          <a:prstGeom prst="line">
            <a:avLst/>
          </a:prstGeom>
          <a:noFill/>
          <a:ln w="9525">
            <a:solidFill>
              <a:srgbClr val="5B6B7F"/>
            </a:solidFill>
            <a:prstDash val="solid"/>
            <a:tailEnd type="triangle"/>
          </a:ln>
        </p:spPr>
      </p:sp>
      <p:sp>
        <p:nvSpPr>
          <p:cNvPr id="15" name="Text 13"/>
          <p:cNvSpPr txBox="1"/>
          <p:nvPr/>
        </p:nvSpPr>
        <p:spPr>
          <a:xfrm>
            <a:off x="2560320" y="1192149"/>
            <a:ext cx="274320" cy="228600"/>
          </a:xfrm>
          <a:prstGeom prst="rect">
            <a:avLst/>
          </a:prstGeom>
          <a:noFill/>
          <a:ln/>
        </p:spPr>
        <p:txBody>
          <a:bodyPr wrap="square" lIns="0" tIns="0" rIns="0" bIns="0" rtlCol="0" anchor="ctr"/>
          <a:lstStyle/>
          <a:p>
            <a:pPr algn="ctr" indent="0" marL="0">
              <a:buNone/>
            </a:pPr>
            <a:r>
              <a:rPr lang="en-US" sz="900" b="1" dirty="0">
                <a:solidFill>
                  <a:srgbClr val="5B6B7F"/>
                </a:solidFill>
                <a:latin typeface="Calibri" pitchFamily="34" charset="0"/>
                <a:ea typeface="Calibri" pitchFamily="34" charset="-122"/>
                <a:cs typeface="Calibri" pitchFamily="34" charset="-120"/>
              </a:rPr>
              <a:t>0</a:t>
            </a:r>
            <a:endParaRPr lang="en-US" sz="900" dirty="0"/>
          </a:p>
        </p:txBody>
      </p:sp>
      <p:sp>
        <p:nvSpPr>
          <p:cNvPr id="16" name="Text 14"/>
          <p:cNvSpPr txBox="1"/>
          <p:nvPr/>
        </p:nvSpPr>
        <p:spPr>
          <a:xfrm>
            <a:off x="1170432" y="1543050"/>
            <a:ext cx="219456" cy="177165"/>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17" name="Shape 15"/>
          <p:cNvSpPr/>
          <p:nvPr/>
        </p:nvSpPr>
        <p:spPr>
          <a:xfrm>
            <a:off x="1280160" y="1720215"/>
            <a:ext cx="0" cy="149733"/>
          </a:xfrm>
          <a:prstGeom prst="line">
            <a:avLst/>
          </a:prstGeom>
          <a:noFill/>
          <a:ln w="12700">
            <a:solidFill>
              <a:srgbClr val="0B1F3A"/>
            </a:solidFill>
            <a:prstDash val="solid"/>
          </a:ln>
        </p:spPr>
      </p:sp>
      <p:sp>
        <p:nvSpPr>
          <p:cNvPr id="18" name="Shape 16"/>
          <p:cNvSpPr/>
          <p:nvPr/>
        </p:nvSpPr>
        <p:spPr>
          <a:xfrm>
            <a:off x="1280160" y="1738503"/>
            <a:ext cx="731520" cy="0"/>
          </a:xfrm>
          <a:prstGeom prst="line">
            <a:avLst/>
          </a:prstGeom>
          <a:noFill/>
          <a:ln w="9525">
            <a:solidFill>
              <a:srgbClr val="5B6B7F"/>
            </a:solidFill>
            <a:prstDash val="solid"/>
          </a:ln>
        </p:spPr>
      </p:sp>
      <p:sp>
        <p:nvSpPr>
          <p:cNvPr id="19" name="Shape 17"/>
          <p:cNvSpPr/>
          <p:nvPr/>
        </p:nvSpPr>
        <p:spPr>
          <a:xfrm rot="5400000">
            <a:off x="2011680" y="1586484"/>
            <a:ext cx="502920" cy="248031"/>
          </a:xfrm>
          <a:prstGeom prst="triangle">
            <a:avLst/>
          </a:prstGeom>
          <a:solidFill>
            <a:srgbClr val="EEF3F8"/>
          </a:solidFill>
          <a:ln w="9525">
            <a:solidFill>
              <a:srgbClr val="0B1F3A"/>
            </a:solidFill>
            <a:prstDash val="solid"/>
          </a:ln>
        </p:spPr>
      </p:sp>
      <p:sp>
        <p:nvSpPr>
          <p:cNvPr id="20" name="Shape 18"/>
          <p:cNvSpPr/>
          <p:nvPr/>
        </p:nvSpPr>
        <p:spPr>
          <a:xfrm>
            <a:off x="1097280" y="1619631"/>
            <a:ext cx="914400" cy="0"/>
          </a:xfrm>
          <a:prstGeom prst="line">
            <a:avLst/>
          </a:prstGeom>
          <a:noFill/>
          <a:ln w="9525">
            <a:solidFill>
              <a:srgbClr val="5B6B7F"/>
            </a:solidFill>
            <a:prstDash val="solid"/>
          </a:ln>
        </p:spPr>
      </p:sp>
      <p:sp>
        <p:nvSpPr>
          <p:cNvPr id="21" name="Shape 19"/>
          <p:cNvSpPr/>
          <p:nvPr/>
        </p:nvSpPr>
        <p:spPr>
          <a:xfrm>
            <a:off x="2514600" y="1720215"/>
            <a:ext cx="777240" cy="0"/>
          </a:xfrm>
          <a:prstGeom prst="line">
            <a:avLst/>
          </a:prstGeom>
          <a:noFill/>
          <a:ln w="9525">
            <a:solidFill>
              <a:srgbClr val="5B6B7F"/>
            </a:solidFill>
            <a:prstDash val="solid"/>
            <a:tailEnd type="triangle"/>
          </a:ln>
        </p:spPr>
      </p:sp>
      <p:sp>
        <p:nvSpPr>
          <p:cNvPr id="22" name="Text 20"/>
          <p:cNvSpPr txBox="1"/>
          <p:nvPr/>
        </p:nvSpPr>
        <p:spPr>
          <a:xfrm>
            <a:off x="2560320" y="1546479"/>
            <a:ext cx="274320" cy="228600"/>
          </a:xfrm>
          <a:prstGeom prst="rect">
            <a:avLst/>
          </a:prstGeom>
          <a:noFill/>
          <a:ln/>
        </p:spPr>
        <p:txBody>
          <a:bodyPr wrap="square" lIns="0" tIns="0" rIns="0" bIns="0" rtlCol="0" anchor="ctr"/>
          <a:lstStyle/>
          <a:p>
            <a:pPr algn="ctr" indent="0" marL="0">
              <a:buNone/>
            </a:pPr>
            <a:r>
              <a:rPr lang="en-US" sz="900" b="1" dirty="0">
                <a:solidFill>
                  <a:srgbClr val="5B6B7F"/>
                </a:solidFill>
                <a:latin typeface="Calibri" pitchFamily="34" charset="0"/>
                <a:ea typeface="Calibri" pitchFamily="34" charset="-122"/>
                <a:cs typeface="Calibri" pitchFamily="34" charset="-120"/>
              </a:rPr>
              <a:t>0</a:t>
            </a:r>
            <a:endParaRPr lang="en-US" sz="900" dirty="0"/>
          </a:p>
        </p:txBody>
      </p:sp>
      <p:sp>
        <p:nvSpPr>
          <p:cNvPr id="23" name="Text 21"/>
          <p:cNvSpPr txBox="1"/>
          <p:nvPr/>
        </p:nvSpPr>
        <p:spPr>
          <a:xfrm>
            <a:off x="1170432" y="1897380"/>
            <a:ext cx="219456" cy="177165"/>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24" name="Shape 22"/>
          <p:cNvSpPr/>
          <p:nvPr/>
        </p:nvSpPr>
        <p:spPr>
          <a:xfrm>
            <a:off x="1280160" y="2074545"/>
            <a:ext cx="0" cy="149733"/>
          </a:xfrm>
          <a:prstGeom prst="line">
            <a:avLst/>
          </a:prstGeom>
          <a:noFill/>
          <a:ln w="12700">
            <a:solidFill>
              <a:srgbClr val="0B1F3A"/>
            </a:solidFill>
            <a:prstDash val="solid"/>
          </a:ln>
        </p:spPr>
      </p:sp>
      <p:sp>
        <p:nvSpPr>
          <p:cNvPr id="25" name="Shape 23"/>
          <p:cNvSpPr/>
          <p:nvPr/>
        </p:nvSpPr>
        <p:spPr>
          <a:xfrm>
            <a:off x="1280160" y="2092833"/>
            <a:ext cx="731520" cy="0"/>
          </a:xfrm>
          <a:prstGeom prst="line">
            <a:avLst/>
          </a:prstGeom>
          <a:noFill/>
          <a:ln w="9525">
            <a:solidFill>
              <a:srgbClr val="5B6B7F"/>
            </a:solidFill>
            <a:prstDash val="solid"/>
          </a:ln>
        </p:spPr>
      </p:sp>
      <p:sp>
        <p:nvSpPr>
          <p:cNvPr id="26" name="Shape 24"/>
          <p:cNvSpPr/>
          <p:nvPr/>
        </p:nvSpPr>
        <p:spPr>
          <a:xfrm rot="5400000">
            <a:off x="2011680" y="1940814"/>
            <a:ext cx="502920" cy="248031"/>
          </a:xfrm>
          <a:prstGeom prst="triangle">
            <a:avLst/>
          </a:prstGeom>
          <a:solidFill>
            <a:srgbClr val="EEF3F8"/>
          </a:solidFill>
          <a:ln w="9525">
            <a:solidFill>
              <a:srgbClr val="0B1F3A"/>
            </a:solidFill>
            <a:prstDash val="solid"/>
          </a:ln>
        </p:spPr>
      </p:sp>
      <p:sp>
        <p:nvSpPr>
          <p:cNvPr id="27" name="Shape 25"/>
          <p:cNvSpPr/>
          <p:nvPr/>
        </p:nvSpPr>
        <p:spPr>
          <a:xfrm>
            <a:off x="1097280" y="1973961"/>
            <a:ext cx="914400" cy="0"/>
          </a:xfrm>
          <a:prstGeom prst="line">
            <a:avLst/>
          </a:prstGeom>
          <a:noFill/>
          <a:ln w="9525">
            <a:solidFill>
              <a:srgbClr val="5B6B7F"/>
            </a:solidFill>
            <a:prstDash val="solid"/>
          </a:ln>
        </p:spPr>
      </p:sp>
      <p:sp>
        <p:nvSpPr>
          <p:cNvPr id="28" name="Shape 26"/>
          <p:cNvSpPr/>
          <p:nvPr/>
        </p:nvSpPr>
        <p:spPr>
          <a:xfrm>
            <a:off x="2514600" y="2074545"/>
            <a:ext cx="777240" cy="0"/>
          </a:xfrm>
          <a:prstGeom prst="line">
            <a:avLst/>
          </a:prstGeom>
          <a:noFill/>
          <a:ln w="9525">
            <a:solidFill>
              <a:srgbClr val="5B6B7F"/>
            </a:solidFill>
            <a:prstDash val="solid"/>
            <a:tailEnd type="triangle"/>
          </a:ln>
        </p:spPr>
      </p:sp>
      <p:sp>
        <p:nvSpPr>
          <p:cNvPr id="29" name="Text 27"/>
          <p:cNvSpPr txBox="1"/>
          <p:nvPr/>
        </p:nvSpPr>
        <p:spPr>
          <a:xfrm>
            <a:off x="2560320" y="1900809"/>
            <a:ext cx="274320" cy="228600"/>
          </a:xfrm>
          <a:prstGeom prst="rect">
            <a:avLst/>
          </a:prstGeom>
          <a:noFill/>
          <a:ln/>
        </p:spPr>
        <p:txBody>
          <a:bodyPr wrap="square" lIns="0" tIns="0" rIns="0" bIns="0" rtlCol="0" anchor="ctr"/>
          <a:lstStyle/>
          <a:p>
            <a:pPr algn="ctr" indent="0" marL="0">
              <a:buNone/>
            </a:pPr>
            <a:r>
              <a:rPr lang="en-US" sz="900" b="1" dirty="0">
                <a:solidFill>
                  <a:srgbClr val="5B6B7F"/>
                </a:solidFill>
                <a:latin typeface="Calibri" pitchFamily="34" charset="0"/>
                <a:ea typeface="Calibri" pitchFamily="34" charset="-122"/>
                <a:cs typeface="Calibri" pitchFamily="34" charset="-120"/>
              </a:rPr>
              <a:t>0</a:t>
            </a:r>
            <a:endParaRPr lang="en-US" sz="900" dirty="0"/>
          </a:p>
        </p:txBody>
      </p:sp>
      <p:sp>
        <p:nvSpPr>
          <p:cNvPr id="30" name="Text 28"/>
          <p:cNvSpPr txBox="1"/>
          <p:nvPr/>
        </p:nvSpPr>
        <p:spPr>
          <a:xfrm>
            <a:off x="1170432" y="2251710"/>
            <a:ext cx="219456" cy="177165"/>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31" name="Shape 29"/>
          <p:cNvSpPr/>
          <p:nvPr/>
        </p:nvSpPr>
        <p:spPr>
          <a:xfrm>
            <a:off x="1280160" y="2428875"/>
            <a:ext cx="0" cy="149733"/>
          </a:xfrm>
          <a:prstGeom prst="line">
            <a:avLst/>
          </a:prstGeom>
          <a:noFill/>
          <a:ln w="12700">
            <a:solidFill>
              <a:srgbClr val="0B1F3A"/>
            </a:solidFill>
            <a:prstDash val="solid"/>
          </a:ln>
        </p:spPr>
      </p:sp>
      <p:sp>
        <p:nvSpPr>
          <p:cNvPr id="32" name="Shape 30"/>
          <p:cNvSpPr/>
          <p:nvPr/>
        </p:nvSpPr>
        <p:spPr>
          <a:xfrm>
            <a:off x="1280160" y="2447163"/>
            <a:ext cx="731520" cy="0"/>
          </a:xfrm>
          <a:prstGeom prst="line">
            <a:avLst/>
          </a:prstGeom>
          <a:noFill/>
          <a:ln w="9525">
            <a:solidFill>
              <a:srgbClr val="5B6B7F"/>
            </a:solidFill>
            <a:prstDash val="solid"/>
          </a:ln>
        </p:spPr>
      </p:sp>
      <p:sp>
        <p:nvSpPr>
          <p:cNvPr id="33" name="Shape 31"/>
          <p:cNvSpPr/>
          <p:nvPr/>
        </p:nvSpPr>
        <p:spPr>
          <a:xfrm rot="5400000">
            <a:off x="2011680" y="2295144"/>
            <a:ext cx="502920" cy="248031"/>
          </a:xfrm>
          <a:prstGeom prst="triangle">
            <a:avLst/>
          </a:prstGeom>
          <a:solidFill>
            <a:srgbClr val="2EC4B6"/>
          </a:solidFill>
          <a:ln w="9525">
            <a:solidFill>
              <a:srgbClr val="0B1F3A"/>
            </a:solidFill>
            <a:prstDash val="solid"/>
          </a:ln>
        </p:spPr>
      </p:sp>
      <p:sp>
        <p:nvSpPr>
          <p:cNvPr id="34" name="Shape 32"/>
          <p:cNvSpPr/>
          <p:nvPr/>
        </p:nvSpPr>
        <p:spPr>
          <a:xfrm>
            <a:off x="1097280" y="2328291"/>
            <a:ext cx="914400" cy="0"/>
          </a:xfrm>
          <a:prstGeom prst="line">
            <a:avLst/>
          </a:prstGeom>
          <a:noFill/>
          <a:ln w="9525">
            <a:solidFill>
              <a:srgbClr val="5B6B7F"/>
            </a:solidFill>
            <a:prstDash val="solid"/>
          </a:ln>
        </p:spPr>
      </p:sp>
      <p:sp>
        <p:nvSpPr>
          <p:cNvPr id="35" name="Shape 33"/>
          <p:cNvSpPr/>
          <p:nvPr/>
        </p:nvSpPr>
        <p:spPr>
          <a:xfrm>
            <a:off x="2514600" y="2428875"/>
            <a:ext cx="777240" cy="0"/>
          </a:xfrm>
          <a:prstGeom prst="line">
            <a:avLst/>
          </a:prstGeom>
          <a:noFill/>
          <a:ln w="9525">
            <a:solidFill>
              <a:srgbClr val="5B6B7F"/>
            </a:solidFill>
            <a:prstDash val="solid"/>
            <a:tailEnd type="triangle"/>
          </a:ln>
        </p:spPr>
      </p:sp>
      <p:sp>
        <p:nvSpPr>
          <p:cNvPr id="36" name="Text 34"/>
          <p:cNvSpPr txBox="1"/>
          <p:nvPr/>
        </p:nvSpPr>
        <p:spPr>
          <a:xfrm>
            <a:off x="2560320" y="2255139"/>
            <a:ext cx="274320" cy="228600"/>
          </a:xfrm>
          <a:prstGeom prst="rect">
            <a:avLst/>
          </a:prstGeom>
          <a:noFill/>
          <a:ln/>
        </p:spPr>
        <p:txBody>
          <a:bodyPr wrap="square" lIns="0" tIns="0" rIns="0" bIns="0" rtlCol="0" anchor="ctr"/>
          <a:lstStyle/>
          <a:p>
            <a:pPr algn="ctr" indent="0" marL="0">
              <a:buNone/>
            </a:pPr>
            <a:r>
              <a:rPr lang="en-US" sz="900" b="1" dirty="0">
                <a:solidFill>
                  <a:srgbClr val="2EC4B6"/>
                </a:solidFill>
                <a:latin typeface="Calibri" pitchFamily="34" charset="0"/>
                <a:ea typeface="Calibri" pitchFamily="34" charset="-122"/>
                <a:cs typeface="Calibri" pitchFamily="34" charset="-120"/>
              </a:rPr>
              <a:t>1</a:t>
            </a:r>
            <a:endParaRPr lang="en-US" sz="900" dirty="0"/>
          </a:p>
        </p:txBody>
      </p:sp>
      <p:sp>
        <p:nvSpPr>
          <p:cNvPr id="37" name="Text 35"/>
          <p:cNvSpPr txBox="1"/>
          <p:nvPr/>
        </p:nvSpPr>
        <p:spPr>
          <a:xfrm>
            <a:off x="1170432" y="2606040"/>
            <a:ext cx="219456" cy="177165"/>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38" name="Shape 36"/>
          <p:cNvSpPr/>
          <p:nvPr/>
        </p:nvSpPr>
        <p:spPr>
          <a:xfrm>
            <a:off x="1280160" y="2783205"/>
            <a:ext cx="0" cy="149733"/>
          </a:xfrm>
          <a:prstGeom prst="line">
            <a:avLst/>
          </a:prstGeom>
          <a:noFill/>
          <a:ln w="12700">
            <a:solidFill>
              <a:srgbClr val="0B1F3A"/>
            </a:solidFill>
            <a:prstDash val="solid"/>
          </a:ln>
        </p:spPr>
      </p:sp>
      <p:sp>
        <p:nvSpPr>
          <p:cNvPr id="39" name="Shape 37"/>
          <p:cNvSpPr/>
          <p:nvPr/>
        </p:nvSpPr>
        <p:spPr>
          <a:xfrm>
            <a:off x="1280160" y="2801493"/>
            <a:ext cx="731520" cy="0"/>
          </a:xfrm>
          <a:prstGeom prst="line">
            <a:avLst/>
          </a:prstGeom>
          <a:noFill/>
          <a:ln w="9525">
            <a:solidFill>
              <a:srgbClr val="5B6B7F"/>
            </a:solidFill>
            <a:prstDash val="solid"/>
          </a:ln>
        </p:spPr>
      </p:sp>
      <p:sp>
        <p:nvSpPr>
          <p:cNvPr id="40" name="Shape 38"/>
          <p:cNvSpPr/>
          <p:nvPr/>
        </p:nvSpPr>
        <p:spPr>
          <a:xfrm rot="5400000">
            <a:off x="2011680" y="2649474"/>
            <a:ext cx="502920" cy="248031"/>
          </a:xfrm>
          <a:prstGeom prst="triangle">
            <a:avLst/>
          </a:prstGeom>
          <a:solidFill>
            <a:srgbClr val="2EC4B6"/>
          </a:solidFill>
          <a:ln w="9525">
            <a:solidFill>
              <a:srgbClr val="0B1F3A"/>
            </a:solidFill>
            <a:prstDash val="solid"/>
          </a:ln>
        </p:spPr>
      </p:sp>
      <p:sp>
        <p:nvSpPr>
          <p:cNvPr id="41" name="Shape 39"/>
          <p:cNvSpPr/>
          <p:nvPr/>
        </p:nvSpPr>
        <p:spPr>
          <a:xfrm>
            <a:off x="1097280" y="2682621"/>
            <a:ext cx="914400" cy="0"/>
          </a:xfrm>
          <a:prstGeom prst="line">
            <a:avLst/>
          </a:prstGeom>
          <a:noFill/>
          <a:ln w="9525">
            <a:solidFill>
              <a:srgbClr val="5B6B7F"/>
            </a:solidFill>
            <a:prstDash val="solid"/>
          </a:ln>
        </p:spPr>
      </p:sp>
      <p:sp>
        <p:nvSpPr>
          <p:cNvPr id="42" name="Shape 40"/>
          <p:cNvSpPr/>
          <p:nvPr/>
        </p:nvSpPr>
        <p:spPr>
          <a:xfrm>
            <a:off x="2514600" y="2783205"/>
            <a:ext cx="777240" cy="0"/>
          </a:xfrm>
          <a:prstGeom prst="line">
            <a:avLst/>
          </a:prstGeom>
          <a:noFill/>
          <a:ln w="9525">
            <a:solidFill>
              <a:srgbClr val="5B6B7F"/>
            </a:solidFill>
            <a:prstDash val="solid"/>
            <a:tailEnd type="triangle"/>
          </a:ln>
        </p:spPr>
      </p:sp>
      <p:sp>
        <p:nvSpPr>
          <p:cNvPr id="43" name="Text 41"/>
          <p:cNvSpPr txBox="1"/>
          <p:nvPr/>
        </p:nvSpPr>
        <p:spPr>
          <a:xfrm>
            <a:off x="2560320" y="2609469"/>
            <a:ext cx="274320" cy="228600"/>
          </a:xfrm>
          <a:prstGeom prst="rect">
            <a:avLst/>
          </a:prstGeom>
          <a:noFill/>
          <a:ln/>
        </p:spPr>
        <p:txBody>
          <a:bodyPr wrap="square" lIns="0" tIns="0" rIns="0" bIns="0" rtlCol="0" anchor="ctr"/>
          <a:lstStyle/>
          <a:p>
            <a:pPr algn="ctr" indent="0" marL="0">
              <a:buNone/>
            </a:pPr>
            <a:r>
              <a:rPr lang="en-US" sz="900" b="1" dirty="0">
                <a:solidFill>
                  <a:srgbClr val="2EC4B6"/>
                </a:solidFill>
                <a:latin typeface="Calibri" pitchFamily="34" charset="0"/>
                <a:ea typeface="Calibri" pitchFamily="34" charset="-122"/>
                <a:cs typeface="Calibri" pitchFamily="34" charset="-120"/>
              </a:rPr>
              <a:t>1</a:t>
            </a:r>
            <a:endParaRPr lang="en-US" sz="900" dirty="0"/>
          </a:p>
        </p:txBody>
      </p:sp>
      <p:sp>
        <p:nvSpPr>
          <p:cNvPr id="44" name="Text 42"/>
          <p:cNvSpPr txBox="1"/>
          <p:nvPr/>
        </p:nvSpPr>
        <p:spPr>
          <a:xfrm>
            <a:off x="1170432" y="2960370"/>
            <a:ext cx="219456" cy="177165"/>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45" name="Shape 43"/>
          <p:cNvSpPr/>
          <p:nvPr/>
        </p:nvSpPr>
        <p:spPr>
          <a:xfrm>
            <a:off x="1280160" y="3137535"/>
            <a:ext cx="0" cy="149733"/>
          </a:xfrm>
          <a:prstGeom prst="line">
            <a:avLst/>
          </a:prstGeom>
          <a:noFill/>
          <a:ln w="12700">
            <a:solidFill>
              <a:srgbClr val="0B1F3A"/>
            </a:solidFill>
            <a:prstDash val="solid"/>
          </a:ln>
        </p:spPr>
      </p:sp>
      <p:sp>
        <p:nvSpPr>
          <p:cNvPr id="46" name="Shape 44"/>
          <p:cNvSpPr/>
          <p:nvPr/>
        </p:nvSpPr>
        <p:spPr>
          <a:xfrm>
            <a:off x="1280160" y="3155823"/>
            <a:ext cx="731520" cy="0"/>
          </a:xfrm>
          <a:prstGeom prst="line">
            <a:avLst/>
          </a:prstGeom>
          <a:noFill/>
          <a:ln w="9525">
            <a:solidFill>
              <a:srgbClr val="5B6B7F"/>
            </a:solidFill>
            <a:prstDash val="solid"/>
          </a:ln>
        </p:spPr>
      </p:sp>
      <p:sp>
        <p:nvSpPr>
          <p:cNvPr id="47" name="Shape 45"/>
          <p:cNvSpPr/>
          <p:nvPr/>
        </p:nvSpPr>
        <p:spPr>
          <a:xfrm rot="5400000">
            <a:off x="2011680" y="3003804"/>
            <a:ext cx="502920" cy="248031"/>
          </a:xfrm>
          <a:prstGeom prst="triangle">
            <a:avLst/>
          </a:prstGeom>
          <a:solidFill>
            <a:srgbClr val="2EC4B6"/>
          </a:solidFill>
          <a:ln w="9525">
            <a:solidFill>
              <a:srgbClr val="0B1F3A"/>
            </a:solidFill>
            <a:prstDash val="solid"/>
          </a:ln>
        </p:spPr>
      </p:sp>
      <p:sp>
        <p:nvSpPr>
          <p:cNvPr id="48" name="Shape 46"/>
          <p:cNvSpPr/>
          <p:nvPr/>
        </p:nvSpPr>
        <p:spPr>
          <a:xfrm>
            <a:off x="1097280" y="3036951"/>
            <a:ext cx="914400" cy="0"/>
          </a:xfrm>
          <a:prstGeom prst="line">
            <a:avLst/>
          </a:prstGeom>
          <a:noFill/>
          <a:ln w="9525">
            <a:solidFill>
              <a:srgbClr val="5B6B7F"/>
            </a:solidFill>
            <a:prstDash val="solid"/>
          </a:ln>
        </p:spPr>
      </p:sp>
      <p:sp>
        <p:nvSpPr>
          <p:cNvPr id="49" name="Shape 47"/>
          <p:cNvSpPr/>
          <p:nvPr/>
        </p:nvSpPr>
        <p:spPr>
          <a:xfrm>
            <a:off x="2514600" y="3137535"/>
            <a:ext cx="777240" cy="0"/>
          </a:xfrm>
          <a:prstGeom prst="line">
            <a:avLst/>
          </a:prstGeom>
          <a:noFill/>
          <a:ln w="9525">
            <a:solidFill>
              <a:srgbClr val="5B6B7F"/>
            </a:solidFill>
            <a:prstDash val="solid"/>
            <a:tailEnd type="triangle"/>
          </a:ln>
        </p:spPr>
      </p:sp>
      <p:sp>
        <p:nvSpPr>
          <p:cNvPr id="50" name="Text 48"/>
          <p:cNvSpPr txBox="1"/>
          <p:nvPr/>
        </p:nvSpPr>
        <p:spPr>
          <a:xfrm>
            <a:off x="2560320" y="2963799"/>
            <a:ext cx="274320" cy="228600"/>
          </a:xfrm>
          <a:prstGeom prst="rect">
            <a:avLst/>
          </a:prstGeom>
          <a:noFill/>
          <a:ln/>
        </p:spPr>
        <p:txBody>
          <a:bodyPr wrap="square" lIns="0" tIns="0" rIns="0" bIns="0" rtlCol="0" anchor="ctr"/>
          <a:lstStyle/>
          <a:p>
            <a:pPr algn="ctr" indent="0" marL="0">
              <a:buNone/>
            </a:pPr>
            <a:r>
              <a:rPr lang="en-US" sz="900" b="1" dirty="0">
                <a:solidFill>
                  <a:srgbClr val="2EC4B6"/>
                </a:solidFill>
                <a:latin typeface="Calibri" pitchFamily="34" charset="0"/>
                <a:ea typeface="Calibri" pitchFamily="34" charset="-122"/>
                <a:cs typeface="Calibri" pitchFamily="34" charset="-120"/>
              </a:rPr>
              <a:t>1</a:t>
            </a:r>
            <a:endParaRPr lang="en-US" sz="900" dirty="0"/>
          </a:p>
        </p:txBody>
      </p:sp>
      <p:sp>
        <p:nvSpPr>
          <p:cNvPr id="51" name="Text 49"/>
          <p:cNvSpPr txBox="1"/>
          <p:nvPr/>
        </p:nvSpPr>
        <p:spPr>
          <a:xfrm>
            <a:off x="1170432" y="3314700"/>
            <a:ext cx="219456" cy="177165"/>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52" name="Shape 50"/>
          <p:cNvSpPr/>
          <p:nvPr/>
        </p:nvSpPr>
        <p:spPr>
          <a:xfrm>
            <a:off x="1280160" y="3491865"/>
            <a:ext cx="0" cy="149733"/>
          </a:xfrm>
          <a:prstGeom prst="line">
            <a:avLst/>
          </a:prstGeom>
          <a:noFill/>
          <a:ln w="12700">
            <a:solidFill>
              <a:srgbClr val="0B1F3A"/>
            </a:solidFill>
            <a:prstDash val="solid"/>
          </a:ln>
        </p:spPr>
      </p:sp>
      <p:sp>
        <p:nvSpPr>
          <p:cNvPr id="53" name="Shape 51"/>
          <p:cNvSpPr/>
          <p:nvPr/>
        </p:nvSpPr>
        <p:spPr>
          <a:xfrm>
            <a:off x="1280160" y="3510153"/>
            <a:ext cx="731520" cy="0"/>
          </a:xfrm>
          <a:prstGeom prst="line">
            <a:avLst/>
          </a:prstGeom>
          <a:noFill/>
          <a:ln w="9525">
            <a:solidFill>
              <a:srgbClr val="5B6B7F"/>
            </a:solidFill>
            <a:prstDash val="solid"/>
          </a:ln>
        </p:spPr>
      </p:sp>
      <p:sp>
        <p:nvSpPr>
          <p:cNvPr id="54" name="Shape 52"/>
          <p:cNvSpPr/>
          <p:nvPr/>
        </p:nvSpPr>
        <p:spPr>
          <a:xfrm rot="5400000">
            <a:off x="2011680" y="3358134"/>
            <a:ext cx="502920" cy="248031"/>
          </a:xfrm>
          <a:prstGeom prst="triangle">
            <a:avLst/>
          </a:prstGeom>
          <a:solidFill>
            <a:srgbClr val="2EC4B6"/>
          </a:solidFill>
          <a:ln w="9525">
            <a:solidFill>
              <a:srgbClr val="0B1F3A"/>
            </a:solidFill>
            <a:prstDash val="solid"/>
          </a:ln>
        </p:spPr>
      </p:sp>
      <p:sp>
        <p:nvSpPr>
          <p:cNvPr id="55" name="Shape 53"/>
          <p:cNvSpPr/>
          <p:nvPr/>
        </p:nvSpPr>
        <p:spPr>
          <a:xfrm>
            <a:off x="1097280" y="3391281"/>
            <a:ext cx="914400" cy="0"/>
          </a:xfrm>
          <a:prstGeom prst="line">
            <a:avLst/>
          </a:prstGeom>
          <a:noFill/>
          <a:ln w="9525">
            <a:solidFill>
              <a:srgbClr val="5B6B7F"/>
            </a:solidFill>
            <a:prstDash val="solid"/>
          </a:ln>
        </p:spPr>
      </p:sp>
      <p:sp>
        <p:nvSpPr>
          <p:cNvPr id="56" name="Shape 54"/>
          <p:cNvSpPr/>
          <p:nvPr/>
        </p:nvSpPr>
        <p:spPr>
          <a:xfrm>
            <a:off x="2514600" y="3491865"/>
            <a:ext cx="777240" cy="0"/>
          </a:xfrm>
          <a:prstGeom prst="line">
            <a:avLst/>
          </a:prstGeom>
          <a:noFill/>
          <a:ln w="9525">
            <a:solidFill>
              <a:srgbClr val="5B6B7F"/>
            </a:solidFill>
            <a:prstDash val="solid"/>
            <a:tailEnd type="triangle"/>
          </a:ln>
        </p:spPr>
      </p:sp>
      <p:sp>
        <p:nvSpPr>
          <p:cNvPr id="57" name="Text 55"/>
          <p:cNvSpPr txBox="1"/>
          <p:nvPr/>
        </p:nvSpPr>
        <p:spPr>
          <a:xfrm>
            <a:off x="2560320" y="3318129"/>
            <a:ext cx="274320" cy="228600"/>
          </a:xfrm>
          <a:prstGeom prst="rect">
            <a:avLst/>
          </a:prstGeom>
          <a:noFill/>
          <a:ln/>
        </p:spPr>
        <p:txBody>
          <a:bodyPr wrap="square" lIns="0" tIns="0" rIns="0" bIns="0" rtlCol="0" anchor="ctr"/>
          <a:lstStyle/>
          <a:p>
            <a:pPr algn="ctr" indent="0" marL="0">
              <a:buNone/>
            </a:pPr>
            <a:r>
              <a:rPr lang="en-US" sz="900" b="1" dirty="0">
                <a:solidFill>
                  <a:srgbClr val="2EC4B6"/>
                </a:solidFill>
                <a:latin typeface="Calibri" pitchFamily="34" charset="0"/>
                <a:ea typeface="Calibri" pitchFamily="34" charset="-122"/>
                <a:cs typeface="Calibri" pitchFamily="34" charset="-120"/>
              </a:rPr>
              <a:t>1</a:t>
            </a:r>
            <a:endParaRPr lang="en-US" sz="900" dirty="0"/>
          </a:p>
        </p:txBody>
      </p:sp>
      <p:sp>
        <p:nvSpPr>
          <p:cNvPr id="58" name="Text 56"/>
          <p:cNvSpPr txBox="1"/>
          <p:nvPr/>
        </p:nvSpPr>
        <p:spPr>
          <a:xfrm>
            <a:off x="1170432" y="3829393"/>
            <a:ext cx="219456" cy="141732"/>
          </a:xfrm>
          <a:prstGeom prst="rect">
            <a:avLst/>
          </a:prstGeom>
          <a:solidFill>
            <a:srgbClr val="FFFFFF"/>
          </a:solidFill>
          <a:ln w="9525">
            <a:solidFill>
              <a:srgbClr val="0B1F3A"/>
            </a:solidFill>
          </a:ln>
        </p:spPr>
        <p:txBody>
          <a:bodyPr wrap="square" lIns="254" tIns="254" rIns="254" bIns="254" rtlCol="0" anchor="ctr"/>
          <a:lstStyle/>
          <a:p>
            <a:pPr algn="ctr" indent="0" marL="0">
              <a:buNone/>
            </a:pPr>
            <a:r>
              <a:rPr lang="en-US" sz="700" b="1" dirty="0">
                <a:solidFill>
                  <a:srgbClr val="0B1F3A"/>
                </a:solidFill>
                <a:latin typeface="Calibri" pitchFamily="34" charset="0"/>
                <a:ea typeface="Calibri" pitchFamily="34" charset="-122"/>
                <a:cs typeface="Calibri" pitchFamily="34" charset="-120"/>
              </a:rPr>
              <a:t>R</a:t>
            </a:r>
            <a:endParaRPr lang="en-US" sz="700" dirty="0"/>
          </a:p>
        </p:txBody>
      </p:sp>
      <p:sp>
        <p:nvSpPr>
          <p:cNvPr id="59" name="Text 57"/>
          <p:cNvSpPr txBox="1"/>
          <p:nvPr/>
        </p:nvSpPr>
        <p:spPr>
          <a:xfrm>
            <a:off x="960120" y="3977640"/>
            <a:ext cx="640080" cy="201168"/>
          </a:xfrm>
          <a:prstGeom prst="rect">
            <a:avLst/>
          </a:prstGeom>
          <a:noFill/>
          <a:ln/>
        </p:spPr>
        <p:txBody>
          <a:bodyPr wrap="square" lIns="0" tIns="0" rIns="0" bIns="0" rtlCol="0" anchor="ctr"/>
          <a:lstStyle/>
          <a:p>
            <a:pPr algn="ctr" indent="0" marL="0">
              <a:buNone/>
            </a:pPr>
            <a:r>
              <a:rPr lang="en-US" sz="800" dirty="0">
                <a:solidFill>
                  <a:srgbClr val="5B6B7F"/>
                </a:solidFill>
                <a:latin typeface="Calibri" pitchFamily="34" charset="0"/>
                <a:ea typeface="Calibri" pitchFamily="34" charset="-122"/>
                <a:cs typeface="Calibri" pitchFamily="34" charset="-120"/>
              </a:rPr>
              <a:t>GND</a:t>
            </a:r>
            <a:endParaRPr lang="en-US" sz="800" dirty="0"/>
          </a:p>
        </p:txBody>
      </p:sp>
      <p:sp>
        <p:nvSpPr>
          <p:cNvPr id="60" name="Text 58"/>
          <p:cNvSpPr txBox="1"/>
          <p:nvPr/>
        </p:nvSpPr>
        <p:spPr>
          <a:xfrm>
            <a:off x="3291840" y="1692783"/>
            <a:ext cx="914400" cy="1771650"/>
          </a:xfrm>
          <a:prstGeom prst="roundRect">
            <a:avLst>
              <a:gd name="adj" fmla="val 6000"/>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Thermo-</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meter</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 binary</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encoder</a:t>
            </a:r>
            <a:endParaRPr lang="en-US" sz="900" dirty="0"/>
          </a:p>
        </p:txBody>
      </p:sp>
      <p:sp>
        <p:nvSpPr>
          <p:cNvPr id="61" name="Shape 59"/>
          <p:cNvSpPr/>
          <p:nvPr/>
        </p:nvSpPr>
        <p:spPr>
          <a:xfrm>
            <a:off x="4206240" y="2578608"/>
            <a:ext cx="274320" cy="0"/>
          </a:xfrm>
          <a:prstGeom prst="line">
            <a:avLst/>
          </a:prstGeom>
          <a:noFill/>
          <a:ln w="15875">
            <a:solidFill>
              <a:srgbClr val="5B6B7F"/>
            </a:solidFill>
            <a:prstDash val="solid"/>
            <a:tailEnd type="triangle"/>
          </a:ln>
        </p:spPr>
      </p:sp>
      <p:sp>
        <p:nvSpPr>
          <p:cNvPr id="62" name="Text 60"/>
          <p:cNvSpPr txBox="1"/>
          <p:nvPr/>
        </p:nvSpPr>
        <p:spPr>
          <a:xfrm>
            <a:off x="4480560" y="2414016"/>
            <a:ext cx="457200" cy="320040"/>
          </a:xfrm>
          <a:prstGeom prst="rect">
            <a:avLst/>
          </a:prstGeom>
          <a:noFill/>
          <a:ln/>
        </p:spPr>
        <p:txBody>
          <a:bodyPr wrap="square" lIns="0" tIns="0" rIns="0" bIns="0" rtlCol="0" anchor="ctr"/>
          <a:lstStyle/>
          <a:p>
            <a:pPr algn="l" indent="0" marL="0">
              <a:buNone/>
            </a:pPr>
            <a:r>
              <a:rPr lang="en-US" sz="1400" b="1" dirty="0">
                <a:solidFill>
                  <a:srgbClr val="0B1F3A"/>
                </a:solidFill>
                <a:latin typeface="Cambria" pitchFamily="34" charset="0"/>
                <a:ea typeface="Cambria" pitchFamily="34" charset="-122"/>
                <a:cs typeface="Cambria" pitchFamily="34" charset="-120"/>
              </a:rPr>
              <a:t>100</a:t>
            </a:r>
            <a:endParaRPr lang="en-US" sz="1400" dirty="0"/>
          </a:p>
        </p:txBody>
      </p:sp>
      <p:sp>
        <p:nvSpPr>
          <p:cNvPr id="63" name="Text 61"/>
          <p:cNvSpPr txBox="1"/>
          <p:nvPr/>
        </p:nvSpPr>
        <p:spPr>
          <a:xfrm>
            <a:off x="457200" y="4133088"/>
            <a:ext cx="420624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2ᴺ − 1 = 7 comparators for 3 bits; V_in ≈ 0.55 V_ref → four ones → code 4 = 100</a:t>
            </a:r>
            <a:endParaRPr lang="en-US" sz="1000" dirty="0"/>
          </a:p>
        </p:txBody>
      </p:sp>
      <p:sp>
        <p:nvSpPr>
          <p:cNvPr id="64" name="Text 62"/>
          <p:cNvSpPr txBox="1"/>
          <p:nvPr/>
        </p:nvSpPr>
        <p:spPr>
          <a:xfrm>
            <a:off x="4937760" y="1024128"/>
            <a:ext cx="3749040" cy="2377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A resistor ladder generates 2ᴺ − 1 reference voltages</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2ᴺ − 1 comparators each answer "is V_in above my reference?" in parallel</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Result is a thermometer code (1111000) converted to binary (100) by logic</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One clock cycle per conversion: the fastest architecture, GSPS speeds</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Cost: 8 bits = 255 comparators; 12 bits = 4095. Power and area explode</a:t>
            </a:r>
            <a:endParaRPr lang="en-US" sz="1200" dirty="0"/>
          </a:p>
        </p:txBody>
      </p:sp>
      <p:sp>
        <p:nvSpPr>
          <p:cNvPr id="65" name="Shape 63"/>
          <p:cNvSpPr/>
          <p:nvPr/>
        </p:nvSpPr>
        <p:spPr>
          <a:xfrm>
            <a:off x="4937760" y="3520440"/>
            <a:ext cx="3749040" cy="1097280"/>
          </a:xfrm>
          <a:prstGeom prst="roundRect">
            <a:avLst>
              <a:gd name="adj" fmla="val 6667"/>
            </a:avLst>
          </a:prstGeom>
          <a:solidFill>
            <a:srgbClr val="FFF4D6"/>
          </a:solidFill>
          <a:ln w="12700">
            <a:solidFill>
              <a:srgbClr val="FFF4D6"/>
            </a:solidFill>
            <a:prstDash val="solid"/>
          </a:ln>
        </p:spPr>
      </p:sp>
      <p:sp>
        <p:nvSpPr>
          <p:cNvPr id="66" name="Shape 64"/>
          <p:cNvSpPr/>
          <p:nvPr/>
        </p:nvSpPr>
        <p:spPr>
          <a:xfrm>
            <a:off x="5047488" y="3630168"/>
            <a:ext cx="237744" cy="237744"/>
          </a:xfrm>
          <a:prstGeom prst="ellipse">
            <a:avLst/>
          </a:prstGeom>
          <a:solidFill>
            <a:srgbClr val="FFB703"/>
          </a:solidFill>
          <a:ln w="12700">
            <a:solidFill>
              <a:srgbClr val="FFB703"/>
            </a:solidFill>
            <a:prstDash val="solid"/>
          </a:ln>
        </p:spPr>
      </p:sp>
      <p:sp>
        <p:nvSpPr>
          <p:cNvPr id="67" name="Text 65"/>
          <p:cNvSpPr txBox="1"/>
          <p:nvPr/>
        </p:nvSpPr>
        <p:spPr>
          <a:xfrm>
            <a:off x="5047488" y="363016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68" name="Text 66"/>
          <p:cNvSpPr txBox="1"/>
          <p:nvPr/>
        </p:nvSpPr>
        <p:spPr>
          <a:xfrm>
            <a:off x="5376672" y="3593592"/>
            <a:ext cx="3200400" cy="95097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Comparator offset must be below LSB/2, which is why practical flash converters stop at 6 to 8 bits. Interpolating and folding architectures reduce the comparator count; time-interleaving many slower ADCs is the other route to GSPS.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SAR ADC: binary search, one bit per clock</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25</a:t>
            </a:r>
            <a:endParaRPr lang="en-US" sz="900" dirty="0"/>
          </a:p>
        </p:txBody>
      </p:sp>
      <p:graphicFrame>
        <p:nvGraphicFramePr>
          <p:cNvPr id="5" name="Chart 0" descr=""/>
          <p:cNvGraphicFramePr/>
          <p:nvPr/>
        </p:nvGraphicFramePr>
        <p:xfrm>
          <a:off x="457200" y="1024128"/>
          <a:ext cx="4206240" cy="26517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3703320"/>
            <a:ext cx="420624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Decisions: 10110011 = 179 → V_out = 0.6992 V_ref (error &lt; 1 LSB = 1/256)</a:t>
            </a:r>
            <a:endParaRPr lang="en-US" sz="1000" dirty="0"/>
          </a:p>
        </p:txBody>
      </p:sp>
      <p:sp>
        <p:nvSpPr>
          <p:cNvPr id="7" name="Text 4"/>
          <p:cNvSpPr txBox="1"/>
          <p:nvPr/>
        </p:nvSpPr>
        <p:spPr>
          <a:xfrm>
            <a:off x="4937760" y="1024128"/>
            <a:ext cx="3749040" cy="29260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One comparator, one DAC, N clock cycles per conversion</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Cycle 1: try MSB (½ V_ref). Above? keep the bit. Below? clear it</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Cycle 2: try the next bit (¼ V_ref added). Repeat until the LSB</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Chart: 8-bit SAR converging on V_in = 0.70 V_ref → code 179 = 10110011</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Pipeline ADCs: several coarse stages in series, each passing its residue on; high speed and resolution at the cost of latency</a:t>
            </a:r>
            <a:endParaRPr lang="en-US" sz="1150" dirty="0"/>
          </a:p>
        </p:txBody>
      </p:sp>
      <p:sp>
        <p:nvSpPr>
          <p:cNvPr id="8" name="Shape 5"/>
          <p:cNvSpPr/>
          <p:nvPr/>
        </p:nvSpPr>
        <p:spPr>
          <a:xfrm>
            <a:off x="457200" y="4023360"/>
            <a:ext cx="8229600" cy="594360"/>
          </a:xfrm>
          <a:prstGeom prst="roundRect">
            <a:avLst>
              <a:gd name="adj" fmla="val 12308"/>
            </a:avLst>
          </a:prstGeom>
          <a:solidFill>
            <a:srgbClr val="FFF4D6"/>
          </a:solidFill>
          <a:ln w="12700">
            <a:solidFill>
              <a:srgbClr val="FFF4D6"/>
            </a:solidFill>
            <a:prstDash val="solid"/>
          </a:ln>
        </p:spPr>
      </p:sp>
      <p:sp>
        <p:nvSpPr>
          <p:cNvPr id="9" name="Shape 6"/>
          <p:cNvSpPr/>
          <p:nvPr/>
        </p:nvSpPr>
        <p:spPr>
          <a:xfrm>
            <a:off x="566928" y="4133088"/>
            <a:ext cx="237744" cy="237744"/>
          </a:xfrm>
          <a:prstGeom prst="ellipse">
            <a:avLst/>
          </a:prstGeom>
          <a:solidFill>
            <a:srgbClr val="FFB703"/>
          </a:solidFill>
          <a:ln w="12700">
            <a:solidFill>
              <a:srgbClr val="FFB703"/>
            </a:solidFill>
            <a:prstDash val="solid"/>
          </a:ln>
        </p:spPr>
      </p:sp>
      <p:sp>
        <p:nvSpPr>
          <p:cNvPr id="10" name="Text 7"/>
          <p:cNvSpPr txBox="1"/>
          <p:nvPr/>
        </p:nvSpPr>
        <p:spPr>
          <a:xfrm>
            <a:off x="566928" y="413308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1" name="Text 8"/>
          <p:cNvSpPr txBox="1"/>
          <p:nvPr/>
        </p:nvSpPr>
        <p:spPr>
          <a:xfrm>
            <a:off x="896112" y="4096512"/>
            <a:ext cx="7680960" cy="44805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Modern SAR ADCs use a binary-weighted capacitor DAC with charge redistribution; the sampling capacitor is the DAC, so there is no separate sample-and-hold. Asynchronous SAR and time-interleaving push SAR past 1 GSPS at 10 to 12 bits.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Sigma-delta ADC: trade speed for resolution</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26</a:t>
            </a:r>
            <a:endParaRPr lang="en-US" sz="900" dirty="0"/>
          </a:p>
        </p:txBody>
      </p:sp>
      <p:sp>
        <p:nvSpPr>
          <p:cNvPr id="5" name="Shape 3"/>
          <p:cNvSpPr/>
          <p:nvPr/>
        </p:nvSpPr>
        <p:spPr>
          <a:xfrm>
            <a:off x="457200" y="1024128"/>
            <a:ext cx="4937760" cy="701040"/>
          </a:xfrm>
          <a:prstGeom prst="roundRect">
            <a:avLst>
              <a:gd name="adj" fmla="val 10435"/>
            </a:avLst>
          </a:prstGeom>
          <a:solidFill>
            <a:srgbClr val="EEF3F8"/>
          </a:solidFill>
          <a:ln w="12700">
            <a:solidFill>
              <a:srgbClr val="EEF3F8"/>
            </a:solidFill>
            <a:prstDash val="solid"/>
          </a:ln>
        </p:spPr>
      </p:sp>
      <p:sp>
        <p:nvSpPr>
          <p:cNvPr id="6" name="Text 4"/>
          <p:cNvSpPr txBox="1"/>
          <p:nvPr/>
        </p:nvSpPr>
        <p:spPr>
          <a:xfrm>
            <a:off x="594360" y="1024128"/>
            <a:ext cx="4663440" cy="4450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OSR = f_s / (2 B)</a:t>
            </a:r>
            <a:endParaRPr lang="en-US" sz="1300" dirty="0"/>
          </a:p>
        </p:txBody>
      </p:sp>
      <p:sp>
        <p:nvSpPr>
          <p:cNvPr id="7" name="Text 5"/>
          <p:cNvSpPr txBox="1"/>
          <p:nvPr/>
        </p:nvSpPr>
        <p:spPr>
          <a:xfrm>
            <a:off x="594360" y="1423416"/>
            <a:ext cx="46634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Oversampling ratio</a:t>
            </a:r>
            <a:endParaRPr lang="en-US" sz="1000" dirty="0"/>
          </a:p>
        </p:txBody>
      </p:sp>
      <p:sp>
        <p:nvSpPr>
          <p:cNvPr id="8" name="Shape 6"/>
          <p:cNvSpPr/>
          <p:nvPr/>
        </p:nvSpPr>
        <p:spPr>
          <a:xfrm>
            <a:off x="457200" y="1816608"/>
            <a:ext cx="4937760" cy="701040"/>
          </a:xfrm>
          <a:prstGeom prst="roundRect">
            <a:avLst>
              <a:gd name="adj" fmla="val 10435"/>
            </a:avLst>
          </a:prstGeom>
          <a:solidFill>
            <a:srgbClr val="EEF3F8"/>
          </a:solidFill>
          <a:ln w="12700">
            <a:solidFill>
              <a:srgbClr val="EEF3F8"/>
            </a:solidFill>
            <a:prstDash val="solid"/>
          </a:ln>
        </p:spPr>
      </p:sp>
      <p:sp>
        <p:nvSpPr>
          <p:cNvPr id="9" name="Text 7"/>
          <p:cNvSpPr txBox="1"/>
          <p:nvPr/>
        </p:nvSpPr>
        <p:spPr>
          <a:xfrm>
            <a:off x="594360" y="1816608"/>
            <a:ext cx="4663440" cy="4450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SNR gain = 10 log₁₀(OSR)</a:t>
            </a:r>
            <a:endParaRPr lang="en-US" sz="1300" dirty="0"/>
          </a:p>
          <a:p>
            <a:pPr algn="ctr" indent="0" marL="0">
              <a:buNone/>
            </a:pPr>
            <a:r>
              <a:rPr lang="en-US" sz="1300" dirty="0">
                <a:solidFill>
                  <a:srgbClr val="0B1F3A"/>
                </a:solidFill>
                <a:latin typeface="Cambria" pitchFamily="34" charset="0"/>
                <a:ea typeface="Cambria" pitchFamily="34" charset="-122"/>
                <a:cs typeface="Cambria" pitchFamily="34" charset="-120"/>
              </a:rPr>
              <a:t>→ +3 dB per doubling of OSR (no shaping)</a:t>
            </a:r>
            <a:endParaRPr lang="en-US" sz="1300" dirty="0"/>
          </a:p>
        </p:txBody>
      </p:sp>
      <p:sp>
        <p:nvSpPr>
          <p:cNvPr id="10" name="Text 8"/>
          <p:cNvSpPr txBox="1"/>
          <p:nvPr/>
        </p:nvSpPr>
        <p:spPr>
          <a:xfrm>
            <a:off x="594360" y="2215896"/>
            <a:ext cx="46634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Noise power spreads over a wider band; the digital filter keeps only B</a:t>
            </a:r>
            <a:endParaRPr lang="en-US" sz="1000" dirty="0"/>
          </a:p>
        </p:txBody>
      </p:sp>
      <p:sp>
        <p:nvSpPr>
          <p:cNvPr id="11" name="Shape 9"/>
          <p:cNvSpPr/>
          <p:nvPr/>
        </p:nvSpPr>
        <p:spPr>
          <a:xfrm>
            <a:off x="457200" y="2609088"/>
            <a:ext cx="4937760" cy="701040"/>
          </a:xfrm>
          <a:prstGeom prst="roundRect">
            <a:avLst>
              <a:gd name="adj" fmla="val 10435"/>
            </a:avLst>
          </a:prstGeom>
          <a:solidFill>
            <a:srgbClr val="EEF3F8"/>
          </a:solidFill>
          <a:ln w="12700">
            <a:solidFill>
              <a:srgbClr val="EEF3F8"/>
            </a:solidFill>
            <a:prstDash val="solid"/>
          </a:ln>
        </p:spPr>
      </p:sp>
      <p:sp>
        <p:nvSpPr>
          <p:cNvPr id="12" name="Text 10"/>
          <p:cNvSpPr txBox="1"/>
          <p:nvPr/>
        </p:nvSpPr>
        <p:spPr>
          <a:xfrm>
            <a:off x="594360" y="2609088"/>
            <a:ext cx="4663440" cy="4450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1st-order noise shaping: +9 dB per doubling</a:t>
            </a:r>
            <a:endParaRPr lang="en-US" sz="1300" dirty="0"/>
          </a:p>
          <a:p>
            <a:pPr algn="ctr" indent="0" marL="0">
              <a:buNone/>
            </a:pPr>
            <a:r>
              <a:rPr lang="en-US" sz="1300" dirty="0">
                <a:solidFill>
                  <a:srgbClr val="0B1F3A"/>
                </a:solidFill>
                <a:latin typeface="Cambria" pitchFamily="34" charset="0"/>
                <a:ea typeface="Cambria" pitchFamily="34" charset="-122"/>
                <a:cs typeface="Cambria" pitchFamily="34" charset="-120"/>
              </a:rPr>
              <a:t>L-th order: (6L + 3) dB per doubling</a:t>
            </a:r>
            <a:endParaRPr lang="en-US" sz="1300" dirty="0"/>
          </a:p>
        </p:txBody>
      </p:sp>
      <p:sp>
        <p:nvSpPr>
          <p:cNvPr id="13" name="Text 11"/>
          <p:cNvSpPr txBox="1"/>
          <p:nvPr/>
        </p:nvSpPr>
        <p:spPr>
          <a:xfrm>
            <a:off x="594360" y="3008376"/>
            <a:ext cx="46634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modulator pushes quantisation noise to high frequencies</a:t>
            </a:r>
            <a:endParaRPr lang="en-US" sz="1000" dirty="0"/>
          </a:p>
        </p:txBody>
      </p:sp>
      <p:sp>
        <p:nvSpPr>
          <p:cNvPr id="14" name="Text 12"/>
          <p:cNvSpPr txBox="1"/>
          <p:nvPr/>
        </p:nvSpPr>
        <p:spPr>
          <a:xfrm>
            <a:off x="5577840" y="1024128"/>
            <a:ext cx="3108960" cy="1371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A 1-bit quantiser running at MHz rates plus a digital decimation filter yields 16 to 24 bits at kHz to MHz bandwidths</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Used in audio, precision measurement, and many cellular baseband receivers</a:t>
            </a:r>
            <a:endParaRPr lang="en-US" sz="1150" dirty="0"/>
          </a:p>
        </p:txBody>
      </p:sp>
      <p:graphicFrame>
        <p:nvGraphicFramePr>
          <p:cNvPr id="15" name="Chart 0" descr=""/>
          <p:cNvGraphicFramePr/>
          <p:nvPr/>
        </p:nvGraphicFramePr>
        <p:xfrm>
          <a:off x="5577840" y="2468880"/>
          <a:ext cx="3108960" cy="21031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57200" y="3429000"/>
            <a:ext cx="1600200" cy="680314"/>
          </a:xfrm>
          <a:prstGeom prst="rect">
            <a:avLst/>
          </a:prstGeom>
          <a:noFill/>
          <a:ln/>
        </p:spPr>
        <p:txBody>
          <a:bodyPr wrap="square" lIns="0" tIns="0" rIns="0" bIns="0" rtlCol="0" anchor="b"/>
          <a:lstStyle/>
          <a:p>
            <a:pPr algn="ctr" indent="0" marL="0">
              <a:buNone/>
            </a:pPr>
            <a:r>
              <a:rPr lang="en-US" sz="2200" b="1" dirty="0">
                <a:solidFill>
                  <a:srgbClr val="0B1F3A"/>
                </a:solidFill>
                <a:latin typeface="Cambria" pitchFamily="34" charset="0"/>
                <a:ea typeface="Cambria" pitchFamily="34" charset="-122"/>
                <a:cs typeface="Cambria" pitchFamily="34" charset="-120"/>
              </a:rPr>
              <a:t>+3 dB</a:t>
            </a:r>
            <a:endParaRPr lang="en-US" sz="2200" dirty="0"/>
          </a:p>
        </p:txBody>
      </p:sp>
      <p:sp>
        <p:nvSpPr>
          <p:cNvPr id="17" name="Text 14"/>
          <p:cNvSpPr txBox="1"/>
          <p:nvPr/>
        </p:nvSpPr>
        <p:spPr>
          <a:xfrm>
            <a:off x="457200" y="4109314"/>
            <a:ext cx="1600200" cy="416966"/>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per doubling of OSR, no shaping</a:t>
            </a:r>
            <a:endParaRPr lang="en-US" sz="1100" dirty="0"/>
          </a:p>
        </p:txBody>
      </p:sp>
      <p:sp>
        <p:nvSpPr>
          <p:cNvPr id="18" name="Text 15"/>
          <p:cNvSpPr txBox="1"/>
          <p:nvPr/>
        </p:nvSpPr>
        <p:spPr>
          <a:xfrm>
            <a:off x="2148840" y="3429000"/>
            <a:ext cx="1600200" cy="680314"/>
          </a:xfrm>
          <a:prstGeom prst="rect">
            <a:avLst/>
          </a:prstGeom>
          <a:noFill/>
          <a:ln/>
        </p:spPr>
        <p:txBody>
          <a:bodyPr wrap="square" lIns="0" tIns="0" rIns="0" bIns="0" rtlCol="0" anchor="b"/>
          <a:lstStyle/>
          <a:p>
            <a:pPr algn="ctr" indent="0" marL="0">
              <a:buNone/>
            </a:pPr>
            <a:r>
              <a:rPr lang="en-US" sz="2200" b="1" dirty="0">
                <a:solidFill>
                  <a:srgbClr val="2EC4B6"/>
                </a:solidFill>
                <a:latin typeface="Cambria" pitchFamily="34" charset="0"/>
                <a:ea typeface="Cambria" pitchFamily="34" charset="-122"/>
                <a:cs typeface="Cambria" pitchFamily="34" charset="-120"/>
              </a:rPr>
              <a:t>+9 dB</a:t>
            </a:r>
            <a:endParaRPr lang="en-US" sz="2200" dirty="0"/>
          </a:p>
        </p:txBody>
      </p:sp>
      <p:sp>
        <p:nvSpPr>
          <p:cNvPr id="19" name="Text 16"/>
          <p:cNvSpPr txBox="1"/>
          <p:nvPr/>
        </p:nvSpPr>
        <p:spPr>
          <a:xfrm>
            <a:off x="2148840" y="4109314"/>
            <a:ext cx="1600200" cy="416966"/>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per doubling, 1st order</a:t>
            </a:r>
            <a:endParaRPr lang="en-US" sz="1100" dirty="0"/>
          </a:p>
        </p:txBody>
      </p:sp>
      <p:sp>
        <p:nvSpPr>
          <p:cNvPr id="20" name="Text 17"/>
          <p:cNvSpPr txBox="1"/>
          <p:nvPr/>
        </p:nvSpPr>
        <p:spPr>
          <a:xfrm>
            <a:off x="3840480" y="3429000"/>
            <a:ext cx="1600200" cy="680314"/>
          </a:xfrm>
          <a:prstGeom prst="rect">
            <a:avLst/>
          </a:prstGeom>
          <a:noFill/>
          <a:ln/>
        </p:spPr>
        <p:txBody>
          <a:bodyPr wrap="square" lIns="0" tIns="0" rIns="0" bIns="0" rtlCol="0" anchor="b"/>
          <a:lstStyle/>
          <a:p>
            <a:pPr algn="ctr" indent="0" marL="0">
              <a:buNone/>
            </a:pPr>
            <a:r>
              <a:rPr lang="en-US" sz="2200" b="1" dirty="0">
                <a:solidFill>
                  <a:srgbClr val="E76F51"/>
                </a:solidFill>
                <a:latin typeface="Cambria" pitchFamily="34" charset="0"/>
                <a:ea typeface="Cambria" pitchFamily="34" charset="-122"/>
                <a:cs typeface="Cambria" pitchFamily="34" charset="-120"/>
              </a:rPr>
              <a:t>+15 dB</a:t>
            </a:r>
            <a:endParaRPr lang="en-US" sz="2200" dirty="0"/>
          </a:p>
        </p:txBody>
      </p:sp>
      <p:sp>
        <p:nvSpPr>
          <p:cNvPr id="21" name="Text 18"/>
          <p:cNvSpPr txBox="1"/>
          <p:nvPr/>
        </p:nvSpPr>
        <p:spPr>
          <a:xfrm>
            <a:off x="3840480" y="4109314"/>
            <a:ext cx="1600200" cy="416966"/>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per doubling, 2nd order</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Reading an ADC datasheet</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Inside the ADC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1188720"/>
                <a:gridCol w="3566160"/>
                <a:gridCol w="347472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DNL</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Actual step width − 1 LSB</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DNL &lt; −1 LSB means a missing code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INL</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Deviation of the transfer curve from a straight line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Sets distortion / harmonic spurs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SNR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Signal to noise (no harmonics)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Thermal + quantisation + jitter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SFDR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Signal to largest spur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Limits weak signal next to a strong one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SINAD / ENOB</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Signal to noise + distortion</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The honest resolution at that f_in</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bl>
          </a:graphicData>
        </a:graphic>
      </p:graphicFrame>
      <p:sp>
        <p:nvSpPr>
          <p:cNvPr id="6" name="Text 3"/>
          <p:cNvSpPr txBox="1"/>
          <p:nvPr/>
        </p:nvSpPr>
        <p:spPr>
          <a:xfrm>
            <a:off x="457200" y="2788920"/>
            <a:ext cx="457200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Architectures compared</a:t>
            </a:r>
            <a:endParaRPr lang="en-US" sz="12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457200" y="3108960"/>
          <a:ext cx="8229600" cy="914400"/>
        </p:xfrm>
        <a:graphic>
          <a:graphicData uri="http://schemas.openxmlformats.org/drawingml/2006/table">
            <a:tbl>
              <a:tblPr/>
              <a:tblGrid>
                <a:gridCol w="1188720"/>
                <a:gridCol w="1554480"/>
                <a:gridCol w="1188720"/>
                <a:gridCol w="1371600"/>
                <a:gridCol w="292608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Architecture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Speed</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Resolution</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Latency</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Typical use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Flash</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4–8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 cycle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Oscilloscopes, SerDes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SAR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kSPS–100s MSPS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8–18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N cycles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Sensors, SDR, control</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10s MSPS–GSPS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10–16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Several cycles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Radio IF sampling, video</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Sigma-delta</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kSPS–10s MSPS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16–24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Long (filter)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Audio, instrumentation</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Part 3</a:t>
            </a:r>
            <a:endParaRPr lang="en-US" sz="3000" dirty="0"/>
          </a:p>
        </p:txBody>
      </p:sp>
      <p:sp>
        <p:nvSpPr>
          <p:cNvPr id="3" name="Shape 1"/>
          <p:cNvSpPr/>
          <p:nvPr/>
        </p:nvSpPr>
        <p:spPr>
          <a:xfrm>
            <a:off x="457200" y="1325880"/>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32588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234440"/>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Hold, quantise, encode; a clock repeats it f_s times per second</a:t>
            </a:r>
            <a:endParaRPr lang="en-US" sz="1600" dirty="0"/>
          </a:p>
        </p:txBody>
      </p:sp>
      <p:sp>
        <p:nvSpPr>
          <p:cNvPr id="6" name="Shape 4"/>
          <p:cNvSpPr/>
          <p:nvPr/>
        </p:nvSpPr>
        <p:spPr>
          <a:xfrm>
            <a:off x="457200" y="1892808"/>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9280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801368"/>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LSB = V_FS / 2ᴺ; error is uniform, power LSB²/12</a:t>
            </a:r>
            <a:endParaRPr lang="en-US" sz="1600" dirty="0"/>
          </a:p>
        </p:txBody>
      </p:sp>
      <p:sp>
        <p:nvSpPr>
          <p:cNvPr id="9" name="Shape 7"/>
          <p:cNvSpPr/>
          <p:nvPr/>
        </p:nvSpPr>
        <p:spPr>
          <a:xfrm>
            <a:off x="457200" y="2459736"/>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5973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68296"/>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SNR = 6.02 N + 1.76 dB; ENOB from measured SINAD</a:t>
            </a:r>
            <a:endParaRPr lang="en-US" sz="1600" dirty="0"/>
          </a:p>
        </p:txBody>
      </p:sp>
      <p:sp>
        <p:nvSpPr>
          <p:cNvPr id="12" name="Shape 10"/>
          <p:cNvSpPr/>
          <p:nvPr/>
        </p:nvSpPr>
        <p:spPr>
          <a:xfrm>
            <a:off x="457200" y="3026664"/>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302666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935224"/>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Jitter limit: SNR = −20 log(2π f_in t_j), set by input frequency</a:t>
            </a:r>
            <a:endParaRPr lang="en-US" sz="1600" dirty="0"/>
          </a:p>
        </p:txBody>
      </p:sp>
      <p:sp>
        <p:nvSpPr>
          <p:cNvPr id="15" name="Shape 13"/>
          <p:cNvSpPr/>
          <p:nvPr/>
        </p:nvSpPr>
        <p:spPr>
          <a:xfrm>
            <a:off x="457200" y="3593592"/>
            <a:ext cx="274320" cy="274320"/>
          </a:xfrm>
          <a:prstGeom prst="ellipse">
            <a:avLst/>
          </a:prstGeom>
          <a:solidFill>
            <a:srgbClr val="2EC4B6"/>
          </a:solidFill>
          <a:ln w="12700">
            <a:solidFill>
              <a:srgbClr val="2EC4B6"/>
            </a:solidFill>
            <a:prstDash val="solid"/>
          </a:ln>
        </p:spPr>
      </p:sp>
      <p:sp>
        <p:nvSpPr>
          <p:cNvPr id="16" name="Text 14"/>
          <p:cNvSpPr txBox="1"/>
          <p:nvPr/>
        </p:nvSpPr>
        <p:spPr>
          <a:xfrm>
            <a:off x="457200" y="3593592"/>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7" name="Text 15"/>
          <p:cNvSpPr txBox="1"/>
          <p:nvPr/>
        </p:nvSpPr>
        <p:spPr>
          <a:xfrm>
            <a:off x="868680" y="3502152"/>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Flash: parallel and fast. SAR: binary search, N cycles. Sigma-delta: oversample and shape noise</a:t>
            </a:r>
            <a:endParaRPr lang="en-US" sz="1600" dirty="0"/>
          </a:p>
        </p:txBody>
      </p:sp>
      <p:sp>
        <p:nvSpPr>
          <p:cNvPr id="18" name="Text 16"/>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09728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4</a:t>
            </a:r>
            <a:endParaRPr lang="en-US" sz="1400" dirty="0"/>
          </a:p>
        </p:txBody>
      </p:sp>
      <p:sp>
        <p:nvSpPr>
          <p:cNvPr id="3" name="Text 1"/>
          <p:cNvSpPr txBox="1"/>
          <p:nvPr/>
        </p:nvSpPr>
        <p:spPr>
          <a:xfrm>
            <a:off x="457200" y="146304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DFT, FFT and IFFT</a:t>
            </a:r>
            <a:endParaRPr lang="en-US" sz="4000" dirty="0"/>
          </a:p>
        </p:txBody>
      </p:sp>
      <p:sp>
        <p:nvSpPr>
          <p:cNvPr id="4" name="Text 2"/>
          <p:cNvSpPr txBox="1"/>
          <p:nvPr/>
        </p:nvSpPr>
        <p:spPr>
          <a:xfrm>
            <a:off x="457200" y="242316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From a list of numbers to a spectrum, and back</a:t>
            </a:r>
            <a:endParaRPr lang="en-US" sz="1600" dirty="0"/>
          </a:p>
        </p:txBody>
      </p:sp>
      <p:sp>
        <p:nvSpPr>
          <p:cNvPr id="5" name="Text 3"/>
          <p:cNvSpPr txBox="1"/>
          <p:nvPr/>
        </p:nvSpPr>
        <p:spPr>
          <a:xfrm>
            <a:off x="457200" y="292608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25 minutes</a:t>
            </a:r>
            <a:endParaRPr lang="en-US" sz="1100" dirty="0"/>
          </a:p>
        </p:txBody>
      </p:sp>
      <p:sp>
        <p:nvSpPr>
          <p:cNvPr id="6" name="Text 4"/>
          <p:cNvSpPr txBox="1"/>
          <p:nvPr/>
        </p:nvSpPr>
        <p:spPr>
          <a:xfrm>
            <a:off x="457200" y="3611880"/>
            <a:ext cx="2743200" cy="228600"/>
          </a:xfrm>
          <a:prstGeom prst="rect">
            <a:avLst/>
          </a:prstGeom>
          <a:noFill/>
          <a:ln/>
        </p:spPr>
        <p:txBody>
          <a:bodyPr wrap="square" lIns="0" tIns="0" rIns="0" bIns="0" rtlCol="0" anchor="ctr"/>
          <a:lstStyle/>
          <a:p>
            <a:pPr indent="0" marL="0">
              <a:buNone/>
            </a:pPr>
            <a:r>
              <a:rPr lang="en-US" sz="900" i="1" dirty="0">
                <a:solidFill>
                  <a:srgbClr val="B8C4D6"/>
                </a:solidFill>
                <a:latin typeface="Calibri" pitchFamily="34" charset="0"/>
                <a:ea typeface="Calibri" pitchFamily="34" charset="-122"/>
                <a:cs typeface="Calibri" pitchFamily="34" charset="-120"/>
              </a:rPr>
              <a:t>You are here</a:t>
            </a:r>
            <a:endParaRPr lang="en-US" sz="900" dirty="0"/>
          </a:p>
        </p:txBody>
      </p:sp>
      <p:sp>
        <p:nvSpPr>
          <p:cNvPr id="7" name="Text 5"/>
          <p:cNvSpPr txBox="1"/>
          <p:nvPr/>
        </p:nvSpPr>
        <p:spPr>
          <a:xfrm>
            <a:off x="457200"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Antenna</a:t>
            </a:r>
            <a:endParaRPr lang="en-US" sz="1000" dirty="0"/>
          </a:p>
        </p:txBody>
      </p:sp>
      <p:sp>
        <p:nvSpPr>
          <p:cNvPr id="8" name="Shape 6"/>
          <p:cNvSpPr/>
          <p:nvPr/>
        </p:nvSpPr>
        <p:spPr>
          <a:xfrm>
            <a:off x="1460427" y="4091940"/>
            <a:ext cx="201168" cy="0"/>
          </a:xfrm>
          <a:prstGeom prst="line">
            <a:avLst/>
          </a:prstGeom>
          <a:noFill/>
          <a:ln w="15875">
            <a:solidFill>
              <a:srgbClr val="8FA3BF"/>
            </a:solidFill>
            <a:prstDash val="solid"/>
            <a:tailEnd type="triangle"/>
          </a:ln>
        </p:spPr>
      </p:sp>
      <p:sp>
        <p:nvSpPr>
          <p:cNvPr id="9" name="Text 7"/>
          <p:cNvSpPr txBox="1"/>
          <p:nvPr/>
        </p:nvSpPr>
        <p:spPr>
          <a:xfrm>
            <a:off x="1661595"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LNA</a:t>
            </a:r>
            <a:endParaRPr lang="en-US" sz="1000" dirty="0"/>
          </a:p>
        </p:txBody>
      </p:sp>
      <p:sp>
        <p:nvSpPr>
          <p:cNvPr id="10" name="Shape 8"/>
          <p:cNvSpPr/>
          <p:nvPr/>
        </p:nvSpPr>
        <p:spPr>
          <a:xfrm>
            <a:off x="2664823" y="4091940"/>
            <a:ext cx="201168" cy="0"/>
          </a:xfrm>
          <a:prstGeom prst="line">
            <a:avLst/>
          </a:prstGeom>
          <a:noFill/>
          <a:ln w="15875">
            <a:solidFill>
              <a:srgbClr val="8FA3BF"/>
            </a:solidFill>
            <a:prstDash val="solid"/>
            <a:tailEnd type="triangle"/>
          </a:ln>
        </p:spPr>
      </p:sp>
      <p:sp>
        <p:nvSpPr>
          <p:cNvPr id="11" name="Text 9"/>
          <p:cNvSpPr txBox="1"/>
          <p:nvPr/>
        </p:nvSpPr>
        <p:spPr>
          <a:xfrm>
            <a:off x="2865991"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Mixer</a:t>
            </a:r>
            <a:endParaRPr lang="en-US" sz="1000" dirty="0"/>
          </a:p>
        </p:txBody>
      </p:sp>
      <p:sp>
        <p:nvSpPr>
          <p:cNvPr id="12" name="Shape 10"/>
          <p:cNvSpPr/>
          <p:nvPr/>
        </p:nvSpPr>
        <p:spPr>
          <a:xfrm>
            <a:off x="3869218" y="4091940"/>
            <a:ext cx="201168" cy="0"/>
          </a:xfrm>
          <a:prstGeom prst="line">
            <a:avLst/>
          </a:prstGeom>
          <a:noFill/>
          <a:ln w="15875">
            <a:solidFill>
              <a:srgbClr val="8FA3BF"/>
            </a:solidFill>
            <a:prstDash val="solid"/>
            <a:tailEnd type="triangle"/>
          </a:ln>
        </p:spPr>
      </p:sp>
      <p:sp>
        <p:nvSpPr>
          <p:cNvPr id="13" name="Text 11"/>
          <p:cNvSpPr txBox="1"/>
          <p:nvPr/>
        </p:nvSpPr>
        <p:spPr>
          <a:xfrm>
            <a:off x="4070386"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Filter</a:t>
            </a:r>
            <a:endParaRPr lang="en-US" sz="1000" dirty="0"/>
          </a:p>
        </p:txBody>
      </p:sp>
      <p:sp>
        <p:nvSpPr>
          <p:cNvPr id="14" name="Shape 12"/>
          <p:cNvSpPr/>
          <p:nvPr/>
        </p:nvSpPr>
        <p:spPr>
          <a:xfrm>
            <a:off x="5073614" y="4091940"/>
            <a:ext cx="201168" cy="0"/>
          </a:xfrm>
          <a:prstGeom prst="line">
            <a:avLst/>
          </a:prstGeom>
          <a:noFill/>
          <a:ln w="15875">
            <a:solidFill>
              <a:srgbClr val="8FA3BF"/>
            </a:solidFill>
            <a:prstDash val="solid"/>
            <a:tailEnd type="triangle"/>
          </a:ln>
        </p:spPr>
      </p:sp>
      <p:sp>
        <p:nvSpPr>
          <p:cNvPr id="15" name="Text 13"/>
          <p:cNvSpPr txBox="1"/>
          <p:nvPr/>
        </p:nvSpPr>
        <p:spPr>
          <a:xfrm>
            <a:off x="5274782"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ADC</a:t>
            </a:r>
            <a:endParaRPr lang="en-US" sz="1000" dirty="0"/>
          </a:p>
        </p:txBody>
      </p:sp>
      <p:sp>
        <p:nvSpPr>
          <p:cNvPr id="16" name="Shape 14"/>
          <p:cNvSpPr/>
          <p:nvPr/>
        </p:nvSpPr>
        <p:spPr>
          <a:xfrm>
            <a:off x="6278009" y="4091940"/>
            <a:ext cx="201168" cy="0"/>
          </a:xfrm>
          <a:prstGeom prst="line">
            <a:avLst/>
          </a:prstGeom>
          <a:noFill/>
          <a:ln w="15875">
            <a:solidFill>
              <a:srgbClr val="8FA3BF"/>
            </a:solidFill>
            <a:prstDash val="solid"/>
            <a:tailEnd type="triangle"/>
          </a:ln>
        </p:spPr>
      </p:sp>
      <p:sp>
        <p:nvSpPr>
          <p:cNvPr id="17" name="Text 15"/>
          <p:cNvSpPr txBox="1"/>
          <p:nvPr/>
        </p:nvSpPr>
        <p:spPr>
          <a:xfrm>
            <a:off x="6479177" y="3840480"/>
            <a:ext cx="1003227" cy="502920"/>
          </a:xfrm>
          <a:prstGeom prst="roundRect">
            <a:avLst>
              <a:gd name="adj" fmla="val 10909"/>
            </a:avLst>
          </a:prstGeom>
          <a:solidFill>
            <a:srgbClr val="2EC4B6"/>
          </a:solidFill>
          <a:ln w="9525">
            <a:solidFill>
              <a:srgbClr val="2EC4B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DSP</a:t>
            </a:r>
            <a:endParaRPr lang="en-US" sz="1000" dirty="0"/>
          </a:p>
        </p:txBody>
      </p:sp>
      <p:sp>
        <p:nvSpPr>
          <p:cNvPr id="18" name="Shape 16"/>
          <p:cNvSpPr/>
          <p:nvPr/>
        </p:nvSpPr>
        <p:spPr>
          <a:xfrm>
            <a:off x="7482405" y="4091940"/>
            <a:ext cx="201168" cy="0"/>
          </a:xfrm>
          <a:prstGeom prst="line">
            <a:avLst/>
          </a:prstGeom>
          <a:noFill/>
          <a:ln w="15875">
            <a:solidFill>
              <a:srgbClr val="8FA3BF"/>
            </a:solidFill>
            <a:prstDash val="solid"/>
            <a:tailEnd type="triangle"/>
          </a:ln>
        </p:spPr>
      </p:sp>
      <p:sp>
        <p:nvSpPr>
          <p:cNvPr id="19" name="Text 17"/>
          <p:cNvSpPr txBox="1"/>
          <p:nvPr/>
        </p:nvSpPr>
        <p:spPr>
          <a:xfrm>
            <a:off x="7683573"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
        <p:nvSpPr>
          <p:cNvPr id="20" name="Text 18"/>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Why the frequency domain?</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30</a:t>
            </a:r>
            <a:endParaRPr lang="en-US" sz="900" dirty="0"/>
          </a:p>
        </p:txBody>
      </p:sp>
      <p:graphicFrame>
        <p:nvGraphicFramePr>
          <p:cNvPr id="5" name="Chart 0" descr=""/>
          <p:cNvGraphicFramePr/>
          <p:nvPr/>
        </p:nvGraphicFramePr>
        <p:xfrm>
          <a:off x="457200" y="1024128"/>
          <a:ext cx="4023360" cy="2148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663440" y="1024128"/>
          <a:ext cx="4023360" cy="21488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457200" y="3291840"/>
            <a:ext cx="8229600" cy="7772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Left: 256 samples of two tones plus noise; in time it is a mess</a:t>
            </a:r>
            <a:endParaRPr lang="en-US" sz="1150" dirty="0"/>
          </a:p>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Right: the same data after an FFT; two clean peaks, noise floor far below</a:t>
            </a:r>
            <a:endParaRPr lang="en-US" sz="1150" dirty="0"/>
          </a:p>
          <a:p>
            <a:pPr marL="342900" indent="-342900">
              <a:spcAft>
                <a:spcPts val="300"/>
              </a:spcAft>
              <a:buSzPct val="100000"/>
              <a:buChar char="•"/>
            </a:pPr>
            <a:r>
              <a:rPr lang="en-US" sz="1150" dirty="0">
                <a:solidFill>
                  <a:srgbClr val="14213D"/>
                </a:solidFill>
                <a:latin typeface="Calibri" pitchFamily="34" charset="0"/>
                <a:ea typeface="Calibri" pitchFamily="34" charset="-122"/>
                <a:cs typeface="Calibri" pitchFamily="34" charset="-120"/>
              </a:rPr>
              <a:t>Filtering, channel selection, modulation and spectrum measurement are all simpler in frequency</a:t>
            </a:r>
            <a:endParaRPr lang="en-US" sz="1150" dirty="0"/>
          </a:p>
        </p:txBody>
      </p:sp>
      <p:sp>
        <p:nvSpPr>
          <p:cNvPr id="8" name="Shape 4"/>
          <p:cNvSpPr/>
          <p:nvPr/>
        </p:nvSpPr>
        <p:spPr>
          <a:xfrm>
            <a:off x="457200" y="4041648"/>
            <a:ext cx="8229600" cy="576072"/>
          </a:xfrm>
          <a:prstGeom prst="roundRect">
            <a:avLst>
              <a:gd name="adj" fmla="val 12698"/>
            </a:avLst>
          </a:prstGeom>
          <a:solidFill>
            <a:srgbClr val="FFF4D6"/>
          </a:solidFill>
          <a:ln w="12700">
            <a:solidFill>
              <a:srgbClr val="FFF4D6"/>
            </a:solidFill>
            <a:prstDash val="solid"/>
          </a:ln>
        </p:spPr>
      </p:sp>
      <p:sp>
        <p:nvSpPr>
          <p:cNvPr id="9" name="Shape 5"/>
          <p:cNvSpPr/>
          <p:nvPr/>
        </p:nvSpPr>
        <p:spPr>
          <a:xfrm>
            <a:off x="566928" y="4151376"/>
            <a:ext cx="237744" cy="237744"/>
          </a:xfrm>
          <a:prstGeom prst="ellipse">
            <a:avLst/>
          </a:prstGeom>
          <a:solidFill>
            <a:srgbClr val="FFB703"/>
          </a:solidFill>
          <a:ln w="12700">
            <a:solidFill>
              <a:srgbClr val="FFB703"/>
            </a:solidFill>
            <a:prstDash val="solid"/>
          </a:ln>
        </p:spPr>
      </p:sp>
      <p:sp>
        <p:nvSpPr>
          <p:cNvPr id="10" name="Text 6"/>
          <p:cNvSpPr txBox="1"/>
          <p:nvPr/>
        </p:nvSpPr>
        <p:spPr>
          <a:xfrm>
            <a:off x="566928" y="4151376"/>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1" name="Text 7"/>
          <p:cNvSpPr txBox="1"/>
          <p:nvPr/>
        </p:nvSpPr>
        <p:spPr>
          <a:xfrm>
            <a:off x="896112" y="4114800"/>
            <a:ext cx="7680960" cy="429768"/>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The FFT concentrates a tone into one bin while spreading white noise over N bins: the processing gain is 10 log₁₀(N/2), about 21 dB for N = 256. That is why the peaks stand so far above the floor.</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Fourier series → Fourier transform → DFT</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31</a:t>
            </a:r>
            <a:endParaRPr lang="en-US" sz="900" dirty="0"/>
          </a:p>
        </p:txBody>
      </p:sp>
      <p:sp>
        <p:nvSpPr>
          <p:cNvPr id="5" name="Shape 3"/>
          <p:cNvSpPr/>
          <p:nvPr/>
        </p:nvSpPr>
        <p:spPr>
          <a:xfrm>
            <a:off x="914400" y="1024128"/>
            <a:ext cx="7772400" cy="1068324"/>
          </a:xfrm>
          <a:prstGeom prst="roundRect">
            <a:avLst>
              <a:gd name="adj" fmla="val 6847"/>
            </a:avLst>
          </a:prstGeom>
          <a:solidFill>
            <a:srgbClr val="EEF3F8"/>
          </a:solidFill>
          <a:ln w="12700">
            <a:solidFill>
              <a:srgbClr val="EEF3F8"/>
            </a:solidFill>
            <a:prstDash val="solid"/>
          </a:ln>
        </p:spPr>
      </p:sp>
      <p:sp>
        <p:nvSpPr>
          <p:cNvPr id="6" name="Text 4"/>
          <p:cNvSpPr txBox="1"/>
          <p:nvPr/>
        </p:nvSpPr>
        <p:spPr>
          <a:xfrm>
            <a:off x="1051560" y="1024128"/>
            <a:ext cx="7498080" cy="812292"/>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Fourier series (periodic x):   c_k = (1/T) ∫₀ᵀ x(t) e^{−j2πkt/T} dt</a:t>
            </a:r>
            <a:endParaRPr lang="en-US" sz="1500" dirty="0"/>
          </a:p>
        </p:txBody>
      </p:sp>
      <p:sp>
        <p:nvSpPr>
          <p:cNvPr id="7" name="Text 5"/>
          <p:cNvSpPr txBox="1"/>
          <p:nvPr/>
        </p:nvSpPr>
        <p:spPr>
          <a:xfrm>
            <a:off x="1051560" y="1790700"/>
            <a:ext cx="749808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Discrete harmonics of a periodic continuous signal</a:t>
            </a:r>
            <a:endParaRPr lang="en-US" sz="1000" dirty="0"/>
          </a:p>
        </p:txBody>
      </p:sp>
      <p:sp>
        <p:nvSpPr>
          <p:cNvPr id="8" name="Shape 6"/>
          <p:cNvSpPr/>
          <p:nvPr/>
        </p:nvSpPr>
        <p:spPr>
          <a:xfrm>
            <a:off x="457200" y="1375410"/>
            <a:ext cx="365760" cy="365760"/>
          </a:xfrm>
          <a:prstGeom prst="ellipse">
            <a:avLst/>
          </a:prstGeom>
          <a:solidFill>
            <a:srgbClr val="5B6B7F"/>
          </a:solidFill>
          <a:ln w="12700">
            <a:solidFill>
              <a:srgbClr val="5B6B7F"/>
            </a:solidFill>
            <a:prstDash val="solid"/>
          </a:ln>
        </p:spPr>
      </p:sp>
      <p:sp>
        <p:nvSpPr>
          <p:cNvPr id="9" name="Text 7"/>
          <p:cNvSpPr txBox="1"/>
          <p:nvPr/>
        </p:nvSpPr>
        <p:spPr>
          <a:xfrm>
            <a:off x="457200" y="1375410"/>
            <a:ext cx="365760" cy="36576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640080" y="1741170"/>
            <a:ext cx="0" cy="794004"/>
          </a:xfrm>
          <a:prstGeom prst="line">
            <a:avLst/>
          </a:prstGeom>
          <a:noFill/>
          <a:ln w="12700">
            <a:solidFill>
              <a:srgbClr val="5B6B7F"/>
            </a:solidFill>
            <a:prstDash val="solid"/>
            <a:tailEnd type="triangle"/>
          </a:ln>
        </p:spPr>
      </p:sp>
      <p:sp>
        <p:nvSpPr>
          <p:cNvPr id="11" name="Shape 9"/>
          <p:cNvSpPr/>
          <p:nvPr/>
        </p:nvSpPr>
        <p:spPr>
          <a:xfrm>
            <a:off x="914400" y="2183892"/>
            <a:ext cx="7772400" cy="1068324"/>
          </a:xfrm>
          <a:prstGeom prst="roundRect">
            <a:avLst>
              <a:gd name="adj" fmla="val 6847"/>
            </a:avLst>
          </a:prstGeom>
          <a:solidFill>
            <a:srgbClr val="EEF3F8"/>
          </a:solidFill>
          <a:ln w="12700">
            <a:solidFill>
              <a:srgbClr val="EEF3F8"/>
            </a:solidFill>
            <a:prstDash val="solid"/>
          </a:ln>
        </p:spPr>
      </p:sp>
      <p:sp>
        <p:nvSpPr>
          <p:cNvPr id="12" name="Text 10"/>
          <p:cNvSpPr txBox="1"/>
          <p:nvPr/>
        </p:nvSpPr>
        <p:spPr>
          <a:xfrm>
            <a:off x="1051560" y="2183892"/>
            <a:ext cx="7498080" cy="812292"/>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Fourier transform (any x):   X(f) = ∫ x(t) e^{−j2πft} dt</a:t>
            </a:r>
            <a:endParaRPr lang="en-US" sz="1500" dirty="0"/>
          </a:p>
        </p:txBody>
      </p:sp>
      <p:sp>
        <p:nvSpPr>
          <p:cNvPr id="13" name="Text 11"/>
          <p:cNvSpPr txBox="1"/>
          <p:nvPr/>
        </p:nvSpPr>
        <p:spPr>
          <a:xfrm>
            <a:off x="1051560" y="2950464"/>
            <a:ext cx="749808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Continuous spectrum of a continuous signal</a:t>
            </a:r>
            <a:endParaRPr lang="en-US" sz="1000" dirty="0"/>
          </a:p>
        </p:txBody>
      </p:sp>
      <p:sp>
        <p:nvSpPr>
          <p:cNvPr id="14" name="Shape 12"/>
          <p:cNvSpPr/>
          <p:nvPr/>
        </p:nvSpPr>
        <p:spPr>
          <a:xfrm>
            <a:off x="457200" y="2535174"/>
            <a:ext cx="365760" cy="365760"/>
          </a:xfrm>
          <a:prstGeom prst="ellipse">
            <a:avLst/>
          </a:prstGeom>
          <a:solidFill>
            <a:srgbClr val="FFB703"/>
          </a:solidFill>
          <a:ln w="12700">
            <a:solidFill>
              <a:srgbClr val="FFB703"/>
            </a:solidFill>
            <a:prstDash val="solid"/>
          </a:ln>
        </p:spPr>
      </p:sp>
      <p:sp>
        <p:nvSpPr>
          <p:cNvPr id="15" name="Text 13"/>
          <p:cNvSpPr txBox="1"/>
          <p:nvPr/>
        </p:nvSpPr>
        <p:spPr>
          <a:xfrm>
            <a:off x="457200" y="2535174"/>
            <a:ext cx="365760" cy="36576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2</a:t>
            </a:r>
            <a:endParaRPr lang="en-US" sz="1200" dirty="0"/>
          </a:p>
        </p:txBody>
      </p:sp>
      <p:sp>
        <p:nvSpPr>
          <p:cNvPr id="16" name="Shape 14"/>
          <p:cNvSpPr/>
          <p:nvPr/>
        </p:nvSpPr>
        <p:spPr>
          <a:xfrm>
            <a:off x="640080" y="2900934"/>
            <a:ext cx="0" cy="794004"/>
          </a:xfrm>
          <a:prstGeom prst="line">
            <a:avLst/>
          </a:prstGeom>
          <a:noFill/>
          <a:ln w="12700">
            <a:solidFill>
              <a:srgbClr val="5B6B7F"/>
            </a:solidFill>
            <a:prstDash val="solid"/>
            <a:tailEnd type="triangle"/>
          </a:ln>
        </p:spPr>
      </p:sp>
      <p:sp>
        <p:nvSpPr>
          <p:cNvPr id="17" name="Shape 15"/>
          <p:cNvSpPr/>
          <p:nvPr/>
        </p:nvSpPr>
        <p:spPr>
          <a:xfrm>
            <a:off x="914400" y="3343656"/>
            <a:ext cx="7772400" cy="1068324"/>
          </a:xfrm>
          <a:prstGeom prst="roundRect">
            <a:avLst>
              <a:gd name="adj" fmla="val 6847"/>
            </a:avLst>
          </a:prstGeom>
          <a:solidFill>
            <a:srgbClr val="EEF3F8"/>
          </a:solidFill>
          <a:ln w="12700">
            <a:solidFill>
              <a:srgbClr val="EEF3F8"/>
            </a:solidFill>
            <a:prstDash val="solid"/>
          </a:ln>
        </p:spPr>
      </p:sp>
      <p:sp>
        <p:nvSpPr>
          <p:cNvPr id="18" name="Text 16"/>
          <p:cNvSpPr txBox="1"/>
          <p:nvPr/>
        </p:nvSpPr>
        <p:spPr>
          <a:xfrm>
            <a:off x="1051560" y="3343656"/>
            <a:ext cx="7498080" cy="812292"/>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DFT (N samples):   X[k] = Σₙ₌₀ᴺ⁻¹ x[n] e^{−j2πkn/N}</a:t>
            </a:r>
            <a:endParaRPr lang="en-US" sz="1500" dirty="0"/>
          </a:p>
        </p:txBody>
      </p:sp>
      <p:sp>
        <p:nvSpPr>
          <p:cNvPr id="19" name="Text 17"/>
          <p:cNvSpPr txBox="1"/>
          <p:nvPr/>
        </p:nvSpPr>
        <p:spPr>
          <a:xfrm>
            <a:off x="1051560" y="4110228"/>
            <a:ext cx="749808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Discrete spectrum of a discrete, finite signal: the one a computer can run</a:t>
            </a:r>
            <a:endParaRPr lang="en-US" sz="1000" dirty="0"/>
          </a:p>
        </p:txBody>
      </p:sp>
      <p:sp>
        <p:nvSpPr>
          <p:cNvPr id="20" name="Shape 18"/>
          <p:cNvSpPr/>
          <p:nvPr/>
        </p:nvSpPr>
        <p:spPr>
          <a:xfrm>
            <a:off x="457200" y="3694938"/>
            <a:ext cx="365760" cy="365760"/>
          </a:xfrm>
          <a:prstGeom prst="ellipse">
            <a:avLst/>
          </a:prstGeom>
          <a:solidFill>
            <a:srgbClr val="2EC4B6"/>
          </a:solidFill>
          <a:ln w="12700">
            <a:solidFill>
              <a:srgbClr val="2EC4B6"/>
            </a:solidFill>
            <a:prstDash val="solid"/>
          </a:ln>
        </p:spPr>
      </p:sp>
      <p:sp>
        <p:nvSpPr>
          <p:cNvPr id="21" name="Text 19"/>
          <p:cNvSpPr txBox="1"/>
          <p:nvPr/>
        </p:nvSpPr>
        <p:spPr>
          <a:xfrm>
            <a:off x="457200" y="3694938"/>
            <a:ext cx="365760" cy="36576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3</a:t>
            </a:r>
            <a:endParaRPr lang="en-US" sz="1200" dirty="0"/>
          </a:p>
        </p:txBody>
      </p:sp>
      <p:sp>
        <p:nvSpPr>
          <p:cNvPr id="22" name="Text 20"/>
          <p:cNvSpPr txBox="1"/>
          <p:nvPr/>
        </p:nvSpPr>
        <p:spPr>
          <a:xfrm>
            <a:off x="457200" y="4411980"/>
            <a:ext cx="822960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Same operation three times: multiply by a spinning reference e^{−jθ} and sum. Only the DFT runs on a computer.</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The DFT: what k, n and N mean</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32</a:t>
            </a:r>
            <a:endParaRPr lang="en-US" sz="900" dirty="0"/>
          </a:p>
        </p:txBody>
      </p:sp>
      <p:sp>
        <p:nvSpPr>
          <p:cNvPr id="5" name="Shape 3"/>
          <p:cNvSpPr/>
          <p:nvPr/>
        </p:nvSpPr>
        <p:spPr>
          <a:xfrm>
            <a:off x="457200" y="1024128"/>
            <a:ext cx="4754880" cy="822960"/>
          </a:xfrm>
          <a:prstGeom prst="roundRect">
            <a:avLst>
              <a:gd name="adj" fmla="val 8889"/>
            </a:avLst>
          </a:prstGeom>
          <a:solidFill>
            <a:srgbClr val="EEF3F8"/>
          </a:solidFill>
          <a:ln w="12700">
            <a:solidFill>
              <a:srgbClr val="EEF3F8"/>
            </a:solidFill>
            <a:prstDash val="solid"/>
          </a:ln>
        </p:spPr>
      </p:sp>
      <p:sp>
        <p:nvSpPr>
          <p:cNvPr id="6" name="Text 4"/>
          <p:cNvSpPr txBox="1"/>
          <p:nvPr/>
        </p:nvSpPr>
        <p:spPr>
          <a:xfrm>
            <a:off x="594360" y="1024128"/>
            <a:ext cx="4480560" cy="566928"/>
          </a:xfrm>
          <a:prstGeom prst="rect">
            <a:avLst/>
          </a:prstGeom>
          <a:noFill/>
          <a:ln/>
        </p:spPr>
        <p:txBody>
          <a:bodyPr wrap="square" lIns="0" tIns="0" rIns="0" bIns="0" rtlCol="0" anchor="ctr"/>
          <a:lstStyle/>
          <a:p>
            <a:pPr algn="ctr" indent="0" marL="0">
              <a:buNone/>
            </a:pPr>
            <a:r>
              <a:rPr lang="en-US" sz="1600" dirty="0">
                <a:solidFill>
                  <a:srgbClr val="0B1F3A"/>
                </a:solidFill>
                <a:latin typeface="Cambria" pitchFamily="34" charset="0"/>
                <a:ea typeface="Cambria" pitchFamily="34" charset="-122"/>
                <a:cs typeface="Cambria" pitchFamily="34" charset="-120"/>
              </a:rPr>
              <a:t>X[k] = Σₙ₌₀ᴺ⁻¹ x[n] · e^{−j2πkn/N}</a:t>
            </a:r>
            <a:endParaRPr lang="en-US" sz="1600" dirty="0"/>
          </a:p>
          <a:p>
            <a:pPr algn="ctr" indent="0" marL="0">
              <a:buNone/>
            </a:pPr>
            <a:r>
              <a:rPr lang="en-US" sz="1600" dirty="0">
                <a:solidFill>
                  <a:srgbClr val="0B1F3A"/>
                </a:solidFill>
                <a:latin typeface="Cambria" pitchFamily="34" charset="0"/>
                <a:ea typeface="Cambria" pitchFamily="34" charset="-122"/>
                <a:cs typeface="Cambria" pitchFamily="34" charset="-120"/>
              </a:rPr>
              <a:t>k = 0 … N−1</a:t>
            </a:r>
            <a:endParaRPr lang="en-US" sz="1600" dirty="0"/>
          </a:p>
        </p:txBody>
      </p:sp>
      <p:sp>
        <p:nvSpPr>
          <p:cNvPr id="7" name="Text 5"/>
          <p:cNvSpPr txBox="1"/>
          <p:nvPr/>
        </p:nvSpPr>
        <p:spPr>
          <a:xfrm>
            <a:off x="594360" y="1545336"/>
            <a:ext cx="448056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N inputs in, N complex outputs out</a:t>
            </a:r>
            <a:endParaRPr lang="en-US" sz="1000" dirty="0"/>
          </a:p>
        </p:txBody>
      </p:sp>
      <p:sp>
        <p:nvSpPr>
          <p:cNvPr id="8" name="Shape 6"/>
          <p:cNvSpPr/>
          <p:nvPr/>
        </p:nvSpPr>
        <p:spPr>
          <a:xfrm>
            <a:off x="457200" y="1938528"/>
            <a:ext cx="4754880" cy="822960"/>
          </a:xfrm>
          <a:prstGeom prst="roundRect">
            <a:avLst>
              <a:gd name="adj" fmla="val 8889"/>
            </a:avLst>
          </a:prstGeom>
          <a:solidFill>
            <a:srgbClr val="EEF3F8"/>
          </a:solidFill>
          <a:ln w="12700">
            <a:solidFill>
              <a:srgbClr val="EEF3F8"/>
            </a:solidFill>
            <a:prstDash val="solid"/>
          </a:ln>
        </p:spPr>
      </p:sp>
      <p:sp>
        <p:nvSpPr>
          <p:cNvPr id="9" name="Text 7"/>
          <p:cNvSpPr txBox="1"/>
          <p:nvPr/>
        </p:nvSpPr>
        <p:spPr>
          <a:xfrm>
            <a:off x="594360" y="1938528"/>
            <a:ext cx="4480560" cy="566928"/>
          </a:xfrm>
          <a:prstGeom prst="rect">
            <a:avLst/>
          </a:prstGeom>
          <a:noFill/>
          <a:ln/>
        </p:spPr>
        <p:txBody>
          <a:bodyPr wrap="square" lIns="0" tIns="0" rIns="0" bIns="0" rtlCol="0" anchor="ctr"/>
          <a:lstStyle/>
          <a:p>
            <a:pPr algn="ctr" indent="0" marL="0">
              <a:buNone/>
            </a:pPr>
            <a:r>
              <a:rPr lang="en-US" sz="1600" dirty="0">
                <a:solidFill>
                  <a:srgbClr val="0B1F3A"/>
                </a:solidFill>
                <a:latin typeface="Cambria" pitchFamily="34" charset="0"/>
                <a:ea typeface="Cambria" pitchFamily="34" charset="-122"/>
                <a:cs typeface="Cambria" pitchFamily="34" charset="-120"/>
              </a:rPr>
              <a:t>f_k = k · f_s / N        Δf = f_s / N</a:t>
            </a:r>
            <a:endParaRPr lang="en-US" sz="1600" dirty="0"/>
          </a:p>
        </p:txBody>
      </p:sp>
      <p:sp>
        <p:nvSpPr>
          <p:cNvPr id="10" name="Text 8"/>
          <p:cNvSpPr txBox="1"/>
          <p:nvPr/>
        </p:nvSpPr>
        <p:spPr>
          <a:xfrm>
            <a:off x="594360" y="2459736"/>
            <a:ext cx="448056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Bin k sits at frequency f_k; bin spacing is the resolution</a:t>
            </a:r>
            <a:endParaRPr lang="en-US" sz="1000" dirty="0"/>
          </a:p>
        </p:txBody>
      </p:sp>
      <p:sp>
        <p:nvSpPr>
          <p:cNvPr id="11" name="Text 9"/>
          <p:cNvSpPr txBox="1"/>
          <p:nvPr/>
        </p:nvSpPr>
        <p:spPr>
          <a:xfrm>
            <a:off x="5486400" y="1024128"/>
            <a:ext cx="3200400" cy="2834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x[n]: the n-th sample. X[k]: how much of frequency f_k is present, as amplitude and phase</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|X[k]| is the magnitude spectrum; ∠X[k] is the phase spectrum</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For real x[n], bins above N/2 mirror those below: only N/2 + 1 are unique</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Example: f_s = 40 MSPS, N = 1024 → Δf = 39.06 kHz; a 10 MHz tone lands in bin 256</a:t>
            </a:r>
            <a:endParaRPr lang="en-US" sz="1150" dirty="0"/>
          </a:p>
        </p:txBody>
      </p:sp>
      <p:sp>
        <p:nvSpPr>
          <p:cNvPr id="12" name="Text 10"/>
          <p:cNvSpPr txBox="1"/>
          <p:nvPr/>
        </p:nvSpPr>
        <p:spPr>
          <a:xfrm>
            <a:off x="457200" y="2880360"/>
            <a:ext cx="2286000" cy="538582"/>
          </a:xfrm>
          <a:prstGeom prst="rect">
            <a:avLst/>
          </a:prstGeom>
          <a:noFill/>
          <a:ln/>
        </p:spPr>
        <p:txBody>
          <a:bodyPr wrap="square" lIns="0" tIns="0" rIns="0" bIns="0" rtlCol="0" anchor="b"/>
          <a:lstStyle/>
          <a:p>
            <a:pPr algn="ctr" indent="0" marL="0">
              <a:buNone/>
            </a:pPr>
            <a:r>
              <a:rPr lang="en-US" sz="2200" b="1" dirty="0">
                <a:solidFill>
                  <a:srgbClr val="0B1F3A"/>
                </a:solidFill>
                <a:latin typeface="Cambria" pitchFamily="34" charset="0"/>
                <a:ea typeface="Cambria" pitchFamily="34" charset="-122"/>
                <a:cs typeface="Cambria" pitchFamily="34" charset="-120"/>
              </a:rPr>
              <a:t>39.06 kHz</a:t>
            </a:r>
            <a:endParaRPr lang="en-US" sz="2200" dirty="0"/>
          </a:p>
        </p:txBody>
      </p:sp>
      <p:sp>
        <p:nvSpPr>
          <p:cNvPr id="13" name="Text 11"/>
          <p:cNvSpPr txBox="1"/>
          <p:nvPr/>
        </p:nvSpPr>
        <p:spPr>
          <a:xfrm>
            <a:off x="457200" y="3418942"/>
            <a:ext cx="2286000" cy="330098"/>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Δf for 40 MSPS, N = 1024</a:t>
            </a:r>
            <a:endParaRPr lang="en-US" sz="1100" dirty="0"/>
          </a:p>
        </p:txBody>
      </p:sp>
      <p:sp>
        <p:nvSpPr>
          <p:cNvPr id="14" name="Text 12"/>
          <p:cNvSpPr txBox="1"/>
          <p:nvPr/>
        </p:nvSpPr>
        <p:spPr>
          <a:xfrm>
            <a:off x="2834640" y="2880360"/>
            <a:ext cx="2286000" cy="538582"/>
          </a:xfrm>
          <a:prstGeom prst="rect">
            <a:avLst/>
          </a:prstGeom>
          <a:noFill/>
          <a:ln/>
        </p:spPr>
        <p:txBody>
          <a:bodyPr wrap="square" lIns="0" tIns="0" rIns="0" bIns="0" rtlCol="0" anchor="b"/>
          <a:lstStyle/>
          <a:p>
            <a:pPr algn="ctr" indent="0" marL="0">
              <a:buNone/>
            </a:pPr>
            <a:r>
              <a:rPr lang="en-US" sz="2200" b="1" dirty="0">
                <a:solidFill>
                  <a:srgbClr val="2EC4B6"/>
                </a:solidFill>
                <a:latin typeface="Cambria" pitchFamily="34" charset="0"/>
                <a:ea typeface="Cambria" pitchFamily="34" charset="-122"/>
                <a:cs typeface="Cambria" pitchFamily="34" charset="-120"/>
              </a:rPr>
              <a:t>bin 256</a:t>
            </a:r>
            <a:endParaRPr lang="en-US" sz="2200" dirty="0"/>
          </a:p>
        </p:txBody>
      </p:sp>
      <p:sp>
        <p:nvSpPr>
          <p:cNvPr id="15" name="Text 13"/>
          <p:cNvSpPr txBox="1"/>
          <p:nvPr/>
        </p:nvSpPr>
        <p:spPr>
          <a:xfrm>
            <a:off x="2834640" y="3418942"/>
            <a:ext cx="2286000" cy="330098"/>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where a 10 MHz tone lands</a:t>
            </a:r>
            <a:endParaRPr lang="en-US" sz="1100" dirty="0"/>
          </a:p>
        </p:txBody>
      </p:sp>
      <p:sp>
        <p:nvSpPr>
          <p:cNvPr id="16" name="Shape 14"/>
          <p:cNvSpPr/>
          <p:nvPr/>
        </p:nvSpPr>
        <p:spPr>
          <a:xfrm>
            <a:off x="457200" y="3886200"/>
            <a:ext cx="8229600" cy="685800"/>
          </a:xfrm>
          <a:prstGeom prst="roundRect">
            <a:avLst>
              <a:gd name="adj" fmla="val 10667"/>
            </a:avLst>
          </a:prstGeom>
          <a:solidFill>
            <a:srgbClr val="FFF4D6"/>
          </a:solidFill>
          <a:ln w="12700">
            <a:solidFill>
              <a:srgbClr val="FFF4D6"/>
            </a:solidFill>
            <a:prstDash val="solid"/>
          </a:ln>
        </p:spPr>
      </p:sp>
      <p:sp>
        <p:nvSpPr>
          <p:cNvPr id="17" name="Shape 15"/>
          <p:cNvSpPr/>
          <p:nvPr/>
        </p:nvSpPr>
        <p:spPr>
          <a:xfrm>
            <a:off x="566928" y="3995928"/>
            <a:ext cx="237744" cy="237744"/>
          </a:xfrm>
          <a:prstGeom prst="ellipse">
            <a:avLst/>
          </a:prstGeom>
          <a:solidFill>
            <a:srgbClr val="FFB703"/>
          </a:solidFill>
          <a:ln w="12700">
            <a:solidFill>
              <a:srgbClr val="FFB703"/>
            </a:solidFill>
            <a:prstDash val="solid"/>
          </a:ln>
        </p:spPr>
      </p:sp>
      <p:sp>
        <p:nvSpPr>
          <p:cNvPr id="18" name="Text 16"/>
          <p:cNvSpPr txBox="1"/>
          <p:nvPr/>
        </p:nvSpPr>
        <p:spPr>
          <a:xfrm>
            <a:off x="566928" y="399592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9" name="Text 17"/>
          <p:cNvSpPr txBox="1"/>
          <p:nvPr/>
        </p:nvSpPr>
        <p:spPr>
          <a:xfrm>
            <a:off x="896112" y="3959352"/>
            <a:ext cx="7680960" cy="53949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Resolution Δf depends on record length N·T_s = N/f_s only. Zero-padding interpolates the plot but does not improve resolution; only a longer record does.</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DFT is correlation with sinusoids</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33</a:t>
            </a:r>
            <a:endParaRPr lang="en-US" sz="900" dirty="0"/>
          </a:p>
        </p:txBody>
      </p:sp>
      <p:sp>
        <p:nvSpPr>
          <p:cNvPr id="5" name="Shape 3"/>
          <p:cNvSpPr/>
          <p:nvPr/>
        </p:nvSpPr>
        <p:spPr>
          <a:xfrm>
            <a:off x="457200" y="1024128"/>
            <a:ext cx="4206240" cy="754380"/>
          </a:xfrm>
          <a:prstGeom prst="roundRect">
            <a:avLst>
              <a:gd name="adj" fmla="val 9697"/>
            </a:avLst>
          </a:prstGeom>
          <a:solidFill>
            <a:srgbClr val="EEF3F8"/>
          </a:solidFill>
          <a:ln w="12700">
            <a:solidFill>
              <a:srgbClr val="EEF3F8"/>
            </a:solidFill>
            <a:prstDash val="solid"/>
          </a:ln>
        </p:spPr>
      </p:sp>
      <p:sp>
        <p:nvSpPr>
          <p:cNvPr id="6" name="Text 4"/>
          <p:cNvSpPr txBox="1"/>
          <p:nvPr/>
        </p:nvSpPr>
        <p:spPr>
          <a:xfrm>
            <a:off x="594360" y="1024128"/>
            <a:ext cx="3931920" cy="49834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W_N = e^{−j2π/N}</a:t>
            </a:r>
            <a:endParaRPr lang="en-US" sz="1400" dirty="0"/>
          </a:p>
          <a:p>
            <a:pPr algn="ctr" indent="0" marL="0">
              <a:buNone/>
            </a:pPr>
            <a:r>
              <a:rPr lang="en-US" sz="1400" dirty="0">
                <a:solidFill>
                  <a:srgbClr val="0B1F3A"/>
                </a:solidFill>
                <a:latin typeface="Cambria" pitchFamily="34" charset="0"/>
                <a:ea typeface="Cambria" pitchFamily="34" charset="-122"/>
                <a:cs typeface="Cambria" pitchFamily="34" charset="-120"/>
              </a:rPr>
              <a:t>X[k] = Σₙ x[n] · W_N^{kn}</a:t>
            </a:r>
            <a:endParaRPr lang="en-US" sz="1400" dirty="0"/>
          </a:p>
        </p:txBody>
      </p:sp>
      <p:sp>
        <p:nvSpPr>
          <p:cNvPr id="7" name="Text 5"/>
          <p:cNvSpPr txBox="1"/>
          <p:nvPr/>
        </p:nvSpPr>
        <p:spPr>
          <a:xfrm>
            <a:off x="594360" y="1476756"/>
            <a:ext cx="393192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Twiddle factor: one step around the unit circle</a:t>
            </a:r>
            <a:endParaRPr lang="en-US" sz="1000" dirty="0"/>
          </a:p>
        </p:txBody>
      </p:sp>
      <p:sp>
        <p:nvSpPr>
          <p:cNvPr id="8" name="Shape 6"/>
          <p:cNvSpPr/>
          <p:nvPr/>
        </p:nvSpPr>
        <p:spPr>
          <a:xfrm>
            <a:off x="457200" y="1869948"/>
            <a:ext cx="4206240" cy="754380"/>
          </a:xfrm>
          <a:prstGeom prst="roundRect">
            <a:avLst>
              <a:gd name="adj" fmla="val 9697"/>
            </a:avLst>
          </a:prstGeom>
          <a:solidFill>
            <a:srgbClr val="EEF3F8"/>
          </a:solidFill>
          <a:ln w="12700">
            <a:solidFill>
              <a:srgbClr val="EEF3F8"/>
            </a:solidFill>
            <a:prstDash val="solid"/>
          </a:ln>
        </p:spPr>
      </p:sp>
      <p:sp>
        <p:nvSpPr>
          <p:cNvPr id="9" name="Text 7"/>
          <p:cNvSpPr txBox="1"/>
          <p:nvPr/>
        </p:nvSpPr>
        <p:spPr>
          <a:xfrm>
            <a:off x="594360" y="1869948"/>
            <a:ext cx="3931920" cy="49834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e^{−j2πkn/N} =</a:t>
            </a:r>
            <a:endParaRPr lang="en-US" sz="1400" dirty="0"/>
          </a:p>
          <a:p>
            <a:pPr algn="ctr" indent="0" marL="0">
              <a:buNone/>
            </a:pPr>
            <a:r>
              <a:rPr lang="en-US" sz="1400" dirty="0">
                <a:solidFill>
                  <a:srgbClr val="0B1F3A"/>
                </a:solidFill>
                <a:latin typeface="Cambria" pitchFamily="34" charset="0"/>
                <a:ea typeface="Cambria" pitchFamily="34" charset="-122"/>
                <a:cs typeface="Cambria" pitchFamily="34" charset="-120"/>
              </a:rPr>
              <a:t>cos(2πkn/N) − j sin(2πkn/N)</a:t>
            </a:r>
            <a:endParaRPr lang="en-US" sz="1400" dirty="0"/>
          </a:p>
        </p:txBody>
      </p:sp>
      <p:sp>
        <p:nvSpPr>
          <p:cNvPr id="10" name="Text 8"/>
          <p:cNvSpPr txBox="1"/>
          <p:nvPr/>
        </p:nvSpPr>
        <p:spPr>
          <a:xfrm>
            <a:off x="594360" y="2322576"/>
            <a:ext cx="393192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Each bin correlates with one cosine (real part) and one sine (imaginary part)</a:t>
            </a:r>
            <a:endParaRPr lang="en-US" sz="1000" dirty="0"/>
          </a:p>
        </p:txBody>
      </p:sp>
      <p:sp>
        <p:nvSpPr>
          <p:cNvPr id="11" name="Text 9"/>
          <p:cNvSpPr txBox="1"/>
          <p:nvPr/>
        </p:nvSpPr>
        <p:spPr>
          <a:xfrm>
            <a:off x="457200" y="2743200"/>
            <a:ext cx="4206240" cy="11430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Chart: the cosine basis functions for k = 1, 2, 3 with N = 32; k counts whole cycles across the record</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Multiply the signal by each basis, sum the products: a big sum means that frequency is present</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The bases are orthogonal, so each bin measures its own frequency without interference</a:t>
            </a:r>
            <a:endParaRPr lang="en-US" sz="1150" dirty="0"/>
          </a:p>
        </p:txBody>
      </p:sp>
      <p:graphicFrame>
        <p:nvGraphicFramePr>
          <p:cNvPr id="12" name="Chart 0" descr=""/>
          <p:cNvGraphicFramePr/>
          <p:nvPr/>
        </p:nvGraphicFramePr>
        <p:xfrm>
          <a:off x="4846320" y="1024128"/>
          <a:ext cx="3840480" cy="278892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457200" y="3931920"/>
            <a:ext cx="8229600" cy="658368"/>
          </a:xfrm>
          <a:prstGeom prst="roundRect">
            <a:avLst>
              <a:gd name="adj" fmla="val 11111"/>
            </a:avLst>
          </a:prstGeom>
          <a:solidFill>
            <a:srgbClr val="FFF4D6"/>
          </a:solidFill>
          <a:ln w="12700">
            <a:solidFill>
              <a:srgbClr val="FFF4D6"/>
            </a:solidFill>
            <a:prstDash val="solid"/>
          </a:ln>
        </p:spPr>
      </p:sp>
      <p:sp>
        <p:nvSpPr>
          <p:cNvPr id="14" name="Shape 11"/>
          <p:cNvSpPr/>
          <p:nvPr/>
        </p:nvSpPr>
        <p:spPr>
          <a:xfrm>
            <a:off x="566928" y="4041648"/>
            <a:ext cx="237744" cy="237744"/>
          </a:xfrm>
          <a:prstGeom prst="ellipse">
            <a:avLst/>
          </a:prstGeom>
          <a:solidFill>
            <a:srgbClr val="FFB703"/>
          </a:solidFill>
          <a:ln w="12700">
            <a:solidFill>
              <a:srgbClr val="FFB703"/>
            </a:solidFill>
            <a:prstDash val="solid"/>
          </a:ln>
        </p:spPr>
      </p:sp>
      <p:sp>
        <p:nvSpPr>
          <p:cNvPr id="15" name="Text 12"/>
          <p:cNvSpPr txBox="1"/>
          <p:nvPr/>
        </p:nvSpPr>
        <p:spPr>
          <a:xfrm>
            <a:off x="566928" y="404164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6" name="Text 13"/>
          <p:cNvSpPr txBox="1"/>
          <p:nvPr/>
        </p:nvSpPr>
        <p:spPr>
          <a:xfrm>
            <a:off x="896112" y="4005072"/>
            <a:ext cx="7680960" cy="512064"/>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Orthogonality: Σₙ W_N^{(k−m)n} = N·δ[k−m]. This is the geometric series identity and the reason the inverse transform needs only a 1/N scale factor.</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The FFT: same answer, far fewer operations</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34</a:t>
            </a:r>
            <a:endParaRPr lang="en-US" sz="900" dirty="0"/>
          </a:p>
        </p:txBody>
      </p:sp>
      <p:sp>
        <p:nvSpPr>
          <p:cNvPr id="5" name="Shape 3"/>
          <p:cNvSpPr/>
          <p:nvPr/>
        </p:nvSpPr>
        <p:spPr>
          <a:xfrm>
            <a:off x="457200" y="1024128"/>
            <a:ext cx="4572000" cy="754380"/>
          </a:xfrm>
          <a:prstGeom prst="roundRect">
            <a:avLst>
              <a:gd name="adj" fmla="val 9697"/>
            </a:avLst>
          </a:prstGeom>
          <a:solidFill>
            <a:srgbClr val="EEF3F8"/>
          </a:solidFill>
          <a:ln w="12700">
            <a:solidFill>
              <a:srgbClr val="EEF3F8"/>
            </a:solidFill>
            <a:prstDash val="solid"/>
          </a:ln>
        </p:spPr>
      </p:sp>
      <p:sp>
        <p:nvSpPr>
          <p:cNvPr id="6" name="Text 4"/>
          <p:cNvSpPr txBox="1"/>
          <p:nvPr/>
        </p:nvSpPr>
        <p:spPr>
          <a:xfrm>
            <a:off x="594360" y="1024128"/>
            <a:ext cx="4297680" cy="49834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X[k] = E[k] + W_N^k · O[k]</a:t>
            </a:r>
            <a:endParaRPr lang="en-US" sz="1300" dirty="0"/>
          </a:p>
          <a:p>
            <a:pPr algn="ctr" indent="0" marL="0">
              <a:buNone/>
            </a:pPr>
            <a:r>
              <a:rPr lang="en-US" sz="1300" dirty="0">
                <a:solidFill>
                  <a:srgbClr val="0B1F3A"/>
                </a:solidFill>
                <a:latin typeface="Cambria" pitchFamily="34" charset="0"/>
                <a:ea typeface="Cambria" pitchFamily="34" charset="-122"/>
                <a:cs typeface="Cambria" pitchFamily="34" charset="-120"/>
              </a:rPr>
              <a:t>X[k + N/2] = E[k] − W_N^k · O[k]</a:t>
            </a:r>
            <a:endParaRPr lang="en-US" sz="1300" dirty="0"/>
          </a:p>
        </p:txBody>
      </p:sp>
      <p:sp>
        <p:nvSpPr>
          <p:cNvPr id="7" name="Text 5"/>
          <p:cNvSpPr txBox="1"/>
          <p:nvPr/>
        </p:nvSpPr>
        <p:spPr>
          <a:xfrm>
            <a:off x="594360" y="1476756"/>
            <a:ext cx="429768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Decimation in time: E = DFT of even samples, O = DFT of odd samples (each size N/2)</a:t>
            </a:r>
            <a:endParaRPr lang="en-US" sz="1000" dirty="0"/>
          </a:p>
        </p:txBody>
      </p:sp>
      <p:sp>
        <p:nvSpPr>
          <p:cNvPr id="8" name="Shape 6"/>
          <p:cNvSpPr/>
          <p:nvPr/>
        </p:nvSpPr>
        <p:spPr>
          <a:xfrm>
            <a:off x="457200" y="1869948"/>
            <a:ext cx="4572000" cy="754380"/>
          </a:xfrm>
          <a:prstGeom prst="roundRect">
            <a:avLst>
              <a:gd name="adj" fmla="val 9697"/>
            </a:avLst>
          </a:prstGeom>
          <a:solidFill>
            <a:srgbClr val="EEF3F8"/>
          </a:solidFill>
          <a:ln w="12700">
            <a:solidFill>
              <a:srgbClr val="EEF3F8"/>
            </a:solidFill>
            <a:prstDash val="solid"/>
          </a:ln>
        </p:spPr>
      </p:sp>
      <p:sp>
        <p:nvSpPr>
          <p:cNvPr id="9" name="Text 7"/>
          <p:cNvSpPr txBox="1"/>
          <p:nvPr/>
        </p:nvSpPr>
        <p:spPr>
          <a:xfrm>
            <a:off x="594360" y="1869948"/>
            <a:ext cx="4297680" cy="49834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Direct DFT: N² multiplies</a:t>
            </a:r>
            <a:endParaRPr lang="en-US" sz="1300" dirty="0"/>
          </a:p>
          <a:p>
            <a:pPr algn="ctr" indent="0" marL="0">
              <a:buNone/>
            </a:pPr>
            <a:r>
              <a:rPr lang="en-US" sz="1300" dirty="0">
                <a:solidFill>
                  <a:srgbClr val="0B1F3A"/>
                </a:solidFill>
                <a:latin typeface="Cambria" pitchFamily="34" charset="0"/>
                <a:ea typeface="Cambria" pitchFamily="34" charset="-122"/>
                <a:cs typeface="Cambria" pitchFamily="34" charset="-120"/>
              </a:rPr>
              <a:t>Radix-2 FFT: (N/2) · log₂N butterflies</a:t>
            </a:r>
            <a:endParaRPr lang="en-US" sz="1300" dirty="0"/>
          </a:p>
        </p:txBody>
      </p:sp>
      <p:sp>
        <p:nvSpPr>
          <p:cNvPr id="10" name="Text 8"/>
          <p:cNvSpPr txBox="1"/>
          <p:nvPr/>
        </p:nvSpPr>
        <p:spPr>
          <a:xfrm>
            <a:off x="594360" y="2322576"/>
            <a:ext cx="429768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Cooley–Tukey, 1965 (Gauss, 1805)</a:t>
            </a:r>
            <a:endParaRPr lang="en-US" sz="1000" dirty="0"/>
          </a:p>
        </p:txBody>
      </p:sp>
      <p:sp>
        <p:nvSpPr>
          <p:cNvPr id="11" name="Text 9"/>
          <p:cNvSpPr txBox="1"/>
          <p:nvPr/>
        </p:nvSpPr>
        <p:spPr>
          <a:xfrm>
            <a:off x="457200" y="2743200"/>
            <a:ext cx="4572000" cy="12801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Splitting into even and odd halves the work; do it recursively log₂N times</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The butterfly (right) is the whole algorithm: two inputs, one twiddle multiply, two outputs</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Chart: for N = 1024 the FFT needs 5,120 butterflies instead of 1,048,576 multiplies, a 200× saving</a:t>
            </a:r>
            <a:endParaRPr lang="en-US" sz="1150" dirty="0"/>
          </a:p>
        </p:txBody>
      </p:sp>
      <p:sp>
        <p:nvSpPr>
          <p:cNvPr id="12" name="Text 10"/>
          <p:cNvSpPr txBox="1"/>
          <p:nvPr/>
        </p:nvSpPr>
        <p:spPr>
          <a:xfrm>
            <a:off x="5303520" y="1005840"/>
            <a:ext cx="3383280" cy="22860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The butterfly</a:t>
            </a:r>
            <a:endParaRPr lang="en-US" sz="1100" dirty="0"/>
          </a:p>
        </p:txBody>
      </p:sp>
      <p:sp>
        <p:nvSpPr>
          <p:cNvPr id="13" name="Text 11"/>
          <p:cNvSpPr txBox="1"/>
          <p:nvPr/>
        </p:nvSpPr>
        <p:spPr>
          <a:xfrm>
            <a:off x="5303520" y="1435608"/>
            <a:ext cx="411480" cy="27432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a</a:t>
            </a:r>
            <a:endParaRPr lang="en-US" sz="1400" dirty="0"/>
          </a:p>
        </p:txBody>
      </p:sp>
      <p:sp>
        <p:nvSpPr>
          <p:cNvPr id="14" name="Text 12"/>
          <p:cNvSpPr txBox="1"/>
          <p:nvPr/>
        </p:nvSpPr>
        <p:spPr>
          <a:xfrm>
            <a:off x="5303520" y="1938528"/>
            <a:ext cx="411480" cy="27432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b</a:t>
            </a:r>
            <a:endParaRPr lang="en-US" sz="1400" dirty="0"/>
          </a:p>
        </p:txBody>
      </p:sp>
      <p:sp>
        <p:nvSpPr>
          <p:cNvPr id="15" name="Shape 13"/>
          <p:cNvSpPr/>
          <p:nvPr/>
        </p:nvSpPr>
        <p:spPr>
          <a:xfrm>
            <a:off x="5760720" y="2075688"/>
            <a:ext cx="338328" cy="0"/>
          </a:xfrm>
          <a:prstGeom prst="line">
            <a:avLst/>
          </a:prstGeom>
          <a:noFill/>
          <a:ln w="19050">
            <a:solidFill>
              <a:srgbClr val="0B1F3A"/>
            </a:solidFill>
            <a:prstDash val="solid"/>
          </a:ln>
        </p:spPr>
      </p:sp>
      <p:sp>
        <p:nvSpPr>
          <p:cNvPr id="16" name="Shape 14"/>
          <p:cNvSpPr/>
          <p:nvPr/>
        </p:nvSpPr>
        <p:spPr>
          <a:xfrm>
            <a:off x="6099048" y="1911096"/>
            <a:ext cx="329184" cy="329184"/>
          </a:xfrm>
          <a:prstGeom prst="ellipse">
            <a:avLst/>
          </a:prstGeom>
          <a:solidFill>
            <a:srgbClr val="FFB703"/>
          </a:solidFill>
          <a:ln w="12700">
            <a:solidFill>
              <a:srgbClr val="FFB703"/>
            </a:solidFill>
            <a:prstDash val="solid"/>
          </a:ln>
        </p:spPr>
      </p:sp>
      <p:sp>
        <p:nvSpPr>
          <p:cNvPr id="17" name="Text 15"/>
          <p:cNvSpPr txBox="1"/>
          <p:nvPr/>
        </p:nvSpPr>
        <p:spPr>
          <a:xfrm>
            <a:off x="6099048" y="1911096"/>
            <a:ext cx="329184" cy="329184"/>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W</a:t>
            </a:r>
            <a:endParaRPr lang="en-US" sz="1100" dirty="0"/>
          </a:p>
        </p:txBody>
      </p:sp>
      <p:sp>
        <p:nvSpPr>
          <p:cNvPr id="18" name="Shape 16"/>
          <p:cNvSpPr/>
          <p:nvPr/>
        </p:nvSpPr>
        <p:spPr>
          <a:xfrm>
            <a:off x="5760720" y="1572768"/>
            <a:ext cx="2103120" cy="0"/>
          </a:xfrm>
          <a:prstGeom prst="line">
            <a:avLst/>
          </a:prstGeom>
          <a:noFill/>
          <a:ln w="19050">
            <a:solidFill>
              <a:srgbClr val="0B1F3A"/>
            </a:solidFill>
            <a:prstDash val="solid"/>
            <a:tailEnd type="triangle"/>
          </a:ln>
        </p:spPr>
      </p:sp>
      <p:sp>
        <p:nvSpPr>
          <p:cNvPr id="19" name="Shape 17"/>
          <p:cNvSpPr/>
          <p:nvPr/>
        </p:nvSpPr>
        <p:spPr>
          <a:xfrm>
            <a:off x="6428232" y="2075688"/>
            <a:ext cx="1435608" cy="0"/>
          </a:xfrm>
          <a:prstGeom prst="line">
            <a:avLst/>
          </a:prstGeom>
          <a:noFill/>
          <a:ln w="19050">
            <a:solidFill>
              <a:srgbClr val="0B1F3A"/>
            </a:solidFill>
            <a:prstDash val="solid"/>
            <a:tailEnd type="triangle"/>
          </a:ln>
        </p:spPr>
      </p:sp>
      <p:sp>
        <p:nvSpPr>
          <p:cNvPr id="20" name="Shape 18"/>
          <p:cNvSpPr/>
          <p:nvPr/>
        </p:nvSpPr>
        <p:spPr>
          <a:xfrm flipV="1">
            <a:off x="6428232" y="1572768"/>
            <a:ext cx="1435608" cy="502920"/>
          </a:xfrm>
          <a:prstGeom prst="line">
            <a:avLst/>
          </a:prstGeom>
          <a:noFill/>
          <a:ln w="19050">
            <a:solidFill>
              <a:srgbClr val="2EC4B6"/>
            </a:solidFill>
            <a:prstDash val="solid"/>
            <a:tailEnd type="triangle"/>
          </a:ln>
        </p:spPr>
      </p:sp>
      <p:sp>
        <p:nvSpPr>
          <p:cNvPr id="21" name="Shape 19"/>
          <p:cNvSpPr/>
          <p:nvPr/>
        </p:nvSpPr>
        <p:spPr>
          <a:xfrm>
            <a:off x="5760720" y="1572768"/>
            <a:ext cx="2103120" cy="502920"/>
          </a:xfrm>
          <a:prstGeom prst="line">
            <a:avLst/>
          </a:prstGeom>
          <a:noFill/>
          <a:ln w="19050">
            <a:solidFill>
              <a:srgbClr val="E76F51"/>
            </a:solidFill>
            <a:prstDash val="solid"/>
            <a:tailEnd type="triangle"/>
          </a:ln>
        </p:spPr>
      </p:sp>
      <p:sp>
        <p:nvSpPr>
          <p:cNvPr id="22" name="Shape 20"/>
          <p:cNvSpPr/>
          <p:nvPr/>
        </p:nvSpPr>
        <p:spPr>
          <a:xfrm>
            <a:off x="7818120" y="1527048"/>
            <a:ext cx="91440" cy="91440"/>
          </a:xfrm>
          <a:prstGeom prst="ellipse">
            <a:avLst/>
          </a:prstGeom>
          <a:solidFill>
            <a:srgbClr val="0B1F3A"/>
          </a:solidFill>
          <a:ln w="12700">
            <a:solidFill>
              <a:srgbClr val="0B1F3A"/>
            </a:solidFill>
            <a:prstDash val="solid"/>
          </a:ln>
        </p:spPr>
      </p:sp>
      <p:sp>
        <p:nvSpPr>
          <p:cNvPr id="23" name="Shape 21"/>
          <p:cNvSpPr/>
          <p:nvPr/>
        </p:nvSpPr>
        <p:spPr>
          <a:xfrm>
            <a:off x="7818120" y="2029968"/>
            <a:ext cx="91440" cy="91440"/>
          </a:xfrm>
          <a:prstGeom prst="ellipse">
            <a:avLst/>
          </a:prstGeom>
          <a:solidFill>
            <a:srgbClr val="0B1F3A"/>
          </a:solidFill>
          <a:ln w="12700">
            <a:solidFill>
              <a:srgbClr val="0B1F3A"/>
            </a:solidFill>
            <a:prstDash val="solid"/>
          </a:ln>
        </p:spPr>
      </p:sp>
      <p:sp>
        <p:nvSpPr>
          <p:cNvPr id="24" name="Text 22"/>
          <p:cNvSpPr txBox="1"/>
          <p:nvPr/>
        </p:nvSpPr>
        <p:spPr>
          <a:xfrm>
            <a:off x="7936992" y="1435608"/>
            <a:ext cx="777240" cy="274320"/>
          </a:xfrm>
          <a:prstGeom prst="rect">
            <a:avLst/>
          </a:prstGeom>
          <a:noFill/>
          <a:ln/>
        </p:spPr>
        <p:txBody>
          <a:bodyPr wrap="square" lIns="0" tIns="0" rIns="0" bIns="0" rtlCol="0" anchor="ctr"/>
          <a:lstStyle/>
          <a:p>
            <a:pPr algn="l" indent="0" marL="0">
              <a:buNone/>
            </a:pPr>
            <a:r>
              <a:rPr lang="en-US" sz="1300" b="1" dirty="0">
                <a:solidFill>
                  <a:srgbClr val="0B1F3A"/>
                </a:solidFill>
                <a:latin typeface="Cambria" pitchFamily="34" charset="0"/>
                <a:ea typeface="Cambria" pitchFamily="34" charset="-122"/>
                <a:cs typeface="Cambria" pitchFamily="34" charset="-120"/>
              </a:rPr>
              <a:t>a + W·b</a:t>
            </a:r>
            <a:endParaRPr lang="en-US" sz="1300" dirty="0"/>
          </a:p>
        </p:txBody>
      </p:sp>
      <p:sp>
        <p:nvSpPr>
          <p:cNvPr id="25" name="Text 23"/>
          <p:cNvSpPr txBox="1"/>
          <p:nvPr/>
        </p:nvSpPr>
        <p:spPr>
          <a:xfrm>
            <a:off x="7936992" y="1938528"/>
            <a:ext cx="777240" cy="274320"/>
          </a:xfrm>
          <a:prstGeom prst="rect">
            <a:avLst/>
          </a:prstGeom>
          <a:noFill/>
          <a:ln/>
        </p:spPr>
        <p:txBody>
          <a:bodyPr wrap="square" lIns="0" tIns="0" rIns="0" bIns="0" rtlCol="0" anchor="ctr"/>
          <a:lstStyle/>
          <a:p>
            <a:pPr algn="l" indent="0" marL="0">
              <a:buNone/>
            </a:pPr>
            <a:r>
              <a:rPr lang="en-US" sz="1300" b="1" dirty="0">
                <a:solidFill>
                  <a:srgbClr val="0B1F3A"/>
                </a:solidFill>
                <a:latin typeface="Cambria" pitchFamily="34" charset="0"/>
                <a:ea typeface="Cambria" pitchFamily="34" charset="-122"/>
                <a:cs typeface="Cambria" pitchFamily="34" charset="-120"/>
              </a:rPr>
              <a:t>a − W·b</a:t>
            </a:r>
            <a:endParaRPr lang="en-US" sz="1300" dirty="0"/>
          </a:p>
        </p:txBody>
      </p:sp>
      <p:sp>
        <p:nvSpPr>
          <p:cNvPr id="26" name="Text 24"/>
          <p:cNvSpPr txBox="1"/>
          <p:nvPr/>
        </p:nvSpPr>
        <p:spPr>
          <a:xfrm>
            <a:off x="7040880" y="1691640"/>
            <a:ext cx="365760" cy="228600"/>
          </a:xfrm>
          <a:prstGeom prst="rect">
            <a:avLst/>
          </a:prstGeom>
          <a:noFill/>
          <a:ln/>
        </p:spPr>
        <p:txBody>
          <a:bodyPr wrap="square" lIns="0" tIns="0" rIns="0" bIns="0" rtlCol="0" anchor="ctr"/>
          <a:lstStyle/>
          <a:p>
            <a:pPr algn="ctr" indent="0" marL="0">
              <a:buNone/>
            </a:pPr>
            <a:r>
              <a:rPr lang="en-US" sz="900" b="1" dirty="0">
                <a:solidFill>
                  <a:srgbClr val="E76F51"/>
                </a:solidFill>
                <a:latin typeface="Cambria" pitchFamily="34" charset="0"/>
                <a:ea typeface="Cambria" pitchFamily="34" charset="-122"/>
                <a:cs typeface="Cambria" pitchFamily="34" charset="-120"/>
              </a:rPr>
              <a:t>−1</a:t>
            </a:r>
            <a:endParaRPr lang="en-US" sz="900" dirty="0"/>
          </a:p>
        </p:txBody>
      </p:sp>
      <p:sp>
        <p:nvSpPr>
          <p:cNvPr id="27" name="Text 25"/>
          <p:cNvSpPr txBox="1"/>
          <p:nvPr/>
        </p:nvSpPr>
        <p:spPr>
          <a:xfrm>
            <a:off x="5303520" y="2377440"/>
            <a:ext cx="3383280" cy="228600"/>
          </a:xfrm>
          <a:prstGeom prst="rect">
            <a:avLst/>
          </a:prstGeom>
          <a:noFill/>
          <a:ln/>
        </p:spPr>
        <p:txBody>
          <a:bodyPr wrap="square" lIns="0" tIns="0" rIns="0" bIns="0" rtlCol="0" anchor="ctr"/>
          <a:lstStyle/>
          <a:p>
            <a:pPr algn="ctr" indent="0" marL="0">
              <a:buNone/>
            </a:pPr>
            <a:r>
              <a:rPr lang="en-US" sz="900" i="1" dirty="0">
                <a:solidFill>
                  <a:srgbClr val="5B6B7F"/>
                </a:solidFill>
                <a:latin typeface="Calibri" pitchFamily="34" charset="0"/>
                <a:ea typeface="Calibri" pitchFamily="34" charset="-122"/>
                <a:cs typeface="Calibri" pitchFamily="34" charset="-120"/>
              </a:rPr>
              <a:t>one complex multiply, two adds</a:t>
            </a:r>
            <a:endParaRPr lang="en-US" sz="900" dirty="0"/>
          </a:p>
        </p:txBody>
      </p:sp>
      <p:graphicFrame>
        <p:nvGraphicFramePr>
          <p:cNvPr id="28" name="Chart 0" descr=""/>
          <p:cNvGraphicFramePr/>
          <p:nvPr/>
        </p:nvGraphicFramePr>
        <p:xfrm>
          <a:off x="5303520" y="2606040"/>
          <a:ext cx="3383280" cy="169164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5303520" y="4315968"/>
            <a:ext cx="3383280" cy="27432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The saving grows with N: at 1024 points the FFT is 205× cheaper.</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8-point FFT, step by step</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35</a:t>
            </a:r>
            <a:endParaRPr lang="en-US" sz="900" dirty="0"/>
          </a:p>
        </p:txBody>
      </p:sp>
      <p:sp>
        <p:nvSpPr>
          <p:cNvPr id="5" name="Text 3"/>
          <p:cNvSpPr txBox="1"/>
          <p:nvPr/>
        </p:nvSpPr>
        <p:spPr>
          <a:xfrm>
            <a:off x="548640" y="1420178"/>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x[0]</a:t>
            </a:r>
            <a:endParaRPr lang="en-US" sz="1000" dirty="0"/>
          </a:p>
        </p:txBody>
      </p:sp>
      <p:sp>
        <p:nvSpPr>
          <p:cNvPr id="6" name="Text 4"/>
          <p:cNvSpPr txBox="1"/>
          <p:nvPr/>
        </p:nvSpPr>
        <p:spPr>
          <a:xfrm>
            <a:off x="548640" y="1700213"/>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x[4]</a:t>
            </a:r>
            <a:endParaRPr lang="en-US" sz="1000" dirty="0"/>
          </a:p>
        </p:txBody>
      </p:sp>
      <p:sp>
        <p:nvSpPr>
          <p:cNvPr id="7" name="Text 5"/>
          <p:cNvSpPr txBox="1"/>
          <p:nvPr/>
        </p:nvSpPr>
        <p:spPr>
          <a:xfrm>
            <a:off x="548640" y="1980248"/>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x[2]</a:t>
            </a:r>
            <a:endParaRPr lang="en-US" sz="1000" dirty="0"/>
          </a:p>
        </p:txBody>
      </p:sp>
      <p:sp>
        <p:nvSpPr>
          <p:cNvPr id="8" name="Text 6"/>
          <p:cNvSpPr txBox="1"/>
          <p:nvPr/>
        </p:nvSpPr>
        <p:spPr>
          <a:xfrm>
            <a:off x="548640" y="2260283"/>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x[6]</a:t>
            </a:r>
            <a:endParaRPr lang="en-US" sz="1000" dirty="0"/>
          </a:p>
        </p:txBody>
      </p:sp>
      <p:sp>
        <p:nvSpPr>
          <p:cNvPr id="9" name="Text 7"/>
          <p:cNvSpPr txBox="1"/>
          <p:nvPr/>
        </p:nvSpPr>
        <p:spPr>
          <a:xfrm>
            <a:off x="548640" y="2540318"/>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x[1]</a:t>
            </a:r>
            <a:endParaRPr lang="en-US" sz="1000" dirty="0"/>
          </a:p>
        </p:txBody>
      </p:sp>
      <p:sp>
        <p:nvSpPr>
          <p:cNvPr id="10" name="Text 8"/>
          <p:cNvSpPr txBox="1"/>
          <p:nvPr/>
        </p:nvSpPr>
        <p:spPr>
          <a:xfrm>
            <a:off x="548640" y="2820353"/>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x[5]</a:t>
            </a:r>
            <a:endParaRPr lang="en-US" sz="1000" dirty="0"/>
          </a:p>
        </p:txBody>
      </p:sp>
      <p:sp>
        <p:nvSpPr>
          <p:cNvPr id="11" name="Text 9"/>
          <p:cNvSpPr txBox="1"/>
          <p:nvPr/>
        </p:nvSpPr>
        <p:spPr>
          <a:xfrm>
            <a:off x="548640" y="3100388"/>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x[3]</a:t>
            </a:r>
            <a:endParaRPr lang="en-US" sz="1000" dirty="0"/>
          </a:p>
        </p:txBody>
      </p:sp>
      <p:sp>
        <p:nvSpPr>
          <p:cNvPr id="12" name="Text 10"/>
          <p:cNvSpPr txBox="1"/>
          <p:nvPr/>
        </p:nvSpPr>
        <p:spPr>
          <a:xfrm>
            <a:off x="548640" y="3380423"/>
            <a:ext cx="731520" cy="219456"/>
          </a:xfrm>
          <a:prstGeom prst="rect">
            <a:avLst/>
          </a:prstGeom>
          <a:noFill/>
          <a:ln/>
        </p:spPr>
        <p:txBody>
          <a:bodyPr wrap="square" lIns="0" tIns="0" rIns="0" bIns="0" rtlCol="0" anchor="ctr"/>
          <a:lstStyle/>
          <a:p>
            <a:pPr algn="r" indent="0" marL="0">
              <a:buNone/>
            </a:pPr>
            <a:r>
              <a:rPr lang="en-US" sz="1000" b="1" dirty="0">
                <a:solidFill>
                  <a:srgbClr val="0B1F3A"/>
                </a:solidFill>
                <a:latin typeface="Cambria" pitchFamily="34" charset="0"/>
                <a:ea typeface="Cambria" pitchFamily="34" charset="-122"/>
                <a:cs typeface="Cambria" pitchFamily="34" charset="-120"/>
              </a:rPr>
              <a:t>x[7]</a:t>
            </a:r>
            <a:endParaRPr lang="en-US" sz="1000" dirty="0"/>
          </a:p>
        </p:txBody>
      </p:sp>
      <p:sp>
        <p:nvSpPr>
          <p:cNvPr id="13" name="Text 11"/>
          <p:cNvSpPr txBox="1"/>
          <p:nvPr/>
        </p:nvSpPr>
        <p:spPr>
          <a:xfrm>
            <a:off x="7863840" y="1420178"/>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X[0]</a:t>
            </a:r>
            <a:endParaRPr lang="en-US" sz="1000" dirty="0"/>
          </a:p>
        </p:txBody>
      </p:sp>
      <p:sp>
        <p:nvSpPr>
          <p:cNvPr id="14" name="Text 12"/>
          <p:cNvSpPr txBox="1"/>
          <p:nvPr/>
        </p:nvSpPr>
        <p:spPr>
          <a:xfrm>
            <a:off x="7863840" y="1700213"/>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X[1]</a:t>
            </a:r>
            <a:endParaRPr lang="en-US" sz="1000" dirty="0"/>
          </a:p>
        </p:txBody>
      </p:sp>
      <p:sp>
        <p:nvSpPr>
          <p:cNvPr id="15" name="Text 13"/>
          <p:cNvSpPr txBox="1"/>
          <p:nvPr/>
        </p:nvSpPr>
        <p:spPr>
          <a:xfrm>
            <a:off x="7863840" y="1980248"/>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X[2]</a:t>
            </a:r>
            <a:endParaRPr lang="en-US" sz="1000" dirty="0"/>
          </a:p>
        </p:txBody>
      </p:sp>
      <p:sp>
        <p:nvSpPr>
          <p:cNvPr id="16" name="Text 14"/>
          <p:cNvSpPr txBox="1"/>
          <p:nvPr/>
        </p:nvSpPr>
        <p:spPr>
          <a:xfrm>
            <a:off x="7863840" y="2260283"/>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X[3]</a:t>
            </a:r>
            <a:endParaRPr lang="en-US" sz="1000" dirty="0"/>
          </a:p>
        </p:txBody>
      </p:sp>
      <p:sp>
        <p:nvSpPr>
          <p:cNvPr id="17" name="Text 15"/>
          <p:cNvSpPr txBox="1"/>
          <p:nvPr/>
        </p:nvSpPr>
        <p:spPr>
          <a:xfrm>
            <a:off x="7863840" y="2540318"/>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X[4]</a:t>
            </a:r>
            <a:endParaRPr lang="en-US" sz="1000" dirty="0"/>
          </a:p>
        </p:txBody>
      </p:sp>
      <p:sp>
        <p:nvSpPr>
          <p:cNvPr id="18" name="Text 16"/>
          <p:cNvSpPr txBox="1"/>
          <p:nvPr/>
        </p:nvSpPr>
        <p:spPr>
          <a:xfrm>
            <a:off x="7863840" y="2820353"/>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X[5]</a:t>
            </a:r>
            <a:endParaRPr lang="en-US" sz="1000" dirty="0"/>
          </a:p>
        </p:txBody>
      </p:sp>
      <p:sp>
        <p:nvSpPr>
          <p:cNvPr id="19" name="Text 17"/>
          <p:cNvSpPr txBox="1"/>
          <p:nvPr/>
        </p:nvSpPr>
        <p:spPr>
          <a:xfrm>
            <a:off x="7863840" y="3100388"/>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X[6]</a:t>
            </a:r>
            <a:endParaRPr lang="en-US" sz="1000" dirty="0"/>
          </a:p>
        </p:txBody>
      </p:sp>
      <p:sp>
        <p:nvSpPr>
          <p:cNvPr id="20" name="Text 18"/>
          <p:cNvSpPr txBox="1"/>
          <p:nvPr/>
        </p:nvSpPr>
        <p:spPr>
          <a:xfrm>
            <a:off x="7863840" y="3380423"/>
            <a:ext cx="731520" cy="219456"/>
          </a:xfrm>
          <a:prstGeom prst="rect">
            <a:avLst/>
          </a:prstGeom>
          <a:noFill/>
          <a:ln/>
        </p:spPr>
        <p:txBody>
          <a:bodyPr wrap="square" lIns="0" tIns="0" rIns="0" bIns="0" rtlCol="0" anchor="ctr"/>
          <a:lstStyle/>
          <a:p>
            <a:pPr algn="l" indent="0" marL="0">
              <a:buNone/>
            </a:pPr>
            <a:r>
              <a:rPr lang="en-US" sz="1000" b="1" dirty="0">
                <a:solidFill>
                  <a:srgbClr val="0B1F3A"/>
                </a:solidFill>
                <a:latin typeface="Cambria" pitchFamily="34" charset="0"/>
                <a:ea typeface="Cambria" pitchFamily="34" charset="-122"/>
                <a:cs typeface="Cambria" pitchFamily="34" charset="-120"/>
              </a:rPr>
              <a:t>X[7]</a:t>
            </a:r>
            <a:endParaRPr lang="en-US" sz="1000" dirty="0"/>
          </a:p>
        </p:txBody>
      </p:sp>
      <p:sp>
        <p:nvSpPr>
          <p:cNvPr id="21" name="Shape 19"/>
          <p:cNvSpPr/>
          <p:nvPr/>
        </p:nvSpPr>
        <p:spPr>
          <a:xfrm>
            <a:off x="1325880" y="1529906"/>
            <a:ext cx="6492240" cy="0"/>
          </a:xfrm>
          <a:prstGeom prst="line">
            <a:avLst/>
          </a:prstGeom>
          <a:noFill/>
          <a:ln w="12700">
            <a:solidFill>
              <a:srgbClr val="D9E1EA"/>
            </a:solidFill>
            <a:prstDash val="solid"/>
          </a:ln>
        </p:spPr>
      </p:sp>
      <p:sp>
        <p:nvSpPr>
          <p:cNvPr id="22" name="Shape 20"/>
          <p:cNvSpPr/>
          <p:nvPr/>
        </p:nvSpPr>
        <p:spPr>
          <a:xfrm>
            <a:off x="1325880" y="1809941"/>
            <a:ext cx="6492240" cy="0"/>
          </a:xfrm>
          <a:prstGeom prst="line">
            <a:avLst/>
          </a:prstGeom>
          <a:noFill/>
          <a:ln w="12700">
            <a:solidFill>
              <a:srgbClr val="D9E1EA"/>
            </a:solidFill>
            <a:prstDash val="solid"/>
          </a:ln>
        </p:spPr>
      </p:sp>
      <p:sp>
        <p:nvSpPr>
          <p:cNvPr id="23" name="Shape 21"/>
          <p:cNvSpPr/>
          <p:nvPr/>
        </p:nvSpPr>
        <p:spPr>
          <a:xfrm>
            <a:off x="1325880" y="2089976"/>
            <a:ext cx="6492240" cy="0"/>
          </a:xfrm>
          <a:prstGeom prst="line">
            <a:avLst/>
          </a:prstGeom>
          <a:noFill/>
          <a:ln w="12700">
            <a:solidFill>
              <a:srgbClr val="D9E1EA"/>
            </a:solidFill>
            <a:prstDash val="solid"/>
          </a:ln>
        </p:spPr>
      </p:sp>
      <p:sp>
        <p:nvSpPr>
          <p:cNvPr id="24" name="Shape 22"/>
          <p:cNvSpPr/>
          <p:nvPr/>
        </p:nvSpPr>
        <p:spPr>
          <a:xfrm>
            <a:off x="1325880" y="2370011"/>
            <a:ext cx="6492240" cy="0"/>
          </a:xfrm>
          <a:prstGeom prst="line">
            <a:avLst/>
          </a:prstGeom>
          <a:noFill/>
          <a:ln w="12700">
            <a:solidFill>
              <a:srgbClr val="D9E1EA"/>
            </a:solidFill>
            <a:prstDash val="solid"/>
          </a:ln>
        </p:spPr>
      </p:sp>
      <p:sp>
        <p:nvSpPr>
          <p:cNvPr id="25" name="Shape 23"/>
          <p:cNvSpPr/>
          <p:nvPr/>
        </p:nvSpPr>
        <p:spPr>
          <a:xfrm>
            <a:off x="1325880" y="2650046"/>
            <a:ext cx="6492240" cy="0"/>
          </a:xfrm>
          <a:prstGeom prst="line">
            <a:avLst/>
          </a:prstGeom>
          <a:noFill/>
          <a:ln w="12700">
            <a:solidFill>
              <a:srgbClr val="D9E1EA"/>
            </a:solidFill>
            <a:prstDash val="solid"/>
          </a:ln>
        </p:spPr>
      </p:sp>
      <p:sp>
        <p:nvSpPr>
          <p:cNvPr id="26" name="Shape 24"/>
          <p:cNvSpPr/>
          <p:nvPr/>
        </p:nvSpPr>
        <p:spPr>
          <a:xfrm>
            <a:off x="1325880" y="2930081"/>
            <a:ext cx="6492240" cy="0"/>
          </a:xfrm>
          <a:prstGeom prst="line">
            <a:avLst/>
          </a:prstGeom>
          <a:noFill/>
          <a:ln w="12700">
            <a:solidFill>
              <a:srgbClr val="D9E1EA"/>
            </a:solidFill>
            <a:prstDash val="solid"/>
          </a:ln>
        </p:spPr>
      </p:sp>
      <p:sp>
        <p:nvSpPr>
          <p:cNvPr id="27" name="Shape 25"/>
          <p:cNvSpPr/>
          <p:nvPr/>
        </p:nvSpPr>
        <p:spPr>
          <a:xfrm>
            <a:off x="1325880" y="3210116"/>
            <a:ext cx="6492240" cy="0"/>
          </a:xfrm>
          <a:prstGeom prst="line">
            <a:avLst/>
          </a:prstGeom>
          <a:noFill/>
          <a:ln w="12700">
            <a:solidFill>
              <a:srgbClr val="D9E1EA"/>
            </a:solidFill>
            <a:prstDash val="solid"/>
          </a:ln>
        </p:spPr>
      </p:sp>
      <p:sp>
        <p:nvSpPr>
          <p:cNvPr id="28" name="Shape 26"/>
          <p:cNvSpPr/>
          <p:nvPr/>
        </p:nvSpPr>
        <p:spPr>
          <a:xfrm>
            <a:off x="1325880" y="3490151"/>
            <a:ext cx="6492240" cy="0"/>
          </a:xfrm>
          <a:prstGeom prst="line">
            <a:avLst/>
          </a:prstGeom>
          <a:noFill/>
          <a:ln w="12700">
            <a:solidFill>
              <a:srgbClr val="D9E1EA"/>
            </a:solidFill>
            <a:prstDash val="solid"/>
          </a:ln>
        </p:spPr>
      </p:sp>
      <p:sp>
        <p:nvSpPr>
          <p:cNvPr id="29" name="Shape 27"/>
          <p:cNvSpPr/>
          <p:nvPr/>
        </p:nvSpPr>
        <p:spPr>
          <a:xfrm>
            <a:off x="1325880" y="1529906"/>
            <a:ext cx="2164080" cy="0"/>
          </a:xfrm>
          <a:prstGeom prst="line">
            <a:avLst/>
          </a:prstGeom>
          <a:noFill/>
          <a:ln w="15875">
            <a:solidFill>
              <a:srgbClr val="0B1F3A"/>
            </a:solidFill>
            <a:prstDash val="solid"/>
          </a:ln>
        </p:spPr>
      </p:sp>
      <p:sp>
        <p:nvSpPr>
          <p:cNvPr id="30" name="Shape 28"/>
          <p:cNvSpPr/>
          <p:nvPr/>
        </p:nvSpPr>
        <p:spPr>
          <a:xfrm>
            <a:off x="1325880" y="1809941"/>
            <a:ext cx="2164080" cy="0"/>
          </a:xfrm>
          <a:prstGeom prst="line">
            <a:avLst/>
          </a:prstGeom>
          <a:noFill/>
          <a:ln w="15875">
            <a:solidFill>
              <a:srgbClr val="0B1F3A"/>
            </a:solidFill>
            <a:prstDash val="solid"/>
          </a:ln>
        </p:spPr>
      </p:sp>
      <p:sp>
        <p:nvSpPr>
          <p:cNvPr id="31" name="Shape 29"/>
          <p:cNvSpPr/>
          <p:nvPr/>
        </p:nvSpPr>
        <p:spPr>
          <a:xfrm>
            <a:off x="1325880" y="1529906"/>
            <a:ext cx="2164080" cy="280035"/>
          </a:xfrm>
          <a:prstGeom prst="line">
            <a:avLst/>
          </a:prstGeom>
          <a:noFill/>
          <a:ln w="15875">
            <a:solidFill>
              <a:srgbClr val="2EC4B6"/>
            </a:solidFill>
            <a:prstDash val="solid"/>
          </a:ln>
        </p:spPr>
      </p:sp>
      <p:sp>
        <p:nvSpPr>
          <p:cNvPr id="32" name="Shape 30"/>
          <p:cNvSpPr/>
          <p:nvPr/>
        </p:nvSpPr>
        <p:spPr>
          <a:xfrm flipV="1">
            <a:off x="1325880" y="1529906"/>
            <a:ext cx="2164080" cy="280035"/>
          </a:xfrm>
          <a:prstGeom prst="line">
            <a:avLst/>
          </a:prstGeom>
          <a:noFill/>
          <a:ln w="15875">
            <a:solidFill>
              <a:srgbClr val="2EC4B6"/>
            </a:solidFill>
            <a:prstDash val="solid"/>
          </a:ln>
        </p:spPr>
      </p:sp>
      <p:sp>
        <p:nvSpPr>
          <p:cNvPr id="33" name="Shape 31"/>
          <p:cNvSpPr/>
          <p:nvPr/>
        </p:nvSpPr>
        <p:spPr>
          <a:xfrm>
            <a:off x="3457956" y="1497902"/>
            <a:ext cx="64008" cy="64008"/>
          </a:xfrm>
          <a:prstGeom prst="ellipse">
            <a:avLst/>
          </a:prstGeom>
          <a:solidFill>
            <a:srgbClr val="0B1F3A"/>
          </a:solidFill>
          <a:ln w="12700">
            <a:solidFill>
              <a:srgbClr val="0B1F3A"/>
            </a:solidFill>
            <a:prstDash val="solid"/>
          </a:ln>
        </p:spPr>
      </p:sp>
      <p:sp>
        <p:nvSpPr>
          <p:cNvPr id="34" name="Shape 32"/>
          <p:cNvSpPr/>
          <p:nvPr/>
        </p:nvSpPr>
        <p:spPr>
          <a:xfrm>
            <a:off x="3457956" y="1777937"/>
            <a:ext cx="64008" cy="64008"/>
          </a:xfrm>
          <a:prstGeom prst="ellipse">
            <a:avLst/>
          </a:prstGeom>
          <a:solidFill>
            <a:srgbClr val="0B1F3A"/>
          </a:solidFill>
          <a:ln w="12700">
            <a:solidFill>
              <a:srgbClr val="0B1F3A"/>
            </a:solidFill>
            <a:prstDash val="solid"/>
          </a:ln>
        </p:spPr>
      </p:sp>
      <p:sp>
        <p:nvSpPr>
          <p:cNvPr id="35" name="Text 33"/>
          <p:cNvSpPr txBox="1"/>
          <p:nvPr/>
        </p:nvSpPr>
        <p:spPr>
          <a:xfrm>
            <a:off x="1344168" y="1608773"/>
            <a:ext cx="365760" cy="182880"/>
          </a:xfrm>
          <a:prstGeom prst="rect">
            <a:avLst/>
          </a:prstGeom>
          <a:noFill/>
          <a:ln/>
        </p:spPr>
        <p:txBody>
          <a:bodyPr wrap="square" lIns="0" tIns="0" rIns="0" bIns="0" rtlCol="0" anchor="ctr"/>
          <a:lstStyle/>
          <a:p>
            <a:pPr algn="l" indent="0" marL="0">
              <a:buNone/>
            </a:pPr>
            <a:r>
              <a:rPr lang="en-US" sz="800" b="1" dirty="0">
                <a:solidFill>
                  <a:srgbClr val="2EC4B6"/>
                </a:solidFill>
                <a:latin typeface="Cambria" pitchFamily="34" charset="0"/>
                <a:ea typeface="Cambria" pitchFamily="34" charset="-122"/>
                <a:cs typeface="Cambria" pitchFamily="34" charset="-120"/>
              </a:rPr>
              <a:t>W₂⁰</a:t>
            </a:r>
            <a:endParaRPr lang="en-US" sz="800" dirty="0"/>
          </a:p>
        </p:txBody>
      </p:sp>
      <p:sp>
        <p:nvSpPr>
          <p:cNvPr id="36" name="Shape 34"/>
          <p:cNvSpPr/>
          <p:nvPr/>
        </p:nvSpPr>
        <p:spPr>
          <a:xfrm>
            <a:off x="1325880" y="2089976"/>
            <a:ext cx="2164080" cy="0"/>
          </a:xfrm>
          <a:prstGeom prst="line">
            <a:avLst/>
          </a:prstGeom>
          <a:noFill/>
          <a:ln w="15875">
            <a:solidFill>
              <a:srgbClr val="0B1F3A"/>
            </a:solidFill>
            <a:prstDash val="solid"/>
          </a:ln>
        </p:spPr>
      </p:sp>
      <p:sp>
        <p:nvSpPr>
          <p:cNvPr id="37" name="Shape 35"/>
          <p:cNvSpPr/>
          <p:nvPr/>
        </p:nvSpPr>
        <p:spPr>
          <a:xfrm>
            <a:off x="1325880" y="2370011"/>
            <a:ext cx="2164080" cy="0"/>
          </a:xfrm>
          <a:prstGeom prst="line">
            <a:avLst/>
          </a:prstGeom>
          <a:noFill/>
          <a:ln w="15875">
            <a:solidFill>
              <a:srgbClr val="0B1F3A"/>
            </a:solidFill>
            <a:prstDash val="solid"/>
          </a:ln>
        </p:spPr>
      </p:sp>
      <p:sp>
        <p:nvSpPr>
          <p:cNvPr id="38" name="Shape 36"/>
          <p:cNvSpPr/>
          <p:nvPr/>
        </p:nvSpPr>
        <p:spPr>
          <a:xfrm>
            <a:off x="1325880" y="2089976"/>
            <a:ext cx="2164080" cy="280035"/>
          </a:xfrm>
          <a:prstGeom prst="line">
            <a:avLst/>
          </a:prstGeom>
          <a:noFill/>
          <a:ln w="15875">
            <a:solidFill>
              <a:srgbClr val="2EC4B6"/>
            </a:solidFill>
            <a:prstDash val="solid"/>
          </a:ln>
        </p:spPr>
      </p:sp>
      <p:sp>
        <p:nvSpPr>
          <p:cNvPr id="39" name="Shape 37"/>
          <p:cNvSpPr/>
          <p:nvPr/>
        </p:nvSpPr>
        <p:spPr>
          <a:xfrm flipV="1">
            <a:off x="1325880" y="2089976"/>
            <a:ext cx="2164080" cy="280035"/>
          </a:xfrm>
          <a:prstGeom prst="line">
            <a:avLst/>
          </a:prstGeom>
          <a:noFill/>
          <a:ln w="15875">
            <a:solidFill>
              <a:srgbClr val="2EC4B6"/>
            </a:solidFill>
            <a:prstDash val="solid"/>
          </a:ln>
        </p:spPr>
      </p:sp>
      <p:sp>
        <p:nvSpPr>
          <p:cNvPr id="40" name="Shape 38"/>
          <p:cNvSpPr/>
          <p:nvPr/>
        </p:nvSpPr>
        <p:spPr>
          <a:xfrm>
            <a:off x="3457956" y="2057972"/>
            <a:ext cx="64008" cy="64008"/>
          </a:xfrm>
          <a:prstGeom prst="ellipse">
            <a:avLst/>
          </a:prstGeom>
          <a:solidFill>
            <a:srgbClr val="0B1F3A"/>
          </a:solidFill>
          <a:ln w="12700">
            <a:solidFill>
              <a:srgbClr val="0B1F3A"/>
            </a:solidFill>
            <a:prstDash val="solid"/>
          </a:ln>
        </p:spPr>
      </p:sp>
      <p:sp>
        <p:nvSpPr>
          <p:cNvPr id="41" name="Shape 39"/>
          <p:cNvSpPr/>
          <p:nvPr/>
        </p:nvSpPr>
        <p:spPr>
          <a:xfrm>
            <a:off x="3457956" y="2338007"/>
            <a:ext cx="64008" cy="64008"/>
          </a:xfrm>
          <a:prstGeom prst="ellipse">
            <a:avLst/>
          </a:prstGeom>
          <a:solidFill>
            <a:srgbClr val="0B1F3A"/>
          </a:solidFill>
          <a:ln w="12700">
            <a:solidFill>
              <a:srgbClr val="0B1F3A"/>
            </a:solidFill>
            <a:prstDash val="solid"/>
          </a:ln>
        </p:spPr>
      </p:sp>
      <p:sp>
        <p:nvSpPr>
          <p:cNvPr id="42" name="Text 40"/>
          <p:cNvSpPr txBox="1"/>
          <p:nvPr/>
        </p:nvSpPr>
        <p:spPr>
          <a:xfrm>
            <a:off x="1344168" y="2168842"/>
            <a:ext cx="365760" cy="182880"/>
          </a:xfrm>
          <a:prstGeom prst="rect">
            <a:avLst/>
          </a:prstGeom>
          <a:noFill/>
          <a:ln/>
        </p:spPr>
        <p:txBody>
          <a:bodyPr wrap="square" lIns="0" tIns="0" rIns="0" bIns="0" rtlCol="0" anchor="ctr"/>
          <a:lstStyle/>
          <a:p>
            <a:pPr algn="l" indent="0" marL="0">
              <a:buNone/>
            </a:pPr>
            <a:r>
              <a:rPr lang="en-US" sz="800" b="1" dirty="0">
                <a:solidFill>
                  <a:srgbClr val="2EC4B6"/>
                </a:solidFill>
                <a:latin typeface="Cambria" pitchFamily="34" charset="0"/>
                <a:ea typeface="Cambria" pitchFamily="34" charset="-122"/>
                <a:cs typeface="Cambria" pitchFamily="34" charset="-120"/>
              </a:rPr>
              <a:t>W₂⁰</a:t>
            </a:r>
            <a:endParaRPr lang="en-US" sz="800" dirty="0"/>
          </a:p>
        </p:txBody>
      </p:sp>
      <p:sp>
        <p:nvSpPr>
          <p:cNvPr id="43" name="Shape 41"/>
          <p:cNvSpPr/>
          <p:nvPr/>
        </p:nvSpPr>
        <p:spPr>
          <a:xfrm>
            <a:off x="1325880" y="2650046"/>
            <a:ext cx="2164080" cy="0"/>
          </a:xfrm>
          <a:prstGeom prst="line">
            <a:avLst/>
          </a:prstGeom>
          <a:noFill/>
          <a:ln w="15875">
            <a:solidFill>
              <a:srgbClr val="0B1F3A"/>
            </a:solidFill>
            <a:prstDash val="solid"/>
          </a:ln>
        </p:spPr>
      </p:sp>
      <p:sp>
        <p:nvSpPr>
          <p:cNvPr id="44" name="Shape 42"/>
          <p:cNvSpPr/>
          <p:nvPr/>
        </p:nvSpPr>
        <p:spPr>
          <a:xfrm>
            <a:off x="1325880" y="2930081"/>
            <a:ext cx="2164080" cy="0"/>
          </a:xfrm>
          <a:prstGeom prst="line">
            <a:avLst/>
          </a:prstGeom>
          <a:noFill/>
          <a:ln w="15875">
            <a:solidFill>
              <a:srgbClr val="0B1F3A"/>
            </a:solidFill>
            <a:prstDash val="solid"/>
          </a:ln>
        </p:spPr>
      </p:sp>
      <p:sp>
        <p:nvSpPr>
          <p:cNvPr id="45" name="Shape 43"/>
          <p:cNvSpPr/>
          <p:nvPr/>
        </p:nvSpPr>
        <p:spPr>
          <a:xfrm>
            <a:off x="1325880" y="2650046"/>
            <a:ext cx="2164080" cy="280035"/>
          </a:xfrm>
          <a:prstGeom prst="line">
            <a:avLst/>
          </a:prstGeom>
          <a:noFill/>
          <a:ln w="15875">
            <a:solidFill>
              <a:srgbClr val="2EC4B6"/>
            </a:solidFill>
            <a:prstDash val="solid"/>
          </a:ln>
        </p:spPr>
      </p:sp>
      <p:sp>
        <p:nvSpPr>
          <p:cNvPr id="46" name="Shape 44"/>
          <p:cNvSpPr/>
          <p:nvPr/>
        </p:nvSpPr>
        <p:spPr>
          <a:xfrm flipV="1">
            <a:off x="1325880" y="2650046"/>
            <a:ext cx="2164080" cy="280035"/>
          </a:xfrm>
          <a:prstGeom prst="line">
            <a:avLst/>
          </a:prstGeom>
          <a:noFill/>
          <a:ln w="15875">
            <a:solidFill>
              <a:srgbClr val="2EC4B6"/>
            </a:solidFill>
            <a:prstDash val="solid"/>
          </a:ln>
        </p:spPr>
      </p:sp>
      <p:sp>
        <p:nvSpPr>
          <p:cNvPr id="47" name="Shape 45"/>
          <p:cNvSpPr/>
          <p:nvPr/>
        </p:nvSpPr>
        <p:spPr>
          <a:xfrm>
            <a:off x="3457956" y="2618042"/>
            <a:ext cx="64008" cy="64008"/>
          </a:xfrm>
          <a:prstGeom prst="ellipse">
            <a:avLst/>
          </a:prstGeom>
          <a:solidFill>
            <a:srgbClr val="0B1F3A"/>
          </a:solidFill>
          <a:ln w="12700">
            <a:solidFill>
              <a:srgbClr val="0B1F3A"/>
            </a:solidFill>
            <a:prstDash val="solid"/>
          </a:ln>
        </p:spPr>
      </p:sp>
      <p:sp>
        <p:nvSpPr>
          <p:cNvPr id="48" name="Shape 46"/>
          <p:cNvSpPr/>
          <p:nvPr/>
        </p:nvSpPr>
        <p:spPr>
          <a:xfrm>
            <a:off x="3457956" y="2898077"/>
            <a:ext cx="64008" cy="64008"/>
          </a:xfrm>
          <a:prstGeom prst="ellipse">
            <a:avLst/>
          </a:prstGeom>
          <a:solidFill>
            <a:srgbClr val="0B1F3A"/>
          </a:solidFill>
          <a:ln w="12700">
            <a:solidFill>
              <a:srgbClr val="0B1F3A"/>
            </a:solidFill>
            <a:prstDash val="solid"/>
          </a:ln>
        </p:spPr>
      </p:sp>
      <p:sp>
        <p:nvSpPr>
          <p:cNvPr id="49" name="Text 47"/>
          <p:cNvSpPr txBox="1"/>
          <p:nvPr/>
        </p:nvSpPr>
        <p:spPr>
          <a:xfrm>
            <a:off x="1344168" y="2728913"/>
            <a:ext cx="365760" cy="182880"/>
          </a:xfrm>
          <a:prstGeom prst="rect">
            <a:avLst/>
          </a:prstGeom>
          <a:noFill/>
          <a:ln/>
        </p:spPr>
        <p:txBody>
          <a:bodyPr wrap="square" lIns="0" tIns="0" rIns="0" bIns="0" rtlCol="0" anchor="ctr"/>
          <a:lstStyle/>
          <a:p>
            <a:pPr algn="l" indent="0" marL="0">
              <a:buNone/>
            </a:pPr>
            <a:r>
              <a:rPr lang="en-US" sz="800" b="1" dirty="0">
                <a:solidFill>
                  <a:srgbClr val="2EC4B6"/>
                </a:solidFill>
                <a:latin typeface="Cambria" pitchFamily="34" charset="0"/>
                <a:ea typeface="Cambria" pitchFamily="34" charset="-122"/>
                <a:cs typeface="Cambria" pitchFamily="34" charset="-120"/>
              </a:rPr>
              <a:t>W₂⁰</a:t>
            </a:r>
            <a:endParaRPr lang="en-US" sz="800" dirty="0"/>
          </a:p>
        </p:txBody>
      </p:sp>
      <p:sp>
        <p:nvSpPr>
          <p:cNvPr id="50" name="Shape 48"/>
          <p:cNvSpPr/>
          <p:nvPr/>
        </p:nvSpPr>
        <p:spPr>
          <a:xfrm>
            <a:off x="1325880" y="3210116"/>
            <a:ext cx="2164080" cy="0"/>
          </a:xfrm>
          <a:prstGeom prst="line">
            <a:avLst/>
          </a:prstGeom>
          <a:noFill/>
          <a:ln w="15875">
            <a:solidFill>
              <a:srgbClr val="0B1F3A"/>
            </a:solidFill>
            <a:prstDash val="solid"/>
          </a:ln>
        </p:spPr>
      </p:sp>
      <p:sp>
        <p:nvSpPr>
          <p:cNvPr id="51" name="Shape 49"/>
          <p:cNvSpPr/>
          <p:nvPr/>
        </p:nvSpPr>
        <p:spPr>
          <a:xfrm>
            <a:off x="1325880" y="3490151"/>
            <a:ext cx="2164080" cy="0"/>
          </a:xfrm>
          <a:prstGeom prst="line">
            <a:avLst/>
          </a:prstGeom>
          <a:noFill/>
          <a:ln w="15875">
            <a:solidFill>
              <a:srgbClr val="0B1F3A"/>
            </a:solidFill>
            <a:prstDash val="solid"/>
          </a:ln>
        </p:spPr>
      </p:sp>
      <p:sp>
        <p:nvSpPr>
          <p:cNvPr id="52" name="Shape 50"/>
          <p:cNvSpPr/>
          <p:nvPr/>
        </p:nvSpPr>
        <p:spPr>
          <a:xfrm>
            <a:off x="1325880" y="3210116"/>
            <a:ext cx="2164080" cy="280035"/>
          </a:xfrm>
          <a:prstGeom prst="line">
            <a:avLst/>
          </a:prstGeom>
          <a:noFill/>
          <a:ln w="15875">
            <a:solidFill>
              <a:srgbClr val="2EC4B6"/>
            </a:solidFill>
            <a:prstDash val="solid"/>
          </a:ln>
        </p:spPr>
      </p:sp>
      <p:sp>
        <p:nvSpPr>
          <p:cNvPr id="53" name="Shape 51"/>
          <p:cNvSpPr/>
          <p:nvPr/>
        </p:nvSpPr>
        <p:spPr>
          <a:xfrm flipV="1">
            <a:off x="1325880" y="3210116"/>
            <a:ext cx="2164080" cy="280035"/>
          </a:xfrm>
          <a:prstGeom prst="line">
            <a:avLst/>
          </a:prstGeom>
          <a:noFill/>
          <a:ln w="15875">
            <a:solidFill>
              <a:srgbClr val="2EC4B6"/>
            </a:solidFill>
            <a:prstDash val="solid"/>
          </a:ln>
        </p:spPr>
      </p:sp>
      <p:sp>
        <p:nvSpPr>
          <p:cNvPr id="54" name="Shape 52"/>
          <p:cNvSpPr/>
          <p:nvPr/>
        </p:nvSpPr>
        <p:spPr>
          <a:xfrm>
            <a:off x="3457956" y="3178112"/>
            <a:ext cx="64008" cy="64008"/>
          </a:xfrm>
          <a:prstGeom prst="ellipse">
            <a:avLst/>
          </a:prstGeom>
          <a:solidFill>
            <a:srgbClr val="0B1F3A"/>
          </a:solidFill>
          <a:ln w="12700">
            <a:solidFill>
              <a:srgbClr val="0B1F3A"/>
            </a:solidFill>
            <a:prstDash val="solid"/>
          </a:ln>
        </p:spPr>
      </p:sp>
      <p:sp>
        <p:nvSpPr>
          <p:cNvPr id="55" name="Shape 53"/>
          <p:cNvSpPr/>
          <p:nvPr/>
        </p:nvSpPr>
        <p:spPr>
          <a:xfrm>
            <a:off x="3457956" y="3458147"/>
            <a:ext cx="64008" cy="64008"/>
          </a:xfrm>
          <a:prstGeom prst="ellipse">
            <a:avLst/>
          </a:prstGeom>
          <a:solidFill>
            <a:srgbClr val="0B1F3A"/>
          </a:solidFill>
          <a:ln w="12700">
            <a:solidFill>
              <a:srgbClr val="0B1F3A"/>
            </a:solidFill>
            <a:prstDash val="solid"/>
          </a:ln>
        </p:spPr>
      </p:sp>
      <p:sp>
        <p:nvSpPr>
          <p:cNvPr id="56" name="Text 54"/>
          <p:cNvSpPr txBox="1"/>
          <p:nvPr/>
        </p:nvSpPr>
        <p:spPr>
          <a:xfrm>
            <a:off x="1344168" y="3288983"/>
            <a:ext cx="365760" cy="182880"/>
          </a:xfrm>
          <a:prstGeom prst="rect">
            <a:avLst/>
          </a:prstGeom>
          <a:noFill/>
          <a:ln/>
        </p:spPr>
        <p:txBody>
          <a:bodyPr wrap="square" lIns="0" tIns="0" rIns="0" bIns="0" rtlCol="0" anchor="ctr"/>
          <a:lstStyle/>
          <a:p>
            <a:pPr algn="l" indent="0" marL="0">
              <a:buNone/>
            </a:pPr>
            <a:r>
              <a:rPr lang="en-US" sz="800" b="1" dirty="0">
                <a:solidFill>
                  <a:srgbClr val="2EC4B6"/>
                </a:solidFill>
                <a:latin typeface="Cambria" pitchFamily="34" charset="0"/>
                <a:ea typeface="Cambria" pitchFamily="34" charset="-122"/>
                <a:cs typeface="Cambria" pitchFamily="34" charset="-120"/>
              </a:rPr>
              <a:t>W₂⁰</a:t>
            </a:r>
            <a:endParaRPr lang="en-US" sz="800" dirty="0"/>
          </a:p>
        </p:txBody>
      </p:sp>
      <p:sp>
        <p:nvSpPr>
          <p:cNvPr id="57" name="Text 55"/>
          <p:cNvSpPr txBox="1"/>
          <p:nvPr/>
        </p:nvSpPr>
        <p:spPr>
          <a:xfrm>
            <a:off x="1325880" y="1133856"/>
            <a:ext cx="2164080" cy="228600"/>
          </a:xfrm>
          <a:prstGeom prst="rect">
            <a:avLst/>
          </a:prstGeom>
          <a:noFill/>
          <a:ln/>
        </p:spPr>
        <p:txBody>
          <a:bodyPr wrap="square" lIns="0" tIns="0" rIns="0" bIns="0" rtlCol="0" anchor="ctr"/>
          <a:lstStyle/>
          <a:p>
            <a:pPr algn="ctr" indent="0" marL="0">
              <a:buNone/>
            </a:pPr>
            <a:r>
              <a:rPr lang="en-US" sz="900" b="1" dirty="0">
                <a:solidFill>
                  <a:srgbClr val="2EC4B6"/>
                </a:solidFill>
                <a:latin typeface="Calibri" pitchFamily="34" charset="0"/>
                <a:ea typeface="Calibri" pitchFamily="34" charset="-122"/>
                <a:cs typeface="Calibri" pitchFamily="34" charset="-120"/>
              </a:rPr>
              <a:t>Stage 1: 2-point</a:t>
            </a:r>
            <a:endParaRPr lang="en-US" sz="900" dirty="0"/>
          </a:p>
        </p:txBody>
      </p:sp>
      <p:sp>
        <p:nvSpPr>
          <p:cNvPr id="58" name="Shape 56"/>
          <p:cNvSpPr/>
          <p:nvPr/>
        </p:nvSpPr>
        <p:spPr>
          <a:xfrm>
            <a:off x="3489960" y="1529906"/>
            <a:ext cx="2164080" cy="0"/>
          </a:xfrm>
          <a:prstGeom prst="line">
            <a:avLst/>
          </a:prstGeom>
          <a:noFill/>
          <a:ln w="15875">
            <a:solidFill>
              <a:srgbClr val="0B1F3A"/>
            </a:solidFill>
            <a:prstDash val="solid"/>
          </a:ln>
        </p:spPr>
      </p:sp>
      <p:sp>
        <p:nvSpPr>
          <p:cNvPr id="59" name="Shape 57"/>
          <p:cNvSpPr/>
          <p:nvPr/>
        </p:nvSpPr>
        <p:spPr>
          <a:xfrm>
            <a:off x="3489960" y="2089976"/>
            <a:ext cx="2164080" cy="0"/>
          </a:xfrm>
          <a:prstGeom prst="line">
            <a:avLst/>
          </a:prstGeom>
          <a:noFill/>
          <a:ln w="15875">
            <a:solidFill>
              <a:srgbClr val="0B1F3A"/>
            </a:solidFill>
            <a:prstDash val="solid"/>
          </a:ln>
        </p:spPr>
      </p:sp>
      <p:sp>
        <p:nvSpPr>
          <p:cNvPr id="60" name="Shape 58"/>
          <p:cNvSpPr/>
          <p:nvPr/>
        </p:nvSpPr>
        <p:spPr>
          <a:xfrm>
            <a:off x="3489960" y="1529906"/>
            <a:ext cx="2164080" cy="560070"/>
          </a:xfrm>
          <a:prstGeom prst="line">
            <a:avLst/>
          </a:prstGeom>
          <a:noFill/>
          <a:ln w="15875">
            <a:solidFill>
              <a:srgbClr val="FFB703"/>
            </a:solidFill>
            <a:prstDash val="solid"/>
          </a:ln>
        </p:spPr>
      </p:sp>
      <p:sp>
        <p:nvSpPr>
          <p:cNvPr id="61" name="Shape 59"/>
          <p:cNvSpPr/>
          <p:nvPr/>
        </p:nvSpPr>
        <p:spPr>
          <a:xfrm flipV="1">
            <a:off x="3489960" y="1529906"/>
            <a:ext cx="2164080" cy="560070"/>
          </a:xfrm>
          <a:prstGeom prst="line">
            <a:avLst/>
          </a:prstGeom>
          <a:noFill/>
          <a:ln w="15875">
            <a:solidFill>
              <a:srgbClr val="FFB703"/>
            </a:solidFill>
            <a:prstDash val="solid"/>
          </a:ln>
        </p:spPr>
      </p:sp>
      <p:sp>
        <p:nvSpPr>
          <p:cNvPr id="62" name="Shape 60"/>
          <p:cNvSpPr/>
          <p:nvPr/>
        </p:nvSpPr>
        <p:spPr>
          <a:xfrm>
            <a:off x="5622036" y="1497902"/>
            <a:ext cx="64008" cy="64008"/>
          </a:xfrm>
          <a:prstGeom prst="ellipse">
            <a:avLst/>
          </a:prstGeom>
          <a:solidFill>
            <a:srgbClr val="0B1F3A"/>
          </a:solidFill>
          <a:ln w="12700">
            <a:solidFill>
              <a:srgbClr val="0B1F3A"/>
            </a:solidFill>
            <a:prstDash val="solid"/>
          </a:ln>
        </p:spPr>
      </p:sp>
      <p:sp>
        <p:nvSpPr>
          <p:cNvPr id="63" name="Shape 61"/>
          <p:cNvSpPr/>
          <p:nvPr/>
        </p:nvSpPr>
        <p:spPr>
          <a:xfrm>
            <a:off x="5622036" y="2057972"/>
            <a:ext cx="64008" cy="64008"/>
          </a:xfrm>
          <a:prstGeom prst="ellipse">
            <a:avLst/>
          </a:prstGeom>
          <a:solidFill>
            <a:srgbClr val="0B1F3A"/>
          </a:solidFill>
          <a:ln w="12700">
            <a:solidFill>
              <a:srgbClr val="0B1F3A"/>
            </a:solidFill>
            <a:prstDash val="solid"/>
          </a:ln>
        </p:spPr>
      </p:sp>
      <p:sp>
        <p:nvSpPr>
          <p:cNvPr id="64" name="Text 62"/>
          <p:cNvSpPr txBox="1"/>
          <p:nvPr/>
        </p:nvSpPr>
        <p:spPr>
          <a:xfrm>
            <a:off x="3508248" y="1888807"/>
            <a:ext cx="365760" cy="182880"/>
          </a:xfrm>
          <a:prstGeom prst="rect">
            <a:avLst/>
          </a:prstGeom>
          <a:noFill/>
          <a:ln/>
        </p:spPr>
        <p:txBody>
          <a:bodyPr wrap="square" lIns="0" tIns="0" rIns="0" bIns="0" rtlCol="0" anchor="ctr"/>
          <a:lstStyle/>
          <a:p>
            <a:pPr algn="l" indent="0" marL="0">
              <a:buNone/>
            </a:pPr>
            <a:r>
              <a:rPr lang="en-US" sz="800" b="1" dirty="0">
                <a:solidFill>
                  <a:srgbClr val="FFB703"/>
                </a:solidFill>
                <a:latin typeface="Cambria" pitchFamily="34" charset="0"/>
                <a:ea typeface="Cambria" pitchFamily="34" charset="-122"/>
                <a:cs typeface="Cambria" pitchFamily="34" charset="-120"/>
              </a:rPr>
              <a:t>W₄⁰</a:t>
            </a:r>
            <a:endParaRPr lang="en-US" sz="800" dirty="0"/>
          </a:p>
        </p:txBody>
      </p:sp>
      <p:sp>
        <p:nvSpPr>
          <p:cNvPr id="65" name="Shape 63"/>
          <p:cNvSpPr/>
          <p:nvPr/>
        </p:nvSpPr>
        <p:spPr>
          <a:xfrm>
            <a:off x="3489960" y="1809941"/>
            <a:ext cx="2164080" cy="0"/>
          </a:xfrm>
          <a:prstGeom prst="line">
            <a:avLst/>
          </a:prstGeom>
          <a:noFill/>
          <a:ln w="15875">
            <a:solidFill>
              <a:srgbClr val="0B1F3A"/>
            </a:solidFill>
            <a:prstDash val="solid"/>
          </a:ln>
        </p:spPr>
      </p:sp>
      <p:sp>
        <p:nvSpPr>
          <p:cNvPr id="66" name="Shape 64"/>
          <p:cNvSpPr/>
          <p:nvPr/>
        </p:nvSpPr>
        <p:spPr>
          <a:xfrm>
            <a:off x="3489960" y="2370011"/>
            <a:ext cx="2164080" cy="0"/>
          </a:xfrm>
          <a:prstGeom prst="line">
            <a:avLst/>
          </a:prstGeom>
          <a:noFill/>
          <a:ln w="15875">
            <a:solidFill>
              <a:srgbClr val="0B1F3A"/>
            </a:solidFill>
            <a:prstDash val="solid"/>
          </a:ln>
        </p:spPr>
      </p:sp>
      <p:sp>
        <p:nvSpPr>
          <p:cNvPr id="67" name="Shape 65"/>
          <p:cNvSpPr/>
          <p:nvPr/>
        </p:nvSpPr>
        <p:spPr>
          <a:xfrm>
            <a:off x="3489960" y="1809941"/>
            <a:ext cx="2164080" cy="560070"/>
          </a:xfrm>
          <a:prstGeom prst="line">
            <a:avLst/>
          </a:prstGeom>
          <a:noFill/>
          <a:ln w="15875">
            <a:solidFill>
              <a:srgbClr val="FFB703"/>
            </a:solidFill>
            <a:prstDash val="solid"/>
          </a:ln>
        </p:spPr>
      </p:sp>
      <p:sp>
        <p:nvSpPr>
          <p:cNvPr id="68" name="Shape 66"/>
          <p:cNvSpPr/>
          <p:nvPr/>
        </p:nvSpPr>
        <p:spPr>
          <a:xfrm flipV="1">
            <a:off x="3489960" y="1809941"/>
            <a:ext cx="2164080" cy="560070"/>
          </a:xfrm>
          <a:prstGeom prst="line">
            <a:avLst/>
          </a:prstGeom>
          <a:noFill/>
          <a:ln w="15875">
            <a:solidFill>
              <a:srgbClr val="FFB703"/>
            </a:solidFill>
            <a:prstDash val="solid"/>
          </a:ln>
        </p:spPr>
      </p:sp>
      <p:sp>
        <p:nvSpPr>
          <p:cNvPr id="69" name="Shape 67"/>
          <p:cNvSpPr/>
          <p:nvPr/>
        </p:nvSpPr>
        <p:spPr>
          <a:xfrm>
            <a:off x="5622036" y="1777937"/>
            <a:ext cx="64008" cy="64008"/>
          </a:xfrm>
          <a:prstGeom prst="ellipse">
            <a:avLst/>
          </a:prstGeom>
          <a:solidFill>
            <a:srgbClr val="0B1F3A"/>
          </a:solidFill>
          <a:ln w="12700">
            <a:solidFill>
              <a:srgbClr val="0B1F3A"/>
            </a:solidFill>
            <a:prstDash val="solid"/>
          </a:ln>
        </p:spPr>
      </p:sp>
      <p:sp>
        <p:nvSpPr>
          <p:cNvPr id="70" name="Shape 68"/>
          <p:cNvSpPr/>
          <p:nvPr/>
        </p:nvSpPr>
        <p:spPr>
          <a:xfrm>
            <a:off x="5622036" y="2338007"/>
            <a:ext cx="64008" cy="64008"/>
          </a:xfrm>
          <a:prstGeom prst="ellipse">
            <a:avLst/>
          </a:prstGeom>
          <a:solidFill>
            <a:srgbClr val="0B1F3A"/>
          </a:solidFill>
          <a:ln w="12700">
            <a:solidFill>
              <a:srgbClr val="0B1F3A"/>
            </a:solidFill>
            <a:prstDash val="solid"/>
          </a:ln>
        </p:spPr>
      </p:sp>
      <p:sp>
        <p:nvSpPr>
          <p:cNvPr id="71" name="Text 69"/>
          <p:cNvSpPr txBox="1"/>
          <p:nvPr/>
        </p:nvSpPr>
        <p:spPr>
          <a:xfrm>
            <a:off x="3508248" y="2168842"/>
            <a:ext cx="365760" cy="182880"/>
          </a:xfrm>
          <a:prstGeom prst="rect">
            <a:avLst/>
          </a:prstGeom>
          <a:noFill/>
          <a:ln/>
        </p:spPr>
        <p:txBody>
          <a:bodyPr wrap="square" lIns="0" tIns="0" rIns="0" bIns="0" rtlCol="0" anchor="ctr"/>
          <a:lstStyle/>
          <a:p>
            <a:pPr algn="l" indent="0" marL="0">
              <a:buNone/>
            </a:pPr>
            <a:r>
              <a:rPr lang="en-US" sz="800" b="1" dirty="0">
                <a:solidFill>
                  <a:srgbClr val="FFB703"/>
                </a:solidFill>
                <a:latin typeface="Cambria" pitchFamily="34" charset="0"/>
                <a:ea typeface="Cambria" pitchFamily="34" charset="-122"/>
                <a:cs typeface="Cambria" pitchFamily="34" charset="-120"/>
              </a:rPr>
              <a:t>W₄¹</a:t>
            </a:r>
            <a:endParaRPr lang="en-US" sz="800" dirty="0"/>
          </a:p>
        </p:txBody>
      </p:sp>
      <p:sp>
        <p:nvSpPr>
          <p:cNvPr id="72" name="Shape 70"/>
          <p:cNvSpPr/>
          <p:nvPr/>
        </p:nvSpPr>
        <p:spPr>
          <a:xfrm>
            <a:off x="3489960" y="2650046"/>
            <a:ext cx="2164080" cy="0"/>
          </a:xfrm>
          <a:prstGeom prst="line">
            <a:avLst/>
          </a:prstGeom>
          <a:noFill/>
          <a:ln w="15875">
            <a:solidFill>
              <a:srgbClr val="0B1F3A"/>
            </a:solidFill>
            <a:prstDash val="solid"/>
          </a:ln>
        </p:spPr>
      </p:sp>
      <p:sp>
        <p:nvSpPr>
          <p:cNvPr id="73" name="Shape 71"/>
          <p:cNvSpPr/>
          <p:nvPr/>
        </p:nvSpPr>
        <p:spPr>
          <a:xfrm>
            <a:off x="3489960" y="3210116"/>
            <a:ext cx="2164080" cy="0"/>
          </a:xfrm>
          <a:prstGeom prst="line">
            <a:avLst/>
          </a:prstGeom>
          <a:noFill/>
          <a:ln w="15875">
            <a:solidFill>
              <a:srgbClr val="0B1F3A"/>
            </a:solidFill>
            <a:prstDash val="solid"/>
          </a:ln>
        </p:spPr>
      </p:sp>
      <p:sp>
        <p:nvSpPr>
          <p:cNvPr id="74" name="Shape 72"/>
          <p:cNvSpPr/>
          <p:nvPr/>
        </p:nvSpPr>
        <p:spPr>
          <a:xfrm>
            <a:off x="3489960" y="2650046"/>
            <a:ext cx="2164080" cy="560070"/>
          </a:xfrm>
          <a:prstGeom prst="line">
            <a:avLst/>
          </a:prstGeom>
          <a:noFill/>
          <a:ln w="15875">
            <a:solidFill>
              <a:srgbClr val="FFB703"/>
            </a:solidFill>
            <a:prstDash val="solid"/>
          </a:ln>
        </p:spPr>
      </p:sp>
      <p:sp>
        <p:nvSpPr>
          <p:cNvPr id="75" name="Shape 73"/>
          <p:cNvSpPr/>
          <p:nvPr/>
        </p:nvSpPr>
        <p:spPr>
          <a:xfrm flipV="1">
            <a:off x="3489960" y="2650046"/>
            <a:ext cx="2164080" cy="560070"/>
          </a:xfrm>
          <a:prstGeom prst="line">
            <a:avLst/>
          </a:prstGeom>
          <a:noFill/>
          <a:ln w="15875">
            <a:solidFill>
              <a:srgbClr val="FFB703"/>
            </a:solidFill>
            <a:prstDash val="solid"/>
          </a:ln>
        </p:spPr>
      </p:sp>
      <p:sp>
        <p:nvSpPr>
          <p:cNvPr id="76" name="Shape 74"/>
          <p:cNvSpPr/>
          <p:nvPr/>
        </p:nvSpPr>
        <p:spPr>
          <a:xfrm>
            <a:off x="5622036" y="2618042"/>
            <a:ext cx="64008" cy="64008"/>
          </a:xfrm>
          <a:prstGeom prst="ellipse">
            <a:avLst/>
          </a:prstGeom>
          <a:solidFill>
            <a:srgbClr val="0B1F3A"/>
          </a:solidFill>
          <a:ln w="12700">
            <a:solidFill>
              <a:srgbClr val="0B1F3A"/>
            </a:solidFill>
            <a:prstDash val="solid"/>
          </a:ln>
        </p:spPr>
      </p:sp>
      <p:sp>
        <p:nvSpPr>
          <p:cNvPr id="77" name="Shape 75"/>
          <p:cNvSpPr/>
          <p:nvPr/>
        </p:nvSpPr>
        <p:spPr>
          <a:xfrm>
            <a:off x="5622036" y="3178112"/>
            <a:ext cx="64008" cy="64008"/>
          </a:xfrm>
          <a:prstGeom prst="ellipse">
            <a:avLst/>
          </a:prstGeom>
          <a:solidFill>
            <a:srgbClr val="0B1F3A"/>
          </a:solidFill>
          <a:ln w="12700">
            <a:solidFill>
              <a:srgbClr val="0B1F3A"/>
            </a:solidFill>
            <a:prstDash val="solid"/>
          </a:ln>
        </p:spPr>
      </p:sp>
      <p:sp>
        <p:nvSpPr>
          <p:cNvPr id="78" name="Text 76"/>
          <p:cNvSpPr txBox="1"/>
          <p:nvPr/>
        </p:nvSpPr>
        <p:spPr>
          <a:xfrm>
            <a:off x="3508248" y="3008948"/>
            <a:ext cx="365760" cy="182880"/>
          </a:xfrm>
          <a:prstGeom prst="rect">
            <a:avLst/>
          </a:prstGeom>
          <a:noFill/>
          <a:ln/>
        </p:spPr>
        <p:txBody>
          <a:bodyPr wrap="square" lIns="0" tIns="0" rIns="0" bIns="0" rtlCol="0" anchor="ctr"/>
          <a:lstStyle/>
          <a:p>
            <a:pPr algn="l" indent="0" marL="0">
              <a:buNone/>
            </a:pPr>
            <a:r>
              <a:rPr lang="en-US" sz="800" b="1" dirty="0">
                <a:solidFill>
                  <a:srgbClr val="FFB703"/>
                </a:solidFill>
                <a:latin typeface="Cambria" pitchFamily="34" charset="0"/>
                <a:ea typeface="Cambria" pitchFamily="34" charset="-122"/>
                <a:cs typeface="Cambria" pitchFamily="34" charset="-120"/>
              </a:rPr>
              <a:t>W₄⁰</a:t>
            </a:r>
            <a:endParaRPr lang="en-US" sz="800" dirty="0"/>
          </a:p>
        </p:txBody>
      </p:sp>
      <p:sp>
        <p:nvSpPr>
          <p:cNvPr id="79" name="Shape 77"/>
          <p:cNvSpPr/>
          <p:nvPr/>
        </p:nvSpPr>
        <p:spPr>
          <a:xfrm>
            <a:off x="3489960" y="2930081"/>
            <a:ext cx="2164080" cy="0"/>
          </a:xfrm>
          <a:prstGeom prst="line">
            <a:avLst/>
          </a:prstGeom>
          <a:noFill/>
          <a:ln w="15875">
            <a:solidFill>
              <a:srgbClr val="0B1F3A"/>
            </a:solidFill>
            <a:prstDash val="solid"/>
          </a:ln>
        </p:spPr>
      </p:sp>
      <p:sp>
        <p:nvSpPr>
          <p:cNvPr id="80" name="Shape 78"/>
          <p:cNvSpPr/>
          <p:nvPr/>
        </p:nvSpPr>
        <p:spPr>
          <a:xfrm>
            <a:off x="3489960" y="3490151"/>
            <a:ext cx="2164080" cy="0"/>
          </a:xfrm>
          <a:prstGeom prst="line">
            <a:avLst/>
          </a:prstGeom>
          <a:noFill/>
          <a:ln w="15875">
            <a:solidFill>
              <a:srgbClr val="0B1F3A"/>
            </a:solidFill>
            <a:prstDash val="solid"/>
          </a:ln>
        </p:spPr>
      </p:sp>
      <p:sp>
        <p:nvSpPr>
          <p:cNvPr id="81" name="Shape 79"/>
          <p:cNvSpPr/>
          <p:nvPr/>
        </p:nvSpPr>
        <p:spPr>
          <a:xfrm>
            <a:off x="3489960" y="2930081"/>
            <a:ext cx="2164080" cy="560070"/>
          </a:xfrm>
          <a:prstGeom prst="line">
            <a:avLst/>
          </a:prstGeom>
          <a:noFill/>
          <a:ln w="15875">
            <a:solidFill>
              <a:srgbClr val="FFB703"/>
            </a:solidFill>
            <a:prstDash val="solid"/>
          </a:ln>
        </p:spPr>
      </p:sp>
      <p:sp>
        <p:nvSpPr>
          <p:cNvPr id="82" name="Shape 80"/>
          <p:cNvSpPr/>
          <p:nvPr/>
        </p:nvSpPr>
        <p:spPr>
          <a:xfrm flipV="1">
            <a:off x="3489960" y="2930081"/>
            <a:ext cx="2164080" cy="560070"/>
          </a:xfrm>
          <a:prstGeom prst="line">
            <a:avLst/>
          </a:prstGeom>
          <a:noFill/>
          <a:ln w="15875">
            <a:solidFill>
              <a:srgbClr val="FFB703"/>
            </a:solidFill>
            <a:prstDash val="solid"/>
          </a:ln>
        </p:spPr>
      </p:sp>
      <p:sp>
        <p:nvSpPr>
          <p:cNvPr id="83" name="Shape 81"/>
          <p:cNvSpPr/>
          <p:nvPr/>
        </p:nvSpPr>
        <p:spPr>
          <a:xfrm>
            <a:off x="5622036" y="2898077"/>
            <a:ext cx="64008" cy="64008"/>
          </a:xfrm>
          <a:prstGeom prst="ellipse">
            <a:avLst/>
          </a:prstGeom>
          <a:solidFill>
            <a:srgbClr val="0B1F3A"/>
          </a:solidFill>
          <a:ln w="12700">
            <a:solidFill>
              <a:srgbClr val="0B1F3A"/>
            </a:solidFill>
            <a:prstDash val="solid"/>
          </a:ln>
        </p:spPr>
      </p:sp>
      <p:sp>
        <p:nvSpPr>
          <p:cNvPr id="84" name="Shape 82"/>
          <p:cNvSpPr/>
          <p:nvPr/>
        </p:nvSpPr>
        <p:spPr>
          <a:xfrm>
            <a:off x="5622036" y="3458147"/>
            <a:ext cx="64008" cy="64008"/>
          </a:xfrm>
          <a:prstGeom prst="ellipse">
            <a:avLst/>
          </a:prstGeom>
          <a:solidFill>
            <a:srgbClr val="0B1F3A"/>
          </a:solidFill>
          <a:ln w="12700">
            <a:solidFill>
              <a:srgbClr val="0B1F3A"/>
            </a:solidFill>
            <a:prstDash val="solid"/>
          </a:ln>
        </p:spPr>
      </p:sp>
      <p:sp>
        <p:nvSpPr>
          <p:cNvPr id="85" name="Text 83"/>
          <p:cNvSpPr txBox="1"/>
          <p:nvPr/>
        </p:nvSpPr>
        <p:spPr>
          <a:xfrm>
            <a:off x="3508248" y="3288983"/>
            <a:ext cx="365760" cy="182880"/>
          </a:xfrm>
          <a:prstGeom prst="rect">
            <a:avLst/>
          </a:prstGeom>
          <a:noFill/>
          <a:ln/>
        </p:spPr>
        <p:txBody>
          <a:bodyPr wrap="square" lIns="0" tIns="0" rIns="0" bIns="0" rtlCol="0" anchor="ctr"/>
          <a:lstStyle/>
          <a:p>
            <a:pPr algn="l" indent="0" marL="0">
              <a:buNone/>
            </a:pPr>
            <a:r>
              <a:rPr lang="en-US" sz="800" b="1" dirty="0">
                <a:solidFill>
                  <a:srgbClr val="FFB703"/>
                </a:solidFill>
                <a:latin typeface="Cambria" pitchFamily="34" charset="0"/>
                <a:ea typeface="Cambria" pitchFamily="34" charset="-122"/>
                <a:cs typeface="Cambria" pitchFamily="34" charset="-120"/>
              </a:rPr>
              <a:t>W₄¹</a:t>
            </a:r>
            <a:endParaRPr lang="en-US" sz="800" dirty="0"/>
          </a:p>
        </p:txBody>
      </p:sp>
      <p:sp>
        <p:nvSpPr>
          <p:cNvPr id="86" name="Text 84"/>
          <p:cNvSpPr txBox="1"/>
          <p:nvPr/>
        </p:nvSpPr>
        <p:spPr>
          <a:xfrm>
            <a:off x="3489960" y="1133856"/>
            <a:ext cx="2164080" cy="228600"/>
          </a:xfrm>
          <a:prstGeom prst="rect">
            <a:avLst/>
          </a:prstGeom>
          <a:noFill/>
          <a:ln/>
        </p:spPr>
        <p:txBody>
          <a:bodyPr wrap="square" lIns="0" tIns="0" rIns="0" bIns="0" rtlCol="0" anchor="ctr"/>
          <a:lstStyle/>
          <a:p>
            <a:pPr algn="ctr" indent="0" marL="0">
              <a:buNone/>
            </a:pPr>
            <a:r>
              <a:rPr lang="en-US" sz="900" b="1" dirty="0">
                <a:solidFill>
                  <a:srgbClr val="FFB703"/>
                </a:solidFill>
                <a:latin typeface="Calibri" pitchFamily="34" charset="0"/>
                <a:ea typeface="Calibri" pitchFamily="34" charset="-122"/>
                <a:cs typeface="Calibri" pitchFamily="34" charset="-120"/>
              </a:rPr>
              <a:t>Stage 2: 4-point</a:t>
            </a:r>
            <a:endParaRPr lang="en-US" sz="900" dirty="0"/>
          </a:p>
        </p:txBody>
      </p:sp>
      <p:sp>
        <p:nvSpPr>
          <p:cNvPr id="87" name="Shape 85"/>
          <p:cNvSpPr/>
          <p:nvPr/>
        </p:nvSpPr>
        <p:spPr>
          <a:xfrm>
            <a:off x="5654040" y="1529906"/>
            <a:ext cx="2164080" cy="0"/>
          </a:xfrm>
          <a:prstGeom prst="line">
            <a:avLst/>
          </a:prstGeom>
          <a:noFill/>
          <a:ln w="15875">
            <a:solidFill>
              <a:srgbClr val="0B1F3A"/>
            </a:solidFill>
            <a:prstDash val="solid"/>
          </a:ln>
        </p:spPr>
      </p:sp>
      <p:sp>
        <p:nvSpPr>
          <p:cNvPr id="88" name="Shape 86"/>
          <p:cNvSpPr/>
          <p:nvPr/>
        </p:nvSpPr>
        <p:spPr>
          <a:xfrm>
            <a:off x="5654040" y="2650046"/>
            <a:ext cx="2164080" cy="0"/>
          </a:xfrm>
          <a:prstGeom prst="line">
            <a:avLst/>
          </a:prstGeom>
          <a:noFill/>
          <a:ln w="15875">
            <a:solidFill>
              <a:srgbClr val="0B1F3A"/>
            </a:solidFill>
            <a:prstDash val="solid"/>
          </a:ln>
        </p:spPr>
      </p:sp>
      <p:sp>
        <p:nvSpPr>
          <p:cNvPr id="89" name="Shape 87"/>
          <p:cNvSpPr/>
          <p:nvPr/>
        </p:nvSpPr>
        <p:spPr>
          <a:xfrm>
            <a:off x="5654040" y="1529906"/>
            <a:ext cx="2164080" cy="1120140"/>
          </a:xfrm>
          <a:prstGeom prst="line">
            <a:avLst/>
          </a:prstGeom>
          <a:noFill/>
          <a:ln w="15875">
            <a:solidFill>
              <a:srgbClr val="E76F51"/>
            </a:solidFill>
            <a:prstDash val="solid"/>
          </a:ln>
        </p:spPr>
      </p:sp>
      <p:sp>
        <p:nvSpPr>
          <p:cNvPr id="90" name="Shape 88"/>
          <p:cNvSpPr/>
          <p:nvPr/>
        </p:nvSpPr>
        <p:spPr>
          <a:xfrm flipV="1">
            <a:off x="5654040" y="1529906"/>
            <a:ext cx="2164080" cy="1120140"/>
          </a:xfrm>
          <a:prstGeom prst="line">
            <a:avLst/>
          </a:prstGeom>
          <a:noFill/>
          <a:ln w="15875">
            <a:solidFill>
              <a:srgbClr val="E76F51"/>
            </a:solidFill>
            <a:prstDash val="solid"/>
          </a:ln>
        </p:spPr>
      </p:sp>
      <p:sp>
        <p:nvSpPr>
          <p:cNvPr id="91" name="Shape 89"/>
          <p:cNvSpPr/>
          <p:nvPr/>
        </p:nvSpPr>
        <p:spPr>
          <a:xfrm>
            <a:off x="7786116" y="1497902"/>
            <a:ext cx="64008" cy="64008"/>
          </a:xfrm>
          <a:prstGeom prst="ellipse">
            <a:avLst/>
          </a:prstGeom>
          <a:solidFill>
            <a:srgbClr val="0B1F3A"/>
          </a:solidFill>
          <a:ln w="12700">
            <a:solidFill>
              <a:srgbClr val="0B1F3A"/>
            </a:solidFill>
            <a:prstDash val="solid"/>
          </a:ln>
        </p:spPr>
      </p:sp>
      <p:sp>
        <p:nvSpPr>
          <p:cNvPr id="92" name="Shape 90"/>
          <p:cNvSpPr/>
          <p:nvPr/>
        </p:nvSpPr>
        <p:spPr>
          <a:xfrm>
            <a:off x="7786116" y="2618042"/>
            <a:ext cx="64008" cy="64008"/>
          </a:xfrm>
          <a:prstGeom prst="ellipse">
            <a:avLst/>
          </a:prstGeom>
          <a:solidFill>
            <a:srgbClr val="0B1F3A"/>
          </a:solidFill>
          <a:ln w="12700">
            <a:solidFill>
              <a:srgbClr val="0B1F3A"/>
            </a:solidFill>
            <a:prstDash val="solid"/>
          </a:ln>
        </p:spPr>
      </p:sp>
      <p:sp>
        <p:nvSpPr>
          <p:cNvPr id="93" name="Text 91"/>
          <p:cNvSpPr txBox="1"/>
          <p:nvPr/>
        </p:nvSpPr>
        <p:spPr>
          <a:xfrm>
            <a:off x="5672328" y="2448878"/>
            <a:ext cx="365760" cy="182880"/>
          </a:xfrm>
          <a:prstGeom prst="rect">
            <a:avLst/>
          </a:prstGeom>
          <a:noFill/>
          <a:ln/>
        </p:spPr>
        <p:txBody>
          <a:bodyPr wrap="square" lIns="0" tIns="0" rIns="0" bIns="0" rtlCol="0" anchor="ctr"/>
          <a:lstStyle/>
          <a:p>
            <a:pPr algn="l" indent="0" marL="0">
              <a:buNone/>
            </a:pPr>
            <a:r>
              <a:rPr lang="en-US" sz="800" b="1" dirty="0">
                <a:solidFill>
                  <a:srgbClr val="E76F51"/>
                </a:solidFill>
                <a:latin typeface="Cambria" pitchFamily="34" charset="0"/>
                <a:ea typeface="Cambria" pitchFamily="34" charset="-122"/>
                <a:cs typeface="Cambria" pitchFamily="34" charset="-120"/>
              </a:rPr>
              <a:t>W₈⁰</a:t>
            </a:r>
            <a:endParaRPr lang="en-US" sz="800" dirty="0"/>
          </a:p>
        </p:txBody>
      </p:sp>
      <p:sp>
        <p:nvSpPr>
          <p:cNvPr id="94" name="Shape 92"/>
          <p:cNvSpPr/>
          <p:nvPr/>
        </p:nvSpPr>
        <p:spPr>
          <a:xfrm>
            <a:off x="5654040" y="1809941"/>
            <a:ext cx="2164080" cy="0"/>
          </a:xfrm>
          <a:prstGeom prst="line">
            <a:avLst/>
          </a:prstGeom>
          <a:noFill/>
          <a:ln w="15875">
            <a:solidFill>
              <a:srgbClr val="0B1F3A"/>
            </a:solidFill>
            <a:prstDash val="solid"/>
          </a:ln>
        </p:spPr>
      </p:sp>
      <p:sp>
        <p:nvSpPr>
          <p:cNvPr id="95" name="Shape 93"/>
          <p:cNvSpPr/>
          <p:nvPr/>
        </p:nvSpPr>
        <p:spPr>
          <a:xfrm>
            <a:off x="5654040" y="2930081"/>
            <a:ext cx="2164080" cy="0"/>
          </a:xfrm>
          <a:prstGeom prst="line">
            <a:avLst/>
          </a:prstGeom>
          <a:noFill/>
          <a:ln w="15875">
            <a:solidFill>
              <a:srgbClr val="0B1F3A"/>
            </a:solidFill>
            <a:prstDash val="solid"/>
          </a:ln>
        </p:spPr>
      </p:sp>
      <p:sp>
        <p:nvSpPr>
          <p:cNvPr id="96" name="Shape 94"/>
          <p:cNvSpPr/>
          <p:nvPr/>
        </p:nvSpPr>
        <p:spPr>
          <a:xfrm>
            <a:off x="5654040" y="1809941"/>
            <a:ext cx="2164080" cy="1120140"/>
          </a:xfrm>
          <a:prstGeom prst="line">
            <a:avLst/>
          </a:prstGeom>
          <a:noFill/>
          <a:ln w="15875">
            <a:solidFill>
              <a:srgbClr val="E76F51"/>
            </a:solidFill>
            <a:prstDash val="solid"/>
          </a:ln>
        </p:spPr>
      </p:sp>
      <p:sp>
        <p:nvSpPr>
          <p:cNvPr id="97" name="Shape 95"/>
          <p:cNvSpPr/>
          <p:nvPr/>
        </p:nvSpPr>
        <p:spPr>
          <a:xfrm flipV="1">
            <a:off x="5654040" y="1809941"/>
            <a:ext cx="2164080" cy="1120140"/>
          </a:xfrm>
          <a:prstGeom prst="line">
            <a:avLst/>
          </a:prstGeom>
          <a:noFill/>
          <a:ln w="15875">
            <a:solidFill>
              <a:srgbClr val="E76F51"/>
            </a:solidFill>
            <a:prstDash val="solid"/>
          </a:ln>
        </p:spPr>
      </p:sp>
      <p:sp>
        <p:nvSpPr>
          <p:cNvPr id="98" name="Shape 96"/>
          <p:cNvSpPr/>
          <p:nvPr/>
        </p:nvSpPr>
        <p:spPr>
          <a:xfrm>
            <a:off x="7786116" y="1777937"/>
            <a:ext cx="64008" cy="64008"/>
          </a:xfrm>
          <a:prstGeom prst="ellipse">
            <a:avLst/>
          </a:prstGeom>
          <a:solidFill>
            <a:srgbClr val="0B1F3A"/>
          </a:solidFill>
          <a:ln w="12700">
            <a:solidFill>
              <a:srgbClr val="0B1F3A"/>
            </a:solidFill>
            <a:prstDash val="solid"/>
          </a:ln>
        </p:spPr>
      </p:sp>
      <p:sp>
        <p:nvSpPr>
          <p:cNvPr id="99" name="Shape 97"/>
          <p:cNvSpPr/>
          <p:nvPr/>
        </p:nvSpPr>
        <p:spPr>
          <a:xfrm>
            <a:off x="7786116" y="2898077"/>
            <a:ext cx="64008" cy="64008"/>
          </a:xfrm>
          <a:prstGeom prst="ellipse">
            <a:avLst/>
          </a:prstGeom>
          <a:solidFill>
            <a:srgbClr val="0B1F3A"/>
          </a:solidFill>
          <a:ln w="12700">
            <a:solidFill>
              <a:srgbClr val="0B1F3A"/>
            </a:solidFill>
            <a:prstDash val="solid"/>
          </a:ln>
        </p:spPr>
      </p:sp>
      <p:sp>
        <p:nvSpPr>
          <p:cNvPr id="100" name="Text 98"/>
          <p:cNvSpPr txBox="1"/>
          <p:nvPr/>
        </p:nvSpPr>
        <p:spPr>
          <a:xfrm>
            <a:off x="5672328" y="2728913"/>
            <a:ext cx="365760" cy="182880"/>
          </a:xfrm>
          <a:prstGeom prst="rect">
            <a:avLst/>
          </a:prstGeom>
          <a:noFill/>
          <a:ln/>
        </p:spPr>
        <p:txBody>
          <a:bodyPr wrap="square" lIns="0" tIns="0" rIns="0" bIns="0" rtlCol="0" anchor="ctr"/>
          <a:lstStyle/>
          <a:p>
            <a:pPr algn="l" indent="0" marL="0">
              <a:buNone/>
            </a:pPr>
            <a:r>
              <a:rPr lang="en-US" sz="800" b="1" dirty="0">
                <a:solidFill>
                  <a:srgbClr val="E76F51"/>
                </a:solidFill>
                <a:latin typeface="Cambria" pitchFamily="34" charset="0"/>
                <a:ea typeface="Cambria" pitchFamily="34" charset="-122"/>
                <a:cs typeface="Cambria" pitchFamily="34" charset="-120"/>
              </a:rPr>
              <a:t>W₈¹</a:t>
            </a:r>
            <a:endParaRPr lang="en-US" sz="800" dirty="0"/>
          </a:p>
        </p:txBody>
      </p:sp>
      <p:sp>
        <p:nvSpPr>
          <p:cNvPr id="101" name="Shape 99"/>
          <p:cNvSpPr/>
          <p:nvPr/>
        </p:nvSpPr>
        <p:spPr>
          <a:xfrm>
            <a:off x="5654040" y="2089976"/>
            <a:ext cx="2164080" cy="0"/>
          </a:xfrm>
          <a:prstGeom prst="line">
            <a:avLst/>
          </a:prstGeom>
          <a:noFill/>
          <a:ln w="15875">
            <a:solidFill>
              <a:srgbClr val="0B1F3A"/>
            </a:solidFill>
            <a:prstDash val="solid"/>
          </a:ln>
        </p:spPr>
      </p:sp>
      <p:sp>
        <p:nvSpPr>
          <p:cNvPr id="102" name="Shape 100"/>
          <p:cNvSpPr/>
          <p:nvPr/>
        </p:nvSpPr>
        <p:spPr>
          <a:xfrm>
            <a:off x="5654040" y="3210116"/>
            <a:ext cx="2164080" cy="0"/>
          </a:xfrm>
          <a:prstGeom prst="line">
            <a:avLst/>
          </a:prstGeom>
          <a:noFill/>
          <a:ln w="15875">
            <a:solidFill>
              <a:srgbClr val="0B1F3A"/>
            </a:solidFill>
            <a:prstDash val="solid"/>
          </a:ln>
        </p:spPr>
      </p:sp>
      <p:sp>
        <p:nvSpPr>
          <p:cNvPr id="103" name="Shape 101"/>
          <p:cNvSpPr/>
          <p:nvPr/>
        </p:nvSpPr>
        <p:spPr>
          <a:xfrm>
            <a:off x="5654040" y="2089976"/>
            <a:ext cx="2164080" cy="1120140"/>
          </a:xfrm>
          <a:prstGeom prst="line">
            <a:avLst/>
          </a:prstGeom>
          <a:noFill/>
          <a:ln w="15875">
            <a:solidFill>
              <a:srgbClr val="E76F51"/>
            </a:solidFill>
            <a:prstDash val="solid"/>
          </a:ln>
        </p:spPr>
      </p:sp>
      <p:sp>
        <p:nvSpPr>
          <p:cNvPr id="104" name="Shape 102"/>
          <p:cNvSpPr/>
          <p:nvPr/>
        </p:nvSpPr>
        <p:spPr>
          <a:xfrm flipV="1">
            <a:off x="5654040" y="2089976"/>
            <a:ext cx="2164080" cy="1120140"/>
          </a:xfrm>
          <a:prstGeom prst="line">
            <a:avLst/>
          </a:prstGeom>
          <a:noFill/>
          <a:ln w="15875">
            <a:solidFill>
              <a:srgbClr val="E76F51"/>
            </a:solidFill>
            <a:prstDash val="solid"/>
          </a:ln>
        </p:spPr>
      </p:sp>
      <p:sp>
        <p:nvSpPr>
          <p:cNvPr id="105" name="Shape 103"/>
          <p:cNvSpPr/>
          <p:nvPr/>
        </p:nvSpPr>
        <p:spPr>
          <a:xfrm>
            <a:off x="7786116" y="2057972"/>
            <a:ext cx="64008" cy="64008"/>
          </a:xfrm>
          <a:prstGeom prst="ellipse">
            <a:avLst/>
          </a:prstGeom>
          <a:solidFill>
            <a:srgbClr val="0B1F3A"/>
          </a:solidFill>
          <a:ln w="12700">
            <a:solidFill>
              <a:srgbClr val="0B1F3A"/>
            </a:solidFill>
            <a:prstDash val="solid"/>
          </a:ln>
        </p:spPr>
      </p:sp>
      <p:sp>
        <p:nvSpPr>
          <p:cNvPr id="106" name="Shape 104"/>
          <p:cNvSpPr/>
          <p:nvPr/>
        </p:nvSpPr>
        <p:spPr>
          <a:xfrm>
            <a:off x="7786116" y="3178112"/>
            <a:ext cx="64008" cy="64008"/>
          </a:xfrm>
          <a:prstGeom prst="ellipse">
            <a:avLst/>
          </a:prstGeom>
          <a:solidFill>
            <a:srgbClr val="0B1F3A"/>
          </a:solidFill>
          <a:ln w="12700">
            <a:solidFill>
              <a:srgbClr val="0B1F3A"/>
            </a:solidFill>
            <a:prstDash val="solid"/>
          </a:ln>
        </p:spPr>
      </p:sp>
      <p:sp>
        <p:nvSpPr>
          <p:cNvPr id="107" name="Text 105"/>
          <p:cNvSpPr txBox="1"/>
          <p:nvPr/>
        </p:nvSpPr>
        <p:spPr>
          <a:xfrm>
            <a:off x="5672328" y="3008948"/>
            <a:ext cx="365760" cy="182880"/>
          </a:xfrm>
          <a:prstGeom prst="rect">
            <a:avLst/>
          </a:prstGeom>
          <a:noFill/>
          <a:ln/>
        </p:spPr>
        <p:txBody>
          <a:bodyPr wrap="square" lIns="0" tIns="0" rIns="0" bIns="0" rtlCol="0" anchor="ctr"/>
          <a:lstStyle/>
          <a:p>
            <a:pPr algn="l" indent="0" marL="0">
              <a:buNone/>
            </a:pPr>
            <a:r>
              <a:rPr lang="en-US" sz="800" b="1" dirty="0">
                <a:solidFill>
                  <a:srgbClr val="E76F51"/>
                </a:solidFill>
                <a:latin typeface="Cambria" pitchFamily="34" charset="0"/>
                <a:ea typeface="Cambria" pitchFamily="34" charset="-122"/>
                <a:cs typeface="Cambria" pitchFamily="34" charset="-120"/>
              </a:rPr>
              <a:t>W₈²</a:t>
            </a:r>
            <a:endParaRPr lang="en-US" sz="800" dirty="0"/>
          </a:p>
        </p:txBody>
      </p:sp>
      <p:sp>
        <p:nvSpPr>
          <p:cNvPr id="108" name="Shape 106"/>
          <p:cNvSpPr/>
          <p:nvPr/>
        </p:nvSpPr>
        <p:spPr>
          <a:xfrm>
            <a:off x="5654040" y="2370011"/>
            <a:ext cx="2164080" cy="0"/>
          </a:xfrm>
          <a:prstGeom prst="line">
            <a:avLst/>
          </a:prstGeom>
          <a:noFill/>
          <a:ln w="15875">
            <a:solidFill>
              <a:srgbClr val="0B1F3A"/>
            </a:solidFill>
            <a:prstDash val="solid"/>
          </a:ln>
        </p:spPr>
      </p:sp>
      <p:sp>
        <p:nvSpPr>
          <p:cNvPr id="109" name="Shape 107"/>
          <p:cNvSpPr/>
          <p:nvPr/>
        </p:nvSpPr>
        <p:spPr>
          <a:xfrm>
            <a:off x="5654040" y="3490151"/>
            <a:ext cx="2164080" cy="0"/>
          </a:xfrm>
          <a:prstGeom prst="line">
            <a:avLst/>
          </a:prstGeom>
          <a:noFill/>
          <a:ln w="15875">
            <a:solidFill>
              <a:srgbClr val="0B1F3A"/>
            </a:solidFill>
            <a:prstDash val="solid"/>
          </a:ln>
        </p:spPr>
      </p:sp>
      <p:sp>
        <p:nvSpPr>
          <p:cNvPr id="110" name="Shape 108"/>
          <p:cNvSpPr/>
          <p:nvPr/>
        </p:nvSpPr>
        <p:spPr>
          <a:xfrm>
            <a:off x="5654040" y="2370011"/>
            <a:ext cx="2164080" cy="1120140"/>
          </a:xfrm>
          <a:prstGeom prst="line">
            <a:avLst/>
          </a:prstGeom>
          <a:noFill/>
          <a:ln w="15875">
            <a:solidFill>
              <a:srgbClr val="E76F51"/>
            </a:solidFill>
            <a:prstDash val="solid"/>
          </a:ln>
        </p:spPr>
      </p:sp>
      <p:sp>
        <p:nvSpPr>
          <p:cNvPr id="111" name="Shape 109"/>
          <p:cNvSpPr/>
          <p:nvPr/>
        </p:nvSpPr>
        <p:spPr>
          <a:xfrm flipV="1">
            <a:off x="5654040" y="2370011"/>
            <a:ext cx="2164080" cy="1120140"/>
          </a:xfrm>
          <a:prstGeom prst="line">
            <a:avLst/>
          </a:prstGeom>
          <a:noFill/>
          <a:ln w="15875">
            <a:solidFill>
              <a:srgbClr val="E76F51"/>
            </a:solidFill>
            <a:prstDash val="solid"/>
          </a:ln>
        </p:spPr>
      </p:sp>
      <p:sp>
        <p:nvSpPr>
          <p:cNvPr id="112" name="Shape 110"/>
          <p:cNvSpPr/>
          <p:nvPr/>
        </p:nvSpPr>
        <p:spPr>
          <a:xfrm>
            <a:off x="7786116" y="2338007"/>
            <a:ext cx="64008" cy="64008"/>
          </a:xfrm>
          <a:prstGeom prst="ellipse">
            <a:avLst/>
          </a:prstGeom>
          <a:solidFill>
            <a:srgbClr val="0B1F3A"/>
          </a:solidFill>
          <a:ln w="12700">
            <a:solidFill>
              <a:srgbClr val="0B1F3A"/>
            </a:solidFill>
            <a:prstDash val="solid"/>
          </a:ln>
        </p:spPr>
      </p:sp>
      <p:sp>
        <p:nvSpPr>
          <p:cNvPr id="113" name="Shape 111"/>
          <p:cNvSpPr/>
          <p:nvPr/>
        </p:nvSpPr>
        <p:spPr>
          <a:xfrm>
            <a:off x="7786116" y="3458147"/>
            <a:ext cx="64008" cy="64008"/>
          </a:xfrm>
          <a:prstGeom prst="ellipse">
            <a:avLst/>
          </a:prstGeom>
          <a:solidFill>
            <a:srgbClr val="0B1F3A"/>
          </a:solidFill>
          <a:ln w="12700">
            <a:solidFill>
              <a:srgbClr val="0B1F3A"/>
            </a:solidFill>
            <a:prstDash val="solid"/>
          </a:ln>
        </p:spPr>
      </p:sp>
      <p:sp>
        <p:nvSpPr>
          <p:cNvPr id="114" name="Text 112"/>
          <p:cNvSpPr txBox="1"/>
          <p:nvPr/>
        </p:nvSpPr>
        <p:spPr>
          <a:xfrm>
            <a:off x="5672328" y="3288983"/>
            <a:ext cx="365760" cy="182880"/>
          </a:xfrm>
          <a:prstGeom prst="rect">
            <a:avLst/>
          </a:prstGeom>
          <a:noFill/>
          <a:ln/>
        </p:spPr>
        <p:txBody>
          <a:bodyPr wrap="square" lIns="0" tIns="0" rIns="0" bIns="0" rtlCol="0" anchor="ctr"/>
          <a:lstStyle/>
          <a:p>
            <a:pPr algn="l" indent="0" marL="0">
              <a:buNone/>
            </a:pPr>
            <a:r>
              <a:rPr lang="en-US" sz="800" b="1" dirty="0">
                <a:solidFill>
                  <a:srgbClr val="E76F51"/>
                </a:solidFill>
                <a:latin typeface="Cambria" pitchFamily="34" charset="0"/>
                <a:ea typeface="Cambria" pitchFamily="34" charset="-122"/>
                <a:cs typeface="Cambria" pitchFamily="34" charset="-120"/>
              </a:rPr>
              <a:t>W₈³</a:t>
            </a:r>
            <a:endParaRPr lang="en-US" sz="800" dirty="0"/>
          </a:p>
        </p:txBody>
      </p:sp>
      <p:sp>
        <p:nvSpPr>
          <p:cNvPr id="115" name="Text 113"/>
          <p:cNvSpPr txBox="1"/>
          <p:nvPr/>
        </p:nvSpPr>
        <p:spPr>
          <a:xfrm>
            <a:off x="5654040" y="1133856"/>
            <a:ext cx="2164080" cy="228600"/>
          </a:xfrm>
          <a:prstGeom prst="rect">
            <a:avLst/>
          </a:prstGeom>
          <a:noFill/>
          <a:ln/>
        </p:spPr>
        <p:txBody>
          <a:bodyPr wrap="square" lIns="0" tIns="0" rIns="0" bIns="0" rtlCol="0" anchor="ctr"/>
          <a:lstStyle/>
          <a:p>
            <a:pPr algn="ctr" indent="0" marL="0">
              <a:buNone/>
            </a:pPr>
            <a:r>
              <a:rPr lang="en-US" sz="900" b="1" dirty="0">
                <a:solidFill>
                  <a:srgbClr val="E76F51"/>
                </a:solidFill>
                <a:latin typeface="Calibri" pitchFamily="34" charset="0"/>
                <a:ea typeface="Calibri" pitchFamily="34" charset="-122"/>
                <a:cs typeface="Calibri" pitchFamily="34" charset="-120"/>
              </a:rPr>
              <a:t>Stage 3: 8-point</a:t>
            </a:r>
            <a:endParaRPr lang="en-US" sz="900" dirty="0"/>
          </a:p>
        </p:txBody>
      </p:sp>
      <p:sp>
        <p:nvSpPr>
          <p:cNvPr id="116" name="Text 114"/>
          <p:cNvSpPr txBox="1"/>
          <p:nvPr/>
        </p:nvSpPr>
        <p:spPr>
          <a:xfrm>
            <a:off x="548640" y="1133856"/>
            <a:ext cx="777240" cy="228600"/>
          </a:xfrm>
          <a:prstGeom prst="rect">
            <a:avLst/>
          </a:prstGeom>
          <a:noFill/>
          <a:ln/>
        </p:spPr>
        <p:txBody>
          <a:bodyPr wrap="square" lIns="0" tIns="0" rIns="0" bIns="0" rtlCol="0" anchor="ctr"/>
          <a:lstStyle/>
          <a:p>
            <a:pPr algn="ctr" indent="0" marL="0">
              <a:buNone/>
            </a:pPr>
            <a:r>
              <a:rPr lang="en-US" sz="800" i="1" dirty="0">
                <a:solidFill>
                  <a:srgbClr val="5B6B7F"/>
                </a:solidFill>
                <a:latin typeface="Calibri" pitchFamily="34" charset="0"/>
                <a:ea typeface="Calibri" pitchFamily="34" charset="-122"/>
                <a:cs typeface="Calibri" pitchFamily="34" charset="-120"/>
              </a:rPr>
              <a:t>bit-reversed in</a:t>
            </a:r>
            <a:endParaRPr lang="en-US" sz="800" dirty="0"/>
          </a:p>
        </p:txBody>
      </p:sp>
      <p:sp>
        <p:nvSpPr>
          <p:cNvPr id="117" name="Text 115"/>
          <p:cNvSpPr txBox="1"/>
          <p:nvPr/>
        </p:nvSpPr>
        <p:spPr>
          <a:xfrm>
            <a:off x="7818120" y="1133856"/>
            <a:ext cx="777240" cy="228600"/>
          </a:xfrm>
          <a:prstGeom prst="rect">
            <a:avLst/>
          </a:prstGeom>
          <a:noFill/>
          <a:ln/>
        </p:spPr>
        <p:txBody>
          <a:bodyPr wrap="square" lIns="0" tIns="0" rIns="0" bIns="0" rtlCol="0" anchor="ctr"/>
          <a:lstStyle/>
          <a:p>
            <a:pPr algn="ctr" indent="0" marL="0">
              <a:buNone/>
            </a:pPr>
            <a:r>
              <a:rPr lang="en-US" sz="800" i="1" dirty="0">
                <a:solidFill>
                  <a:srgbClr val="5B6B7F"/>
                </a:solidFill>
                <a:latin typeface="Calibri" pitchFamily="34" charset="0"/>
                <a:ea typeface="Calibri" pitchFamily="34" charset="-122"/>
                <a:cs typeface="Calibri" pitchFamily="34" charset="-120"/>
              </a:rPr>
              <a:t>natural order out</a:t>
            </a:r>
            <a:endParaRPr lang="en-US" sz="800" dirty="0"/>
          </a:p>
        </p:txBody>
      </p:sp>
      <p:sp>
        <p:nvSpPr>
          <p:cNvPr id="118" name="Text 116"/>
          <p:cNvSpPr txBox="1"/>
          <p:nvPr/>
        </p:nvSpPr>
        <p:spPr>
          <a:xfrm>
            <a:off x="457200" y="3703320"/>
            <a:ext cx="8229600" cy="91440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Stage 0: reorder inputs in bit-reversed order (x[0], x[4], x[2], x[6], x[1], x[5], x[3], x[7])</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Stage 1: four 2-point butterflies (twiddle W₂⁰ = 1)</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Stage 2: two 4-point combines using W₄⁰, W₄¹</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Stage 3: one 8-point combine using W₈⁰ … W₈³; outputs X[0] … X[7] emerge in natural order</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3 stages × 4 butterflies = 12 butterflies, versus 64 multiplies for the direct DFT</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Windowing and spectral leakage</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36</a:t>
            </a:r>
            <a:endParaRPr lang="en-US" sz="900" dirty="0"/>
          </a:p>
        </p:txBody>
      </p:sp>
      <p:sp>
        <p:nvSpPr>
          <p:cNvPr id="5" name="Shape 3"/>
          <p:cNvSpPr/>
          <p:nvPr/>
        </p:nvSpPr>
        <p:spPr>
          <a:xfrm>
            <a:off x="457200" y="1024128"/>
            <a:ext cx="4023360" cy="777240"/>
          </a:xfrm>
          <a:prstGeom prst="roundRect">
            <a:avLst>
              <a:gd name="adj" fmla="val 9412"/>
            </a:avLst>
          </a:prstGeom>
          <a:solidFill>
            <a:srgbClr val="EEF3F8"/>
          </a:solidFill>
          <a:ln w="12700">
            <a:solidFill>
              <a:srgbClr val="EEF3F8"/>
            </a:solidFill>
            <a:prstDash val="solid"/>
          </a:ln>
        </p:spPr>
      </p:sp>
      <p:sp>
        <p:nvSpPr>
          <p:cNvPr id="6" name="Text 4"/>
          <p:cNvSpPr txBox="1"/>
          <p:nvPr/>
        </p:nvSpPr>
        <p:spPr>
          <a:xfrm>
            <a:off x="594360" y="1024128"/>
            <a:ext cx="3749040" cy="52120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Hann:   w[n] = 0.5 · ( 1 − cos(2πn/N) )</a:t>
            </a:r>
            <a:endParaRPr lang="en-US" sz="1300" dirty="0"/>
          </a:p>
        </p:txBody>
      </p:sp>
      <p:sp>
        <p:nvSpPr>
          <p:cNvPr id="7" name="Text 5"/>
          <p:cNvSpPr txBox="1"/>
          <p:nvPr/>
        </p:nvSpPr>
        <p:spPr>
          <a:xfrm>
            <a:off x="594360" y="14996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Multiply x[n] by w[n] before the FFT</a:t>
            </a:r>
            <a:endParaRPr lang="en-US" sz="1000" dirty="0"/>
          </a:p>
        </p:txBody>
      </p:sp>
      <p:sp>
        <p:nvSpPr>
          <p:cNvPr id="8" name="Text 6"/>
          <p:cNvSpPr txBox="1"/>
          <p:nvPr/>
        </p:nvSpPr>
        <p:spPr>
          <a:xfrm>
            <a:off x="457200" y="1920240"/>
            <a:ext cx="4023360" cy="20116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The DFT assumes the record repeats forever; a tone that does not complete whole cycles has a jump at the seam</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That jump smears energy across all bins: leakage (coral trace, rectangular window)</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A window tapers the record ends to zero, so the seam disappears (teal trace, Hann window)</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Cost: wider main lobe (2 bins vs 1) and scalloping loss; gain: sidelobes drop from −13 dB to −31 dB</a:t>
            </a:r>
            <a:endParaRPr lang="en-US" sz="1150" dirty="0"/>
          </a:p>
        </p:txBody>
      </p:sp>
      <p:graphicFrame>
        <p:nvGraphicFramePr>
          <p:cNvPr id="9" name="Chart 0" descr=""/>
          <p:cNvGraphicFramePr/>
          <p:nvPr/>
        </p:nvGraphicFramePr>
        <p:xfrm>
          <a:off x="4663440" y="1024128"/>
          <a:ext cx="4023360" cy="28346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57200" y="3950208"/>
            <a:ext cx="8229600" cy="658368"/>
          </a:xfrm>
          <a:prstGeom prst="roundRect">
            <a:avLst>
              <a:gd name="adj" fmla="val 11111"/>
            </a:avLst>
          </a:prstGeom>
          <a:solidFill>
            <a:srgbClr val="FFF4D6"/>
          </a:solidFill>
          <a:ln w="12700">
            <a:solidFill>
              <a:srgbClr val="FFF4D6"/>
            </a:solidFill>
            <a:prstDash val="solid"/>
          </a:ln>
        </p:spPr>
      </p:sp>
      <p:sp>
        <p:nvSpPr>
          <p:cNvPr id="11" name="Shape 8"/>
          <p:cNvSpPr/>
          <p:nvPr/>
        </p:nvSpPr>
        <p:spPr>
          <a:xfrm>
            <a:off x="566928" y="4059936"/>
            <a:ext cx="237744" cy="237744"/>
          </a:xfrm>
          <a:prstGeom prst="ellipse">
            <a:avLst/>
          </a:prstGeom>
          <a:solidFill>
            <a:srgbClr val="FFB703"/>
          </a:solidFill>
          <a:ln w="12700">
            <a:solidFill>
              <a:srgbClr val="FFB703"/>
            </a:solidFill>
            <a:prstDash val="solid"/>
          </a:ln>
        </p:spPr>
      </p:sp>
      <p:sp>
        <p:nvSpPr>
          <p:cNvPr id="12" name="Text 9"/>
          <p:cNvSpPr txBox="1"/>
          <p:nvPr/>
        </p:nvSpPr>
        <p:spPr>
          <a:xfrm>
            <a:off x="566928" y="4059936"/>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3" name="Text 10"/>
          <p:cNvSpPr txBox="1"/>
          <p:nvPr/>
        </p:nvSpPr>
        <p:spPr>
          <a:xfrm>
            <a:off x="896112" y="4023360"/>
            <a:ext cx="7680960" cy="512064"/>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Choose the window for the job: Hann for general use, flat-top for amplitude accuracy (&lt; 0.01 dB scalloping), Blackman–Harris for dynamic range (−92 dB sidelobes), Kaiser when you want a tunable trade-off. Coherent gain and equivalent noise bandwidth must be corrected when reading absolute levels.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IFFT: from spectrum back to samples</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DFT, FFT and IFFT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37</a:t>
            </a:r>
            <a:endParaRPr lang="en-US" sz="900" dirty="0"/>
          </a:p>
        </p:txBody>
      </p:sp>
      <p:sp>
        <p:nvSpPr>
          <p:cNvPr id="5" name="Shape 3"/>
          <p:cNvSpPr/>
          <p:nvPr/>
        </p:nvSpPr>
        <p:spPr>
          <a:xfrm>
            <a:off x="457200" y="1024128"/>
            <a:ext cx="4389120" cy="731520"/>
          </a:xfrm>
          <a:prstGeom prst="roundRect">
            <a:avLst>
              <a:gd name="adj" fmla="val 10000"/>
            </a:avLst>
          </a:prstGeom>
          <a:solidFill>
            <a:srgbClr val="EEF3F8"/>
          </a:solidFill>
          <a:ln w="12700">
            <a:solidFill>
              <a:srgbClr val="EEF3F8"/>
            </a:solidFill>
            <a:prstDash val="solid"/>
          </a:ln>
        </p:spPr>
      </p:sp>
      <p:sp>
        <p:nvSpPr>
          <p:cNvPr id="6" name="Text 4"/>
          <p:cNvSpPr txBox="1"/>
          <p:nvPr/>
        </p:nvSpPr>
        <p:spPr>
          <a:xfrm>
            <a:off x="594360" y="1024128"/>
            <a:ext cx="4114800" cy="47548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x[n] = (1/N) · Σₖ₌₀ᴺ⁻¹ X[k] · e^{+j2πkn/N}</a:t>
            </a:r>
            <a:endParaRPr lang="en-US" sz="1300" dirty="0"/>
          </a:p>
        </p:txBody>
      </p:sp>
      <p:sp>
        <p:nvSpPr>
          <p:cNvPr id="7" name="Text 5"/>
          <p:cNvSpPr txBox="1"/>
          <p:nvPr/>
        </p:nvSpPr>
        <p:spPr>
          <a:xfrm>
            <a:off x="594360" y="1453896"/>
            <a:ext cx="41148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Same structure as the DFT: sign flipped, scaled by 1/N</a:t>
            </a:r>
            <a:endParaRPr lang="en-US" sz="1000" dirty="0"/>
          </a:p>
        </p:txBody>
      </p:sp>
      <p:sp>
        <p:nvSpPr>
          <p:cNvPr id="8" name="Shape 6"/>
          <p:cNvSpPr/>
          <p:nvPr/>
        </p:nvSpPr>
        <p:spPr>
          <a:xfrm>
            <a:off x="457200" y="1847088"/>
            <a:ext cx="4389120" cy="731520"/>
          </a:xfrm>
          <a:prstGeom prst="roundRect">
            <a:avLst>
              <a:gd name="adj" fmla="val 10000"/>
            </a:avLst>
          </a:prstGeom>
          <a:solidFill>
            <a:srgbClr val="EEF3F8"/>
          </a:solidFill>
          <a:ln w="12700">
            <a:solidFill>
              <a:srgbClr val="EEF3F8"/>
            </a:solidFill>
            <a:prstDash val="solid"/>
          </a:ln>
        </p:spPr>
      </p:sp>
      <p:sp>
        <p:nvSpPr>
          <p:cNvPr id="9" name="Text 7"/>
          <p:cNvSpPr txBox="1"/>
          <p:nvPr/>
        </p:nvSpPr>
        <p:spPr>
          <a:xfrm>
            <a:off x="594360" y="1847088"/>
            <a:ext cx="4114800" cy="47548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IFFT(X) = conj( FFT( conj(X) ) ) / N</a:t>
            </a:r>
            <a:endParaRPr lang="en-US" sz="1500" dirty="0"/>
          </a:p>
        </p:txBody>
      </p:sp>
      <p:sp>
        <p:nvSpPr>
          <p:cNvPr id="10" name="Text 8"/>
          <p:cNvSpPr txBox="1"/>
          <p:nvPr/>
        </p:nvSpPr>
        <p:spPr>
          <a:xfrm>
            <a:off x="594360" y="2276856"/>
            <a:ext cx="411480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One FFT engine serves both directions</a:t>
            </a:r>
            <a:endParaRPr lang="en-US" sz="1000" dirty="0"/>
          </a:p>
        </p:txBody>
      </p:sp>
      <p:sp>
        <p:nvSpPr>
          <p:cNvPr id="11" name="Text 9"/>
          <p:cNvSpPr txBox="1"/>
          <p:nvPr/>
        </p:nvSpPr>
        <p:spPr>
          <a:xfrm>
            <a:off x="457200" y="2697480"/>
            <a:ext cx="4389120" cy="1234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Chart: 64 samples of a signal and its IFFT(FFT(x)) reconstruction lie exactly on top of each other</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Round-trip error is at the floating-point limit (≈ 10⁻¹⁶); the pair is lossless</a:t>
            </a:r>
            <a:endParaRPr lang="en-US" sz="1150" dirty="0"/>
          </a:p>
          <a:p>
            <a:pPr marL="342900" indent="-342900">
              <a:spcAft>
                <a:spcPts val="400"/>
              </a:spcAft>
              <a:buSzPct val="100000"/>
              <a:buChar char="•"/>
            </a:pPr>
            <a:r>
              <a:rPr lang="en-US" sz="1150" dirty="0">
                <a:solidFill>
                  <a:srgbClr val="14213D"/>
                </a:solidFill>
                <a:latin typeface="Calibri" pitchFamily="34" charset="0"/>
                <a:ea typeface="Calibri" pitchFamily="34" charset="-122"/>
                <a:cs typeface="Calibri" pitchFamily="34" charset="-120"/>
              </a:rPr>
              <a:t>Modify X[k] in between (zero some bins) and you have built a filter</a:t>
            </a:r>
            <a:endParaRPr lang="en-US" sz="1150" dirty="0"/>
          </a:p>
        </p:txBody>
      </p:sp>
      <p:graphicFrame>
        <p:nvGraphicFramePr>
          <p:cNvPr id="12" name="Chart 0" descr=""/>
          <p:cNvGraphicFramePr/>
          <p:nvPr/>
        </p:nvGraphicFramePr>
        <p:xfrm>
          <a:off x="5120640" y="1024128"/>
          <a:ext cx="3566160" cy="219456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120640" y="3291840"/>
            <a:ext cx="3566160" cy="566928"/>
          </a:xfrm>
          <a:prstGeom prst="rect">
            <a:avLst/>
          </a:prstGeom>
          <a:noFill/>
          <a:ln/>
        </p:spPr>
        <p:txBody>
          <a:bodyPr wrap="square" lIns="0" tIns="0" rIns="0" bIns="0" rtlCol="0" anchor="b"/>
          <a:lstStyle/>
          <a:p>
            <a:pPr algn="ctr" indent="0" marL="0">
              <a:buNone/>
            </a:pPr>
            <a:r>
              <a:rPr lang="en-US" sz="2600" b="1" dirty="0">
                <a:solidFill>
                  <a:srgbClr val="2EC4B6"/>
                </a:solidFill>
                <a:latin typeface="Cambria" pitchFamily="34" charset="0"/>
                <a:ea typeface="Cambria" pitchFamily="34" charset="-122"/>
                <a:cs typeface="Cambria" pitchFamily="34" charset="-120"/>
              </a:rPr>
              <a:t>5.6e-16</a:t>
            </a:r>
            <a:endParaRPr lang="en-US" sz="2600" dirty="0"/>
          </a:p>
        </p:txBody>
      </p:sp>
      <p:sp>
        <p:nvSpPr>
          <p:cNvPr id="14" name="Text 11"/>
          <p:cNvSpPr txBox="1"/>
          <p:nvPr/>
        </p:nvSpPr>
        <p:spPr>
          <a:xfrm>
            <a:off x="5120640" y="3858768"/>
            <a:ext cx="3566160" cy="347472"/>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max |x − IFFT(FFT(x))|, measured by this build</a:t>
            </a:r>
            <a:endParaRPr lang="en-US" sz="1100" dirty="0"/>
          </a:p>
        </p:txBody>
      </p:sp>
      <p:sp>
        <p:nvSpPr>
          <p:cNvPr id="15" name="Shape 12"/>
          <p:cNvSpPr/>
          <p:nvPr/>
        </p:nvSpPr>
        <p:spPr>
          <a:xfrm>
            <a:off x="457200" y="3977640"/>
            <a:ext cx="4389120" cy="640080"/>
          </a:xfrm>
          <a:prstGeom prst="roundRect">
            <a:avLst>
              <a:gd name="adj" fmla="val 11429"/>
            </a:avLst>
          </a:prstGeom>
          <a:solidFill>
            <a:srgbClr val="FFF4D6"/>
          </a:solidFill>
          <a:ln w="12700">
            <a:solidFill>
              <a:srgbClr val="FFF4D6"/>
            </a:solidFill>
            <a:prstDash val="solid"/>
          </a:ln>
        </p:spPr>
      </p:sp>
      <p:sp>
        <p:nvSpPr>
          <p:cNvPr id="16" name="Shape 13"/>
          <p:cNvSpPr/>
          <p:nvPr/>
        </p:nvSpPr>
        <p:spPr>
          <a:xfrm>
            <a:off x="566928" y="4087368"/>
            <a:ext cx="237744" cy="237744"/>
          </a:xfrm>
          <a:prstGeom prst="ellipse">
            <a:avLst/>
          </a:prstGeom>
          <a:solidFill>
            <a:srgbClr val="FFB703"/>
          </a:solidFill>
          <a:ln w="12700">
            <a:solidFill>
              <a:srgbClr val="FFB703"/>
            </a:solidFill>
            <a:prstDash val="solid"/>
          </a:ln>
        </p:spPr>
      </p:sp>
      <p:sp>
        <p:nvSpPr>
          <p:cNvPr id="17" name="Text 14"/>
          <p:cNvSpPr txBox="1"/>
          <p:nvPr/>
        </p:nvSpPr>
        <p:spPr>
          <a:xfrm>
            <a:off x="566928" y="4087368"/>
            <a:ext cx="237744" cy="237744"/>
          </a:xfrm>
          <a:prstGeom prst="rect">
            <a:avLst/>
          </a:prstGeom>
          <a:noFill/>
          <a:ln/>
        </p:spPr>
        <p:txBody>
          <a:bodyPr wrap="square" lIns="0" tIns="0" rIns="0" bIns="0" rtlCol="0" anchor="ctr"/>
          <a:lstStyle/>
          <a:p>
            <a:pPr algn="ctr" indent="0" marL="0">
              <a:buNone/>
            </a:pPr>
            <a:r>
              <a:rPr lang="en-US" sz="1100" dirty="0">
                <a:solidFill>
                  <a:srgbClr val="0B1F3A"/>
                </a:solidFill>
              </a:rPr>
              <a:t>★</a:t>
            </a:r>
            <a:endParaRPr lang="en-US" sz="1100" dirty="0"/>
          </a:p>
        </p:txBody>
      </p:sp>
      <p:sp>
        <p:nvSpPr>
          <p:cNvPr id="18" name="Text 15"/>
          <p:cNvSpPr txBox="1"/>
          <p:nvPr/>
        </p:nvSpPr>
        <p:spPr>
          <a:xfrm>
            <a:off x="896112" y="4050792"/>
            <a:ext cx="3840480" cy="49377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Expert corner  </a:t>
            </a:r>
            <a:pPr indent="0" marL="0">
              <a:buNone/>
            </a:pPr>
            <a:r>
              <a:rPr lang="en-US" sz="1050" dirty="0">
                <a:solidFill>
                  <a:srgbClr val="14213D"/>
                </a:solidFill>
                <a:latin typeface="Calibri" pitchFamily="34" charset="0"/>
                <a:ea typeface="Calibri" pitchFamily="34" charset="-122"/>
                <a:cs typeface="Calibri" pitchFamily="34" charset="-120"/>
              </a:rPr>
              <a:t>Fast convolution: y = IFFT(FFT(x) · FFT(h)) is circular convolution; overlap-add or overlap-save with zero padding makes it linear. It beats direct convolution for filter lengths above roughly 64 taps.</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Part 4</a:t>
            </a:r>
            <a:endParaRPr lang="en-US" sz="3000" dirty="0"/>
          </a:p>
        </p:txBody>
      </p:sp>
      <p:sp>
        <p:nvSpPr>
          <p:cNvPr id="3" name="Shape 1"/>
          <p:cNvSpPr/>
          <p:nvPr/>
        </p:nvSpPr>
        <p:spPr>
          <a:xfrm>
            <a:off x="457200" y="1325880"/>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32588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234440"/>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DFT: X[k] = Σ x[n] e^{−j2πkn/N}; bin k is at k·f_s/N; resolution f_s/N</a:t>
            </a:r>
            <a:endParaRPr lang="en-US" sz="1600" dirty="0"/>
          </a:p>
        </p:txBody>
      </p:sp>
      <p:sp>
        <p:nvSpPr>
          <p:cNvPr id="6" name="Shape 4"/>
          <p:cNvSpPr/>
          <p:nvPr/>
        </p:nvSpPr>
        <p:spPr>
          <a:xfrm>
            <a:off x="457200" y="1892808"/>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9280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801368"/>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Each bin is a correlation with a cosine and a sine of frequency f_k</a:t>
            </a:r>
            <a:endParaRPr lang="en-US" sz="1600" dirty="0"/>
          </a:p>
        </p:txBody>
      </p:sp>
      <p:sp>
        <p:nvSpPr>
          <p:cNvPr id="9" name="Shape 7"/>
          <p:cNvSpPr/>
          <p:nvPr/>
        </p:nvSpPr>
        <p:spPr>
          <a:xfrm>
            <a:off x="457200" y="2459736"/>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5973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68296"/>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FFT = the same DFT computed with (N/2) log₂N butterflies instead of N² multiplies</a:t>
            </a:r>
            <a:endParaRPr lang="en-US" sz="1600" dirty="0"/>
          </a:p>
        </p:txBody>
      </p:sp>
      <p:sp>
        <p:nvSpPr>
          <p:cNvPr id="12" name="Shape 10"/>
          <p:cNvSpPr/>
          <p:nvPr/>
        </p:nvSpPr>
        <p:spPr>
          <a:xfrm>
            <a:off x="457200" y="3026664"/>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302666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935224"/>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Window before you transform; leakage comes from the seam</a:t>
            </a:r>
            <a:endParaRPr lang="en-US" sz="1600" dirty="0"/>
          </a:p>
        </p:txBody>
      </p:sp>
      <p:sp>
        <p:nvSpPr>
          <p:cNvPr id="15" name="Shape 13"/>
          <p:cNvSpPr/>
          <p:nvPr/>
        </p:nvSpPr>
        <p:spPr>
          <a:xfrm>
            <a:off x="457200" y="3593592"/>
            <a:ext cx="274320" cy="274320"/>
          </a:xfrm>
          <a:prstGeom prst="ellipse">
            <a:avLst/>
          </a:prstGeom>
          <a:solidFill>
            <a:srgbClr val="2EC4B6"/>
          </a:solidFill>
          <a:ln w="12700">
            <a:solidFill>
              <a:srgbClr val="2EC4B6"/>
            </a:solidFill>
            <a:prstDash val="solid"/>
          </a:ln>
        </p:spPr>
      </p:sp>
      <p:sp>
        <p:nvSpPr>
          <p:cNvPr id="16" name="Text 14"/>
          <p:cNvSpPr txBox="1"/>
          <p:nvPr/>
        </p:nvSpPr>
        <p:spPr>
          <a:xfrm>
            <a:off x="457200" y="3593592"/>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7" name="Text 15"/>
          <p:cNvSpPr txBox="1"/>
          <p:nvPr/>
        </p:nvSpPr>
        <p:spPr>
          <a:xfrm>
            <a:off x="868680" y="3502152"/>
            <a:ext cx="781812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IFFT: flip the sign, divide by N; FFT and IFFT are a lossless pair</a:t>
            </a:r>
            <a:endParaRPr lang="en-US" sz="1600" dirty="0"/>
          </a:p>
        </p:txBody>
      </p:sp>
      <p:sp>
        <p:nvSpPr>
          <p:cNvPr id="18" name="Text 16"/>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09728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5</a:t>
            </a:r>
            <a:endParaRPr lang="en-US" sz="1400" dirty="0"/>
          </a:p>
        </p:txBody>
      </p:sp>
      <p:sp>
        <p:nvSpPr>
          <p:cNvPr id="3" name="Text 1"/>
          <p:cNvSpPr txBox="1"/>
          <p:nvPr/>
        </p:nvSpPr>
        <p:spPr>
          <a:xfrm>
            <a:off x="457200" y="146304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Putting it together</a:t>
            </a:r>
            <a:endParaRPr lang="en-US" sz="4000" dirty="0"/>
          </a:p>
        </p:txBody>
      </p:sp>
      <p:sp>
        <p:nvSpPr>
          <p:cNvPr id="4" name="Text 2"/>
          <p:cNvSpPr txBox="1"/>
          <p:nvPr/>
        </p:nvSpPr>
        <p:spPr>
          <a:xfrm>
            <a:off x="457200" y="242316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One worked example, where the FFT lives in real systems, and the classic mistakes</a:t>
            </a:r>
            <a:endParaRPr lang="en-US" sz="1600" dirty="0"/>
          </a:p>
        </p:txBody>
      </p:sp>
      <p:sp>
        <p:nvSpPr>
          <p:cNvPr id="5" name="Text 3"/>
          <p:cNvSpPr txBox="1"/>
          <p:nvPr/>
        </p:nvSpPr>
        <p:spPr>
          <a:xfrm>
            <a:off x="457200" y="292608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13 minutes</a:t>
            </a:r>
            <a:endParaRPr lang="en-US" sz="1100" dirty="0"/>
          </a:p>
        </p:txBody>
      </p:sp>
      <p:sp>
        <p:nvSpPr>
          <p:cNvPr id="6" name="Text 4"/>
          <p:cNvSpPr txBox="1"/>
          <p:nvPr/>
        </p:nvSpPr>
        <p:spPr>
          <a:xfrm>
            <a:off x="457200" y="3611880"/>
            <a:ext cx="2743200" cy="228600"/>
          </a:xfrm>
          <a:prstGeom prst="rect">
            <a:avLst/>
          </a:prstGeom>
          <a:noFill/>
          <a:ln/>
        </p:spPr>
        <p:txBody>
          <a:bodyPr wrap="square" lIns="0" tIns="0" rIns="0" bIns="0" rtlCol="0" anchor="ctr"/>
          <a:lstStyle/>
          <a:p>
            <a:pPr indent="0" marL="0">
              <a:buNone/>
            </a:pPr>
            <a:r>
              <a:rPr lang="en-US" sz="900" i="1" dirty="0">
                <a:solidFill>
                  <a:srgbClr val="B8C4D6"/>
                </a:solidFill>
                <a:latin typeface="Calibri" pitchFamily="34" charset="0"/>
                <a:ea typeface="Calibri" pitchFamily="34" charset="-122"/>
                <a:cs typeface="Calibri" pitchFamily="34" charset="-120"/>
              </a:rPr>
              <a:t>You are here</a:t>
            </a:r>
            <a:endParaRPr lang="en-US" sz="900" dirty="0"/>
          </a:p>
        </p:txBody>
      </p:sp>
      <p:sp>
        <p:nvSpPr>
          <p:cNvPr id="7" name="Text 5"/>
          <p:cNvSpPr txBox="1"/>
          <p:nvPr/>
        </p:nvSpPr>
        <p:spPr>
          <a:xfrm>
            <a:off x="457200"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Antenna</a:t>
            </a:r>
            <a:endParaRPr lang="en-US" sz="1000" dirty="0"/>
          </a:p>
        </p:txBody>
      </p:sp>
      <p:sp>
        <p:nvSpPr>
          <p:cNvPr id="8" name="Shape 6"/>
          <p:cNvSpPr/>
          <p:nvPr/>
        </p:nvSpPr>
        <p:spPr>
          <a:xfrm>
            <a:off x="1460427" y="4091940"/>
            <a:ext cx="201168" cy="0"/>
          </a:xfrm>
          <a:prstGeom prst="line">
            <a:avLst/>
          </a:prstGeom>
          <a:noFill/>
          <a:ln w="15875">
            <a:solidFill>
              <a:srgbClr val="8FA3BF"/>
            </a:solidFill>
            <a:prstDash val="solid"/>
            <a:tailEnd type="triangle"/>
          </a:ln>
        </p:spPr>
      </p:sp>
      <p:sp>
        <p:nvSpPr>
          <p:cNvPr id="9" name="Text 7"/>
          <p:cNvSpPr txBox="1"/>
          <p:nvPr/>
        </p:nvSpPr>
        <p:spPr>
          <a:xfrm>
            <a:off x="1661595"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LNA</a:t>
            </a:r>
            <a:endParaRPr lang="en-US" sz="1000" dirty="0"/>
          </a:p>
        </p:txBody>
      </p:sp>
      <p:sp>
        <p:nvSpPr>
          <p:cNvPr id="10" name="Shape 8"/>
          <p:cNvSpPr/>
          <p:nvPr/>
        </p:nvSpPr>
        <p:spPr>
          <a:xfrm>
            <a:off x="2664823" y="4091940"/>
            <a:ext cx="201168" cy="0"/>
          </a:xfrm>
          <a:prstGeom prst="line">
            <a:avLst/>
          </a:prstGeom>
          <a:noFill/>
          <a:ln w="15875">
            <a:solidFill>
              <a:srgbClr val="8FA3BF"/>
            </a:solidFill>
            <a:prstDash val="solid"/>
            <a:tailEnd type="triangle"/>
          </a:ln>
        </p:spPr>
      </p:sp>
      <p:sp>
        <p:nvSpPr>
          <p:cNvPr id="11" name="Text 9"/>
          <p:cNvSpPr txBox="1"/>
          <p:nvPr/>
        </p:nvSpPr>
        <p:spPr>
          <a:xfrm>
            <a:off x="2865991"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Mixer</a:t>
            </a:r>
            <a:endParaRPr lang="en-US" sz="1000" dirty="0"/>
          </a:p>
        </p:txBody>
      </p:sp>
      <p:sp>
        <p:nvSpPr>
          <p:cNvPr id="12" name="Shape 10"/>
          <p:cNvSpPr/>
          <p:nvPr/>
        </p:nvSpPr>
        <p:spPr>
          <a:xfrm>
            <a:off x="3869218" y="4091940"/>
            <a:ext cx="201168" cy="0"/>
          </a:xfrm>
          <a:prstGeom prst="line">
            <a:avLst/>
          </a:prstGeom>
          <a:noFill/>
          <a:ln w="15875">
            <a:solidFill>
              <a:srgbClr val="8FA3BF"/>
            </a:solidFill>
            <a:prstDash val="solid"/>
            <a:tailEnd type="triangle"/>
          </a:ln>
        </p:spPr>
      </p:sp>
      <p:sp>
        <p:nvSpPr>
          <p:cNvPr id="13" name="Text 11"/>
          <p:cNvSpPr txBox="1"/>
          <p:nvPr/>
        </p:nvSpPr>
        <p:spPr>
          <a:xfrm>
            <a:off x="4070386"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Filter</a:t>
            </a:r>
            <a:endParaRPr lang="en-US" sz="1000" dirty="0"/>
          </a:p>
        </p:txBody>
      </p:sp>
      <p:sp>
        <p:nvSpPr>
          <p:cNvPr id="14" name="Shape 12"/>
          <p:cNvSpPr/>
          <p:nvPr/>
        </p:nvSpPr>
        <p:spPr>
          <a:xfrm>
            <a:off x="5073614" y="4091940"/>
            <a:ext cx="201168" cy="0"/>
          </a:xfrm>
          <a:prstGeom prst="line">
            <a:avLst/>
          </a:prstGeom>
          <a:noFill/>
          <a:ln w="15875">
            <a:solidFill>
              <a:srgbClr val="8FA3BF"/>
            </a:solidFill>
            <a:prstDash val="solid"/>
            <a:tailEnd type="triangle"/>
          </a:ln>
        </p:spPr>
      </p:sp>
      <p:sp>
        <p:nvSpPr>
          <p:cNvPr id="15" name="Text 13"/>
          <p:cNvSpPr txBox="1"/>
          <p:nvPr/>
        </p:nvSpPr>
        <p:spPr>
          <a:xfrm>
            <a:off x="5274782"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ADC</a:t>
            </a:r>
            <a:endParaRPr lang="en-US" sz="1000" dirty="0"/>
          </a:p>
        </p:txBody>
      </p:sp>
      <p:sp>
        <p:nvSpPr>
          <p:cNvPr id="16" name="Shape 14"/>
          <p:cNvSpPr/>
          <p:nvPr/>
        </p:nvSpPr>
        <p:spPr>
          <a:xfrm>
            <a:off x="6278009" y="4091940"/>
            <a:ext cx="201168" cy="0"/>
          </a:xfrm>
          <a:prstGeom prst="line">
            <a:avLst/>
          </a:prstGeom>
          <a:noFill/>
          <a:ln w="15875">
            <a:solidFill>
              <a:srgbClr val="8FA3BF"/>
            </a:solidFill>
            <a:prstDash val="solid"/>
            <a:tailEnd type="triangle"/>
          </a:ln>
        </p:spPr>
      </p:sp>
      <p:sp>
        <p:nvSpPr>
          <p:cNvPr id="17" name="Text 15"/>
          <p:cNvSpPr txBox="1"/>
          <p:nvPr/>
        </p:nvSpPr>
        <p:spPr>
          <a:xfrm>
            <a:off x="6479177" y="3840480"/>
            <a:ext cx="1003227" cy="502920"/>
          </a:xfrm>
          <a:prstGeom prst="roundRect">
            <a:avLst>
              <a:gd name="adj" fmla="val 10909"/>
            </a:avLst>
          </a:prstGeom>
          <a:solidFill>
            <a:srgbClr val="13294B"/>
          </a:solidFill>
          <a:ln w="9525">
            <a:solidFill>
              <a:srgbClr val="13294B"/>
            </a:solidFill>
          </a:ln>
        </p:spPr>
        <p:txBody>
          <a:bodyPr wrap="square" lIns="254" tIns="254" rIns="254" bIns="254"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DSP</a:t>
            </a:r>
            <a:endParaRPr lang="en-US" sz="1000" dirty="0"/>
          </a:p>
        </p:txBody>
      </p:sp>
      <p:sp>
        <p:nvSpPr>
          <p:cNvPr id="18" name="Shape 16"/>
          <p:cNvSpPr/>
          <p:nvPr/>
        </p:nvSpPr>
        <p:spPr>
          <a:xfrm>
            <a:off x="7482405" y="4091940"/>
            <a:ext cx="201168" cy="0"/>
          </a:xfrm>
          <a:prstGeom prst="line">
            <a:avLst/>
          </a:prstGeom>
          <a:noFill/>
          <a:ln w="15875">
            <a:solidFill>
              <a:srgbClr val="8FA3BF"/>
            </a:solidFill>
            <a:prstDash val="solid"/>
            <a:tailEnd type="triangle"/>
          </a:ln>
        </p:spPr>
      </p:sp>
      <p:sp>
        <p:nvSpPr>
          <p:cNvPr id="19" name="Text 17"/>
          <p:cNvSpPr txBox="1"/>
          <p:nvPr/>
        </p:nvSpPr>
        <p:spPr>
          <a:xfrm>
            <a:off x="7683573" y="3840480"/>
            <a:ext cx="1003227" cy="502920"/>
          </a:xfrm>
          <a:prstGeom prst="roundRect">
            <a:avLst>
              <a:gd name="adj" fmla="val 10909"/>
            </a:avLst>
          </a:prstGeom>
          <a:solidFill>
            <a:srgbClr val="2EC4B6"/>
          </a:solidFill>
          <a:ln w="9525">
            <a:solidFill>
              <a:srgbClr val="2EC4B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Data</a:t>
            </a:r>
            <a:endParaRPr lang="en-US" sz="1000" dirty="0"/>
          </a:p>
        </p:txBody>
      </p:sp>
      <p:sp>
        <p:nvSpPr>
          <p:cNvPr id="20" name="Text 18"/>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Worked example: 2.4 GHz tone to an FFT bin</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5 · Putting it together</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40</a:t>
            </a:r>
            <a:endParaRPr lang="en-US" sz="900" dirty="0"/>
          </a:p>
        </p:txBody>
      </p:sp>
      <p:sp>
        <p:nvSpPr>
          <p:cNvPr id="5" name="Shape 3"/>
          <p:cNvSpPr/>
          <p:nvPr/>
        </p:nvSpPr>
        <p:spPr>
          <a:xfrm>
            <a:off x="457200" y="1143000"/>
            <a:ext cx="310896" cy="310896"/>
          </a:xfrm>
          <a:prstGeom prst="ellipse">
            <a:avLst/>
          </a:prstGeom>
          <a:solidFill>
            <a:srgbClr val="0B1F3A"/>
          </a:solidFill>
          <a:ln w="12700">
            <a:solidFill>
              <a:srgbClr val="0B1F3A"/>
            </a:solidFill>
            <a:prstDash val="solid"/>
          </a:ln>
        </p:spPr>
      </p:sp>
      <p:sp>
        <p:nvSpPr>
          <p:cNvPr id="6" name="Text 4"/>
          <p:cNvSpPr txBox="1"/>
          <p:nvPr/>
        </p:nvSpPr>
        <p:spPr>
          <a:xfrm>
            <a:off x="457200" y="11430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896112" y="1024128"/>
            <a:ext cx="5029200" cy="5486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RF input</a:t>
            </a:r>
            <a:endParaRPr lang="en-US" sz="1200" dirty="0"/>
          </a:p>
          <a:p>
            <a:pPr indent="0" marL="0">
              <a:buNone/>
            </a:pPr>
            <a:r>
              <a:rPr lang="en-US" sz="1100" dirty="0">
                <a:solidFill>
                  <a:srgbClr val="14213D"/>
                </a:solidFill>
                <a:latin typeface="Cambria" pitchFamily="34" charset="0"/>
                <a:ea typeface="Cambria" pitchFamily="34" charset="-122"/>
                <a:cs typeface="Cambria" pitchFamily="34" charset="-120"/>
              </a:rPr>
              <a:t>f_RF = 2.400 GHz, P = −60 dBm at the ADC after LNA and mixer gain</a:t>
            </a:r>
            <a:endParaRPr lang="en-US" sz="1200" dirty="0"/>
          </a:p>
        </p:txBody>
      </p:sp>
      <p:sp>
        <p:nvSpPr>
          <p:cNvPr id="8" name="Shape 6"/>
          <p:cNvSpPr/>
          <p:nvPr/>
        </p:nvSpPr>
        <p:spPr>
          <a:xfrm>
            <a:off x="457200" y="1728216"/>
            <a:ext cx="310896" cy="310896"/>
          </a:xfrm>
          <a:prstGeom prst="ellipse">
            <a:avLst/>
          </a:prstGeom>
          <a:solidFill>
            <a:srgbClr val="0B1F3A"/>
          </a:solidFill>
          <a:ln w="12700">
            <a:solidFill>
              <a:srgbClr val="0B1F3A"/>
            </a:solidFill>
            <a:prstDash val="solid"/>
          </a:ln>
        </p:spPr>
      </p:sp>
      <p:sp>
        <p:nvSpPr>
          <p:cNvPr id="9" name="Text 7"/>
          <p:cNvSpPr txBox="1"/>
          <p:nvPr/>
        </p:nvSpPr>
        <p:spPr>
          <a:xfrm>
            <a:off x="457200" y="17282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896112" y="1609344"/>
            <a:ext cx="5029200" cy="5486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Downconvert</a:t>
            </a:r>
            <a:endParaRPr lang="en-US" sz="1200" dirty="0"/>
          </a:p>
          <a:p>
            <a:pPr indent="0" marL="0">
              <a:buNone/>
            </a:pPr>
            <a:r>
              <a:rPr lang="en-US" sz="1100" dirty="0">
                <a:solidFill>
                  <a:srgbClr val="14213D"/>
                </a:solidFill>
                <a:latin typeface="Cambria" pitchFamily="34" charset="0"/>
                <a:ea typeface="Cambria" pitchFamily="34" charset="-122"/>
                <a:cs typeface="Cambria" pitchFamily="34" charset="-120"/>
              </a:rPr>
              <a:t>LO = 2.390 GHz → IF = 10 MHz; anti-alias filter passes 5–15 MHz</a:t>
            </a:r>
            <a:endParaRPr lang="en-US" sz="1200" dirty="0"/>
          </a:p>
        </p:txBody>
      </p:sp>
      <p:sp>
        <p:nvSpPr>
          <p:cNvPr id="11" name="Shape 9"/>
          <p:cNvSpPr/>
          <p:nvPr/>
        </p:nvSpPr>
        <p:spPr>
          <a:xfrm>
            <a:off x="457200" y="2313432"/>
            <a:ext cx="310896" cy="310896"/>
          </a:xfrm>
          <a:prstGeom prst="ellipse">
            <a:avLst/>
          </a:prstGeom>
          <a:solidFill>
            <a:srgbClr val="0B1F3A"/>
          </a:solidFill>
          <a:ln w="12700">
            <a:solidFill>
              <a:srgbClr val="0B1F3A"/>
            </a:solidFill>
            <a:prstDash val="solid"/>
          </a:ln>
        </p:spPr>
      </p:sp>
      <p:sp>
        <p:nvSpPr>
          <p:cNvPr id="12" name="Text 10"/>
          <p:cNvSpPr txBox="1"/>
          <p:nvPr/>
        </p:nvSpPr>
        <p:spPr>
          <a:xfrm>
            <a:off x="457200" y="2313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896112" y="2194560"/>
            <a:ext cx="5029200" cy="5486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Sample</a:t>
            </a:r>
            <a:endParaRPr lang="en-US" sz="1200" dirty="0"/>
          </a:p>
          <a:p>
            <a:pPr indent="0" marL="0">
              <a:buNone/>
            </a:pPr>
            <a:r>
              <a:rPr lang="en-US" sz="1100" dirty="0">
                <a:solidFill>
                  <a:srgbClr val="14213D"/>
                </a:solidFill>
                <a:latin typeface="Cambria" pitchFamily="34" charset="0"/>
                <a:ea typeface="Cambria" pitchFamily="34" charset="-122"/>
                <a:cs typeface="Cambria" pitchFamily="34" charset="-120"/>
              </a:rPr>
              <a:t>f_s = 40 MSPS (&gt; 2 × 15 MHz), 12-bit: ideal SNR = 74 dB</a:t>
            </a:r>
            <a:endParaRPr lang="en-US" sz="1200" dirty="0"/>
          </a:p>
        </p:txBody>
      </p:sp>
      <p:sp>
        <p:nvSpPr>
          <p:cNvPr id="14" name="Shape 12"/>
          <p:cNvSpPr/>
          <p:nvPr/>
        </p:nvSpPr>
        <p:spPr>
          <a:xfrm>
            <a:off x="457200" y="2898648"/>
            <a:ext cx="310896" cy="310896"/>
          </a:xfrm>
          <a:prstGeom prst="ellipse">
            <a:avLst/>
          </a:prstGeom>
          <a:solidFill>
            <a:srgbClr val="0B1F3A"/>
          </a:solidFill>
          <a:ln w="12700">
            <a:solidFill>
              <a:srgbClr val="0B1F3A"/>
            </a:solidFill>
            <a:prstDash val="solid"/>
          </a:ln>
        </p:spPr>
      </p:sp>
      <p:sp>
        <p:nvSpPr>
          <p:cNvPr id="15" name="Text 13"/>
          <p:cNvSpPr txBox="1"/>
          <p:nvPr/>
        </p:nvSpPr>
        <p:spPr>
          <a:xfrm>
            <a:off x="457200" y="28986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896112" y="2779776"/>
            <a:ext cx="5029200" cy="5486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FFT</a:t>
            </a:r>
            <a:endParaRPr lang="en-US" sz="1200" dirty="0"/>
          </a:p>
          <a:p>
            <a:pPr indent="0" marL="0">
              <a:buNone/>
            </a:pPr>
            <a:r>
              <a:rPr lang="en-US" sz="1100" dirty="0">
                <a:solidFill>
                  <a:srgbClr val="14213D"/>
                </a:solidFill>
                <a:latin typeface="Cambria" pitchFamily="34" charset="0"/>
                <a:ea typeface="Cambria" pitchFamily="34" charset="-122"/>
                <a:cs typeface="Cambria" pitchFamily="34" charset="-120"/>
              </a:rPr>
              <a:t>N = 1024 → Δf = 40e6 / 1024 = 39.06 kHz; bin = 10e6 / 39.06e3 = 256</a:t>
            </a:r>
            <a:endParaRPr lang="en-US" sz="1200" dirty="0"/>
          </a:p>
        </p:txBody>
      </p:sp>
      <p:sp>
        <p:nvSpPr>
          <p:cNvPr id="17" name="Shape 15"/>
          <p:cNvSpPr/>
          <p:nvPr/>
        </p:nvSpPr>
        <p:spPr>
          <a:xfrm>
            <a:off x="457200" y="3483864"/>
            <a:ext cx="310896" cy="310896"/>
          </a:xfrm>
          <a:prstGeom prst="ellipse">
            <a:avLst/>
          </a:prstGeom>
          <a:solidFill>
            <a:srgbClr val="0B1F3A"/>
          </a:solidFill>
          <a:ln w="12700">
            <a:solidFill>
              <a:srgbClr val="0B1F3A"/>
            </a:solidFill>
            <a:prstDash val="solid"/>
          </a:ln>
        </p:spPr>
      </p:sp>
      <p:sp>
        <p:nvSpPr>
          <p:cNvPr id="18" name="Text 16"/>
          <p:cNvSpPr txBox="1"/>
          <p:nvPr/>
        </p:nvSpPr>
        <p:spPr>
          <a:xfrm>
            <a:off x="457200" y="34838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896112" y="3364992"/>
            <a:ext cx="5029200" cy="5486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Noise floor</a:t>
            </a:r>
            <a:endParaRPr lang="en-US" sz="1200" dirty="0"/>
          </a:p>
          <a:p>
            <a:pPr indent="0" marL="0">
              <a:buNone/>
            </a:pPr>
            <a:r>
              <a:rPr lang="en-US" sz="1100" dirty="0">
                <a:solidFill>
                  <a:srgbClr val="14213D"/>
                </a:solidFill>
                <a:latin typeface="Cambria" pitchFamily="34" charset="0"/>
                <a:ea typeface="Cambria" pitchFamily="34" charset="-122"/>
                <a:cs typeface="Cambria" pitchFamily="34" charset="-120"/>
              </a:rPr>
              <a:t>FFT floor = −74 − 10 log₁₀(1024/2) = −74 − 27 = −101 dBFS</a:t>
            </a:r>
            <a:endParaRPr lang="en-US" sz="1200" dirty="0"/>
          </a:p>
        </p:txBody>
      </p:sp>
      <p:sp>
        <p:nvSpPr>
          <p:cNvPr id="20" name="Shape 18"/>
          <p:cNvSpPr/>
          <p:nvPr/>
        </p:nvSpPr>
        <p:spPr>
          <a:xfrm>
            <a:off x="457200" y="4069080"/>
            <a:ext cx="310896" cy="310896"/>
          </a:xfrm>
          <a:prstGeom prst="ellipse">
            <a:avLst/>
          </a:prstGeom>
          <a:solidFill>
            <a:srgbClr val="2EC4B6"/>
          </a:solidFill>
          <a:ln w="12700">
            <a:solidFill>
              <a:srgbClr val="2EC4B6"/>
            </a:solidFill>
            <a:prstDash val="solid"/>
          </a:ln>
        </p:spPr>
      </p:sp>
      <p:sp>
        <p:nvSpPr>
          <p:cNvPr id="21" name="Text 19"/>
          <p:cNvSpPr txBox="1"/>
          <p:nvPr/>
        </p:nvSpPr>
        <p:spPr>
          <a:xfrm>
            <a:off x="457200" y="4069080"/>
            <a:ext cx="310896" cy="310896"/>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6</a:t>
            </a:r>
            <a:endParaRPr lang="en-US" sz="1100" dirty="0"/>
          </a:p>
        </p:txBody>
      </p:sp>
      <p:sp>
        <p:nvSpPr>
          <p:cNvPr id="22" name="Text 20"/>
          <p:cNvSpPr txBox="1"/>
          <p:nvPr/>
        </p:nvSpPr>
        <p:spPr>
          <a:xfrm>
            <a:off x="896112" y="3950208"/>
            <a:ext cx="5029200" cy="5486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Result</a:t>
            </a:r>
            <a:endParaRPr lang="en-US" sz="1200" dirty="0"/>
          </a:p>
          <a:p>
            <a:pPr indent="0" marL="0">
              <a:buNone/>
            </a:pPr>
            <a:r>
              <a:rPr lang="en-US" sz="1100" dirty="0">
                <a:solidFill>
                  <a:srgbClr val="14213D"/>
                </a:solidFill>
                <a:latin typeface="Cambria" pitchFamily="34" charset="0"/>
                <a:ea typeface="Cambria" pitchFamily="34" charset="-122"/>
                <a:cs typeface="Cambria" pitchFamily="34" charset="-120"/>
              </a:rPr>
              <a:t>Peak in bin 256, 101 dB above the FFT noise floor (ideal, no jitter)</a:t>
            </a:r>
            <a:endParaRPr lang="en-US" sz="1200" dirty="0"/>
          </a:p>
        </p:txBody>
      </p:sp>
      <p:sp>
        <p:nvSpPr>
          <p:cNvPr id="23" name="Shape 21"/>
          <p:cNvSpPr/>
          <p:nvPr/>
        </p:nvSpPr>
        <p:spPr>
          <a:xfrm>
            <a:off x="5943600" y="1024128"/>
            <a:ext cx="2743200" cy="1097280"/>
          </a:xfrm>
          <a:prstGeom prst="roundRect">
            <a:avLst>
              <a:gd name="adj" fmla="val 6667"/>
            </a:avLst>
          </a:prstGeom>
          <a:solidFill>
            <a:srgbClr val="EEF3F8"/>
          </a:solidFill>
          <a:ln w="12700">
            <a:solidFill>
              <a:srgbClr val="EEF3F8"/>
            </a:solidFill>
            <a:prstDash val="solid"/>
          </a:ln>
        </p:spPr>
      </p:sp>
      <p:sp>
        <p:nvSpPr>
          <p:cNvPr id="24" name="Text 22"/>
          <p:cNvSpPr txBox="1"/>
          <p:nvPr/>
        </p:nvSpPr>
        <p:spPr>
          <a:xfrm>
            <a:off x="6080760" y="1024128"/>
            <a:ext cx="2468880" cy="8412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FFT noise floor (dBFS) =</a:t>
            </a:r>
            <a:endParaRPr lang="en-US" sz="1200" dirty="0"/>
          </a:p>
          <a:p>
            <a:pPr algn="ctr" indent="0" marL="0">
              <a:buNone/>
            </a:pPr>
            <a:r>
              <a:rPr lang="en-US" sz="1200" dirty="0">
                <a:solidFill>
                  <a:srgbClr val="0B1F3A"/>
                </a:solidFill>
                <a:latin typeface="Cambria" pitchFamily="34" charset="0"/>
                <a:ea typeface="Cambria" pitchFamily="34" charset="-122"/>
                <a:cs typeface="Cambria" pitchFamily="34" charset="-120"/>
              </a:rPr>
              <a:t>−(6.02 N_bits + 1.76)</a:t>
            </a:r>
            <a:endParaRPr lang="en-US" sz="1200" dirty="0"/>
          </a:p>
          <a:p>
            <a:pPr algn="ctr" indent="0" marL="0">
              <a:buNone/>
            </a:pPr>
            <a:r>
              <a:rPr lang="en-US" sz="1200" dirty="0">
                <a:solidFill>
                  <a:srgbClr val="0B1F3A"/>
                </a:solidFill>
                <a:latin typeface="Cambria" pitchFamily="34" charset="0"/>
                <a:ea typeface="Cambria" pitchFamily="34" charset="-122"/>
                <a:cs typeface="Cambria" pitchFamily="34" charset="-120"/>
              </a:rPr>
              <a:t>− 10 log₁₀(N/2)</a:t>
            </a:r>
            <a:endParaRPr lang="en-US" sz="1200" dirty="0"/>
          </a:p>
        </p:txBody>
      </p:sp>
      <p:sp>
        <p:nvSpPr>
          <p:cNvPr id="25" name="Text 23"/>
          <p:cNvSpPr txBox="1"/>
          <p:nvPr/>
        </p:nvSpPr>
        <p:spPr>
          <a:xfrm>
            <a:off x="6080760" y="1819656"/>
            <a:ext cx="246888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Processing gain: quantisation noise spreads across N/2 bins</a:t>
            </a:r>
            <a:endParaRPr lang="en-US" sz="1000" dirty="0"/>
          </a:p>
        </p:txBody>
      </p:sp>
      <p:sp>
        <p:nvSpPr>
          <p:cNvPr id="26" name="Text 24"/>
          <p:cNvSpPr txBox="1"/>
          <p:nvPr/>
        </p:nvSpPr>
        <p:spPr>
          <a:xfrm>
            <a:off x="5943600" y="2240280"/>
            <a:ext cx="2743200" cy="453542"/>
          </a:xfrm>
          <a:prstGeom prst="rect">
            <a:avLst/>
          </a:prstGeom>
          <a:noFill/>
          <a:ln/>
        </p:spPr>
        <p:txBody>
          <a:bodyPr wrap="square" lIns="0" tIns="0" rIns="0" bIns="0" rtlCol="0" anchor="b"/>
          <a:lstStyle/>
          <a:p>
            <a:pPr algn="ctr" indent="0" marL="0">
              <a:buNone/>
            </a:pPr>
            <a:r>
              <a:rPr lang="en-US" sz="2400" b="1" dirty="0">
                <a:solidFill>
                  <a:srgbClr val="2EC4B6"/>
                </a:solidFill>
                <a:latin typeface="Cambria" pitchFamily="34" charset="0"/>
                <a:ea typeface="Cambria" pitchFamily="34" charset="-122"/>
                <a:cs typeface="Cambria" pitchFamily="34" charset="-120"/>
              </a:rPr>
              <a:t>bin 256</a:t>
            </a:r>
            <a:endParaRPr lang="en-US" sz="2400" dirty="0"/>
          </a:p>
        </p:txBody>
      </p:sp>
      <p:sp>
        <p:nvSpPr>
          <p:cNvPr id="27" name="Text 25"/>
          <p:cNvSpPr txBox="1"/>
          <p:nvPr/>
        </p:nvSpPr>
        <p:spPr>
          <a:xfrm>
            <a:off x="5943600" y="2693822"/>
            <a:ext cx="2743200" cy="277978"/>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10 MHz ÷ 39.06 kHz</a:t>
            </a:r>
            <a:endParaRPr lang="en-US" sz="1100" dirty="0"/>
          </a:p>
        </p:txBody>
      </p:sp>
      <p:sp>
        <p:nvSpPr>
          <p:cNvPr id="28" name="Text 26"/>
          <p:cNvSpPr txBox="1"/>
          <p:nvPr/>
        </p:nvSpPr>
        <p:spPr>
          <a:xfrm>
            <a:off x="5943600" y="3017520"/>
            <a:ext cx="1325880" cy="453542"/>
          </a:xfrm>
          <a:prstGeom prst="rect">
            <a:avLst/>
          </a:prstGeom>
          <a:noFill/>
          <a:ln/>
        </p:spPr>
        <p:txBody>
          <a:bodyPr wrap="square" lIns="0" tIns="0" rIns="0" bIns="0" rtlCol="0" anchor="b"/>
          <a:lstStyle/>
          <a:p>
            <a:pPr algn="ctr" indent="0" marL="0">
              <a:buNone/>
            </a:pPr>
            <a:r>
              <a:rPr lang="en-US" sz="2000" b="1" dirty="0">
                <a:solidFill>
                  <a:srgbClr val="0B1F3A"/>
                </a:solidFill>
                <a:latin typeface="Cambria" pitchFamily="34" charset="0"/>
                <a:ea typeface="Cambria" pitchFamily="34" charset="-122"/>
                <a:cs typeface="Cambria" pitchFamily="34" charset="-120"/>
              </a:rPr>
              <a:t>74 dB</a:t>
            </a:r>
            <a:endParaRPr lang="en-US" sz="2000" dirty="0"/>
          </a:p>
        </p:txBody>
      </p:sp>
      <p:sp>
        <p:nvSpPr>
          <p:cNvPr id="29" name="Text 27"/>
          <p:cNvSpPr txBox="1"/>
          <p:nvPr/>
        </p:nvSpPr>
        <p:spPr>
          <a:xfrm>
            <a:off x="5943600" y="3471062"/>
            <a:ext cx="1325880" cy="277978"/>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ideal 12-bit SNR</a:t>
            </a:r>
            <a:endParaRPr lang="en-US" sz="1100" dirty="0"/>
          </a:p>
        </p:txBody>
      </p:sp>
      <p:sp>
        <p:nvSpPr>
          <p:cNvPr id="30" name="Text 28"/>
          <p:cNvSpPr txBox="1"/>
          <p:nvPr/>
        </p:nvSpPr>
        <p:spPr>
          <a:xfrm>
            <a:off x="7315200" y="3017520"/>
            <a:ext cx="1371600" cy="453542"/>
          </a:xfrm>
          <a:prstGeom prst="rect">
            <a:avLst/>
          </a:prstGeom>
          <a:noFill/>
          <a:ln/>
        </p:spPr>
        <p:txBody>
          <a:bodyPr wrap="square" lIns="0" tIns="0" rIns="0" bIns="0" rtlCol="0" anchor="b"/>
          <a:lstStyle/>
          <a:p>
            <a:pPr algn="ctr" indent="0" marL="0">
              <a:buNone/>
            </a:pPr>
            <a:r>
              <a:rPr lang="en-US" sz="2000" b="1" dirty="0">
                <a:solidFill>
                  <a:srgbClr val="0B1F3A"/>
                </a:solidFill>
                <a:latin typeface="Cambria" pitchFamily="34" charset="0"/>
                <a:ea typeface="Cambria" pitchFamily="34" charset="-122"/>
                <a:cs typeface="Cambria" pitchFamily="34" charset="-120"/>
              </a:rPr>
              <a:t>−101 dBFS</a:t>
            </a:r>
            <a:endParaRPr lang="en-US" sz="2000" dirty="0"/>
          </a:p>
        </p:txBody>
      </p:sp>
      <p:sp>
        <p:nvSpPr>
          <p:cNvPr id="31" name="Text 29"/>
          <p:cNvSpPr txBox="1"/>
          <p:nvPr/>
        </p:nvSpPr>
        <p:spPr>
          <a:xfrm>
            <a:off x="7315200" y="3471062"/>
            <a:ext cx="1371600" cy="277978"/>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FFT noise floor</a:t>
            </a:r>
            <a:endParaRPr lang="en-US" sz="1100" dirty="0"/>
          </a:p>
        </p:txBody>
      </p:sp>
      <p:sp>
        <p:nvSpPr>
          <p:cNvPr id="32" name="Text 30"/>
          <p:cNvSpPr txBox="1"/>
          <p:nvPr/>
        </p:nvSpPr>
        <p:spPr>
          <a:xfrm>
            <a:off x="5943600" y="3931920"/>
            <a:ext cx="2743200" cy="45720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Every number here comes from an equation shown earlier.</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Where the FFT lives: OFDM in Wi-Fi, LTE and 5G</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5 · Putting it together</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41</a:t>
            </a:r>
            <a:endParaRPr lang="en-US" sz="900" dirty="0"/>
          </a:p>
        </p:txBody>
      </p:sp>
      <p:sp>
        <p:nvSpPr>
          <p:cNvPr id="5" name="Text 3"/>
          <p:cNvSpPr txBox="1"/>
          <p:nvPr/>
        </p:nvSpPr>
        <p:spPr>
          <a:xfrm>
            <a:off x="457200" y="1069848"/>
            <a:ext cx="457200" cy="502920"/>
          </a:xfrm>
          <a:prstGeom prst="rect">
            <a:avLst/>
          </a:prstGeom>
          <a:noFill/>
          <a:ln/>
        </p:spPr>
        <p:txBody>
          <a:bodyPr wrap="square" lIns="0" tIns="0" rIns="0" bIns="0" rtlCol="0" anchor="ctr"/>
          <a:lstStyle/>
          <a:p>
            <a:pPr algn="r" indent="0" marL="0">
              <a:buNone/>
            </a:pPr>
            <a:r>
              <a:rPr lang="en-US" sz="1000" b="1" dirty="0">
                <a:solidFill>
                  <a:srgbClr val="0B1F3A"/>
                </a:solidFill>
                <a:latin typeface="Calibri" pitchFamily="34" charset="0"/>
                <a:ea typeface="Calibri" pitchFamily="34" charset="-122"/>
                <a:cs typeface="Calibri" pitchFamily="34" charset="-120"/>
              </a:rPr>
              <a:t>TX</a:t>
            </a:r>
            <a:endParaRPr lang="en-US" sz="1000" dirty="0"/>
          </a:p>
        </p:txBody>
      </p:sp>
      <p:sp>
        <p:nvSpPr>
          <p:cNvPr id="6" name="Text 4"/>
          <p:cNvSpPr txBox="1"/>
          <p:nvPr/>
        </p:nvSpPr>
        <p:spPr>
          <a:xfrm>
            <a:off x="960120" y="106984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QAM</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symbols</a:t>
            </a:r>
            <a:endParaRPr lang="en-US" sz="900" dirty="0"/>
          </a:p>
        </p:txBody>
      </p:sp>
      <p:sp>
        <p:nvSpPr>
          <p:cNvPr id="7" name="Shape 5"/>
          <p:cNvSpPr/>
          <p:nvPr/>
        </p:nvSpPr>
        <p:spPr>
          <a:xfrm>
            <a:off x="2286000" y="1321308"/>
            <a:ext cx="274320" cy="0"/>
          </a:xfrm>
          <a:prstGeom prst="line">
            <a:avLst/>
          </a:prstGeom>
          <a:noFill/>
          <a:ln w="15875">
            <a:solidFill>
              <a:srgbClr val="5B6B7F"/>
            </a:solidFill>
            <a:prstDash val="solid"/>
            <a:tailEnd type="triangle"/>
          </a:ln>
        </p:spPr>
      </p:sp>
      <p:sp>
        <p:nvSpPr>
          <p:cNvPr id="8" name="Text 6"/>
          <p:cNvSpPr txBox="1"/>
          <p:nvPr/>
        </p:nvSpPr>
        <p:spPr>
          <a:xfrm>
            <a:off x="2560320" y="106984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Serial →</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parallel</a:t>
            </a:r>
            <a:endParaRPr lang="en-US" sz="900" dirty="0"/>
          </a:p>
        </p:txBody>
      </p:sp>
      <p:sp>
        <p:nvSpPr>
          <p:cNvPr id="9" name="Shape 7"/>
          <p:cNvSpPr/>
          <p:nvPr/>
        </p:nvSpPr>
        <p:spPr>
          <a:xfrm>
            <a:off x="3886200" y="1321308"/>
            <a:ext cx="274320" cy="0"/>
          </a:xfrm>
          <a:prstGeom prst="line">
            <a:avLst/>
          </a:prstGeom>
          <a:noFill/>
          <a:ln w="15875">
            <a:solidFill>
              <a:srgbClr val="5B6B7F"/>
            </a:solidFill>
            <a:prstDash val="solid"/>
            <a:tailEnd type="triangle"/>
          </a:ln>
        </p:spPr>
      </p:sp>
      <p:sp>
        <p:nvSpPr>
          <p:cNvPr id="10" name="Text 8"/>
          <p:cNvSpPr txBox="1"/>
          <p:nvPr/>
        </p:nvSpPr>
        <p:spPr>
          <a:xfrm>
            <a:off x="4160520" y="1069848"/>
            <a:ext cx="1325880" cy="502920"/>
          </a:xfrm>
          <a:prstGeom prst="roundRect">
            <a:avLst>
              <a:gd name="adj" fmla="val 10909"/>
            </a:avLst>
          </a:prstGeom>
          <a:solidFill>
            <a:srgbClr val="2EC4B6"/>
          </a:solidFill>
          <a:ln w="9525">
            <a:solidFill>
              <a:srgbClr val="2EC4B6"/>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IFFT</a:t>
            </a:r>
            <a:endParaRPr lang="en-US" sz="900" dirty="0"/>
          </a:p>
        </p:txBody>
      </p:sp>
      <p:sp>
        <p:nvSpPr>
          <p:cNvPr id="11" name="Shape 9"/>
          <p:cNvSpPr/>
          <p:nvPr/>
        </p:nvSpPr>
        <p:spPr>
          <a:xfrm>
            <a:off x="5486400" y="1321308"/>
            <a:ext cx="274320" cy="0"/>
          </a:xfrm>
          <a:prstGeom prst="line">
            <a:avLst/>
          </a:prstGeom>
          <a:noFill/>
          <a:ln w="15875">
            <a:solidFill>
              <a:srgbClr val="5B6B7F"/>
            </a:solidFill>
            <a:prstDash val="solid"/>
            <a:tailEnd type="triangle"/>
          </a:ln>
        </p:spPr>
      </p:sp>
      <p:sp>
        <p:nvSpPr>
          <p:cNvPr id="12" name="Text 10"/>
          <p:cNvSpPr txBox="1"/>
          <p:nvPr/>
        </p:nvSpPr>
        <p:spPr>
          <a:xfrm>
            <a:off x="5760720" y="106984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Add cyclic</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prefix</a:t>
            </a:r>
            <a:endParaRPr lang="en-US" sz="900" dirty="0"/>
          </a:p>
        </p:txBody>
      </p:sp>
      <p:sp>
        <p:nvSpPr>
          <p:cNvPr id="13" name="Shape 11"/>
          <p:cNvSpPr/>
          <p:nvPr/>
        </p:nvSpPr>
        <p:spPr>
          <a:xfrm>
            <a:off x="7086600" y="1321308"/>
            <a:ext cx="274320" cy="0"/>
          </a:xfrm>
          <a:prstGeom prst="line">
            <a:avLst/>
          </a:prstGeom>
          <a:noFill/>
          <a:ln w="15875">
            <a:solidFill>
              <a:srgbClr val="5B6B7F"/>
            </a:solidFill>
            <a:prstDash val="solid"/>
            <a:tailEnd type="triangle"/>
          </a:ln>
        </p:spPr>
      </p:sp>
      <p:sp>
        <p:nvSpPr>
          <p:cNvPr id="14" name="Text 12"/>
          <p:cNvSpPr txBox="1"/>
          <p:nvPr/>
        </p:nvSpPr>
        <p:spPr>
          <a:xfrm>
            <a:off x="7360920" y="106984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DAC + RF</a:t>
            </a:r>
            <a:endParaRPr lang="en-US" sz="900" dirty="0"/>
          </a:p>
        </p:txBody>
      </p:sp>
      <p:sp>
        <p:nvSpPr>
          <p:cNvPr id="15" name="Text 13"/>
          <p:cNvSpPr txBox="1"/>
          <p:nvPr/>
        </p:nvSpPr>
        <p:spPr>
          <a:xfrm>
            <a:off x="457200" y="2075688"/>
            <a:ext cx="457200" cy="502920"/>
          </a:xfrm>
          <a:prstGeom prst="rect">
            <a:avLst/>
          </a:prstGeom>
          <a:noFill/>
          <a:ln/>
        </p:spPr>
        <p:txBody>
          <a:bodyPr wrap="square" lIns="0" tIns="0" rIns="0" bIns="0" rtlCol="0" anchor="ctr"/>
          <a:lstStyle/>
          <a:p>
            <a:pPr algn="r" indent="0" marL="0">
              <a:buNone/>
            </a:pPr>
            <a:r>
              <a:rPr lang="en-US" sz="1000" b="1" dirty="0">
                <a:solidFill>
                  <a:srgbClr val="0B1F3A"/>
                </a:solidFill>
                <a:latin typeface="Calibri" pitchFamily="34" charset="0"/>
                <a:ea typeface="Calibri" pitchFamily="34" charset="-122"/>
                <a:cs typeface="Calibri" pitchFamily="34" charset="-120"/>
              </a:rPr>
              <a:t>RX</a:t>
            </a:r>
            <a:endParaRPr lang="en-US" sz="1000" dirty="0"/>
          </a:p>
        </p:txBody>
      </p:sp>
      <p:sp>
        <p:nvSpPr>
          <p:cNvPr id="16" name="Text 14"/>
          <p:cNvSpPr txBox="1"/>
          <p:nvPr/>
        </p:nvSpPr>
        <p:spPr>
          <a:xfrm>
            <a:off x="960120" y="207568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RF + ADC</a:t>
            </a:r>
            <a:endParaRPr lang="en-US" sz="900" dirty="0"/>
          </a:p>
        </p:txBody>
      </p:sp>
      <p:sp>
        <p:nvSpPr>
          <p:cNvPr id="17" name="Shape 15"/>
          <p:cNvSpPr/>
          <p:nvPr/>
        </p:nvSpPr>
        <p:spPr>
          <a:xfrm>
            <a:off x="2286000" y="2327148"/>
            <a:ext cx="274320" cy="0"/>
          </a:xfrm>
          <a:prstGeom prst="line">
            <a:avLst/>
          </a:prstGeom>
          <a:noFill/>
          <a:ln w="15875">
            <a:solidFill>
              <a:srgbClr val="5B6B7F"/>
            </a:solidFill>
            <a:prstDash val="solid"/>
            <a:tailEnd type="triangle"/>
          </a:ln>
        </p:spPr>
      </p:sp>
      <p:sp>
        <p:nvSpPr>
          <p:cNvPr id="18" name="Text 16"/>
          <p:cNvSpPr txBox="1"/>
          <p:nvPr/>
        </p:nvSpPr>
        <p:spPr>
          <a:xfrm>
            <a:off x="2560320" y="207568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Remove</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prefix</a:t>
            </a:r>
            <a:endParaRPr lang="en-US" sz="900" dirty="0"/>
          </a:p>
        </p:txBody>
      </p:sp>
      <p:sp>
        <p:nvSpPr>
          <p:cNvPr id="19" name="Shape 17"/>
          <p:cNvSpPr/>
          <p:nvPr/>
        </p:nvSpPr>
        <p:spPr>
          <a:xfrm>
            <a:off x="3886200" y="2327148"/>
            <a:ext cx="274320" cy="0"/>
          </a:xfrm>
          <a:prstGeom prst="line">
            <a:avLst/>
          </a:prstGeom>
          <a:noFill/>
          <a:ln w="15875">
            <a:solidFill>
              <a:srgbClr val="5B6B7F"/>
            </a:solidFill>
            <a:prstDash val="solid"/>
            <a:tailEnd type="triangle"/>
          </a:ln>
        </p:spPr>
      </p:sp>
      <p:sp>
        <p:nvSpPr>
          <p:cNvPr id="20" name="Text 18"/>
          <p:cNvSpPr txBox="1"/>
          <p:nvPr/>
        </p:nvSpPr>
        <p:spPr>
          <a:xfrm>
            <a:off x="4160520" y="2075688"/>
            <a:ext cx="1325880" cy="502920"/>
          </a:xfrm>
          <a:prstGeom prst="roundRect">
            <a:avLst>
              <a:gd name="adj" fmla="val 10909"/>
            </a:avLst>
          </a:prstGeom>
          <a:solidFill>
            <a:srgbClr val="2EC4B6"/>
          </a:solidFill>
          <a:ln w="9525">
            <a:solidFill>
              <a:srgbClr val="2EC4B6"/>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FFT</a:t>
            </a:r>
            <a:endParaRPr lang="en-US" sz="900" dirty="0"/>
          </a:p>
        </p:txBody>
      </p:sp>
      <p:sp>
        <p:nvSpPr>
          <p:cNvPr id="21" name="Shape 19"/>
          <p:cNvSpPr/>
          <p:nvPr/>
        </p:nvSpPr>
        <p:spPr>
          <a:xfrm>
            <a:off x="5486400" y="2327148"/>
            <a:ext cx="274320" cy="0"/>
          </a:xfrm>
          <a:prstGeom prst="line">
            <a:avLst/>
          </a:prstGeom>
          <a:noFill/>
          <a:ln w="15875">
            <a:solidFill>
              <a:srgbClr val="5B6B7F"/>
            </a:solidFill>
            <a:prstDash val="solid"/>
            <a:tailEnd type="triangle"/>
          </a:ln>
        </p:spPr>
      </p:sp>
      <p:sp>
        <p:nvSpPr>
          <p:cNvPr id="22" name="Text 20"/>
          <p:cNvSpPr txBox="1"/>
          <p:nvPr/>
        </p:nvSpPr>
        <p:spPr>
          <a:xfrm>
            <a:off x="5760720" y="207568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Equalise</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(1 tap/bin)</a:t>
            </a:r>
            <a:endParaRPr lang="en-US" sz="900" dirty="0"/>
          </a:p>
        </p:txBody>
      </p:sp>
      <p:sp>
        <p:nvSpPr>
          <p:cNvPr id="23" name="Shape 21"/>
          <p:cNvSpPr/>
          <p:nvPr/>
        </p:nvSpPr>
        <p:spPr>
          <a:xfrm>
            <a:off x="7086600" y="2327148"/>
            <a:ext cx="274320" cy="0"/>
          </a:xfrm>
          <a:prstGeom prst="line">
            <a:avLst/>
          </a:prstGeom>
          <a:noFill/>
          <a:ln w="15875">
            <a:solidFill>
              <a:srgbClr val="5B6B7F"/>
            </a:solidFill>
            <a:prstDash val="solid"/>
            <a:tailEnd type="triangle"/>
          </a:ln>
        </p:spPr>
      </p:sp>
      <p:sp>
        <p:nvSpPr>
          <p:cNvPr id="24" name="Text 22"/>
          <p:cNvSpPr txBox="1"/>
          <p:nvPr/>
        </p:nvSpPr>
        <p:spPr>
          <a:xfrm>
            <a:off x="7360920" y="2075688"/>
            <a:ext cx="1325880" cy="502920"/>
          </a:xfrm>
          <a:prstGeom prst="roundRect">
            <a:avLst>
              <a:gd name="adj" fmla="val 10909"/>
            </a:avLst>
          </a:prstGeom>
          <a:solidFill>
            <a:srgbClr val="EEF3F8"/>
          </a:solidFill>
          <a:ln w="9525">
            <a:solidFill>
              <a:srgbClr val="EEF3F8"/>
            </a:solidFill>
          </a:ln>
        </p:spPr>
        <p:txBody>
          <a:bodyPr wrap="square" lIns="254" tIns="254" rIns="254" bIns="254"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QAM</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decisions</a:t>
            </a:r>
            <a:endParaRPr lang="en-US" sz="900" dirty="0"/>
          </a:p>
        </p:txBody>
      </p:sp>
      <p:sp>
        <p:nvSpPr>
          <p:cNvPr id="25" name="Shape 23"/>
          <p:cNvSpPr/>
          <p:nvPr/>
        </p:nvSpPr>
        <p:spPr>
          <a:xfrm>
            <a:off x="8023860" y="1572768"/>
            <a:ext cx="0" cy="502920"/>
          </a:xfrm>
          <a:prstGeom prst="line">
            <a:avLst/>
          </a:prstGeom>
          <a:noFill/>
          <a:ln w="15875">
            <a:solidFill>
              <a:srgbClr val="E76F51"/>
            </a:solidFill>
            <a:prstDash val="dash"/>
            <a:tailEnd type="triangle"/>
          </a:ln>
        </p:spPr>
      </p:sp>
      <p:sp>
        <p:nvSpPr>
          <p:cNvPr id="26" name="Text 24"/>
          <p:cNvSpPr txBox="1"/>
          <p:nvPr/>
        </p:nvSpPr>
        <p:spPr>
          <a:xfrm>
            <a:off x="6835140" y="1682496"/>
            <a:ext cx="1097280" cy="274320"/>
          </a:xfrm>
          <a:prstGeom prst="rect">
            <a:avLst/>
          </a:prstGeom>
          <a:noFill/>
          <a:ln/>
        </p:spPr>
        <p:txBody>
          <a:bodyPr wrap="square" lIns="0" tIns="0" rIns="0" bIns="0" rtlCol="0" anchor="ctr"/>
          <a:lstStyle/>
          <a:p>
            <a:pPr algn="r" indent="0" marL="0">
              <a:buNone/>
            </a:pPr>
            <a:r>
              <a:rPr lang="en-US" sz="900" i="1" dirty="0">
                <a:solidFill>
                  <a:srgbClr val="E76F51"/>
                </a:solidFill>
                <a:latin typeface="Calibri" pitchFamily="34" charset="0"/>
                <a:ea typeface="Calibri" pitchFamily="34" charset="-122"/>
                <a:cs typeface="Calibri" pitchFamily="34" charset="-120"/>
              </a:rPr>
              <a:t>multipath channel</a:t>
            </a:r>
            <a:endParaRPr lang="en-US" sz="900" dirty="0"/>
          </a:p>
        </p:txBody>
      </p:sp>
      <p:graphicFrame>
        <p:nvGraphicFramePr>
          <p:cNvPr id="27" name="Chart 0" descr=""/>
          <p:cNvGraphicFramePr/>
          <p:nvPr/>
        </p:nvGraphicFramePr>
        <p:xfrm>
          <a:off x="457200" y="2606040"/>
          <a:ext cx="4023360" cy="1371600"/>
        </p:xfrm>
        <a:graphic xmlns:a="http://schemas.openxmlformats.org/drawingml/2006/main">
          <a:graphicData uri="http://schemas.openxmlformats.org/drawingml/2006/chart">
            <c:chart xmlns:c="http://schemas.openxmlformats.org/drawingml/2006/chart" r:id="rId1"/>
          </a:graphicData>
        </a:graphic>
      </p:graphicFrame>
      <p:graphicFrame>
        <p:nvGraphicFramePr>
          <p:cNvPr id="28" name="Chart 1" descr=""/>
          <p:cNvGraphicFramePr/>
          <p:nvPr/>
        </p:nvGraphicFramePr>
        <p:xfrm>
          <a:off x="4663440" y="2606040"/>
          <a:ext cx="4023360" cy="1371600"/>
        </p:xfrm>
        <a:graphic xmlns:a="http://schemas.openxmlformats.org/drawingml/2006/main">
          <a:graphicData uri="http://schemas.openxmlformats.org/drawingml/2006/chart">
            <c:chart xmlns:c="http://schemas.openxmlformats.org/drawingml/2006/chart" r:id="rId2"/>
          </a:graphicData>
        </a:graphic>
      </p:graphicFrame>
      <p:sp>
        <p:nvSpPr>
          <p:cNvPr id="29" name="Text 25"/>
          <p:cNvSpPr txBox="1"/>
          <p:nvPr/>
        </p:nvSpPr>
        <p:spPr>
          <a:xfrm>
            <a:off x="457200" y="4041648"/>
            <a:ext cx="8229600" cy="594360"/>
          </a:xfrm>
          <a:prstGeom prst="rect">
            <a:avLst/>
          </a:prstGeom>
          <a:noFill/>
          <a:ln/>
        </p:spPr>
        <p:txBody>
          <a:bodyPr wrap="square" lIns="0" tIns="0" rIns="0" bIns="0" rtlCol="0" anchor="t"/>
          <a:lstStyle/>
          <a:p>
            <a:pPr marL="342900" indent="-342900">
              <a:spcAft>
                <a:spcPts val="100"/>
              </a:spcAft>
              <a:buSzPct val="100000"/>
              <a:buChar char="•"/>
            </a:pPr>
            <a:r>
              <a:rPr lang="en-US" sz="1050" dirty="0">
                <a:solidFill>
                  <a:srgbClr val="14213D"/>
                </a:solidFill>
                <a:latin typeface="Calibri" pitchFamily="34" charset="0"/>
                <a:ea typeface="Calibri" pitchFamily="34" charset="-122"/>
                <a:cs typeface="Calibri" pitchFamily="34" charset="-120"/>
              </a:rPr>
              <a:t>Transmitter: place QPSK / QAM symbols on N subcarriers, IFFT → one time-domain symbol, add cyclic prefix</a:t>
            </a:r>
            <a:endParaRPr lang="en-US" sz="1050" dirty="0"/>
          </a:p>
          <a:p>
            <a:pPr marL="342900" indent="-342900">
              <a:spcAft>
                <a:spcPts val="100"/>
              </a:spcAft>
              <a:buSzPct val="100000"/>
              <a:buChar char="•"/>
            </a:pPr>
            <a:r>
              <a:rPr lang="en-US" sz="1050" dirty="0">
                <a:solidFill>
                  <a:srgbClr val="14213D"/>
                </a:solidFill>
                <a:latin typeface="Calibri" pitchFamily="34" charset="0"/>
                <a:ea typeface="Calibri" pitchFamily="34" charset="-122"/>
                <a:cs typeface="Calibri" pitchFamily="34" charset="-120"/>
              </a:rPr>
              <a:t>Receiver: remove prefix, FFT → the subcarriers come straight back (chart: recovered = transmitted)</a:t>
            </a:r>
            <a:endParaRPr lang="en-US" sz="1050" dirty="0"/>
          </a:p>
          <a:p>
            <a:pPr marL="342900" indent="-342900">
              <a:spcAft>
                <a:spcPts val="100"/>
              </a:spcAft>
              <a:buSzPct val="100000"/>
              <a:buChar char="•"/>
            </a:pPr>
            <a:r>
              <a:rPr lang="en-US" sz="1050" dirty="0">
                <a:solidFill>
                  <a:srgbClr val="14213D"/>
                </a:solidFill>
                <a:latin typeface="Calibri" pitchFamily="34" charset="0"/>
                <a:ea typeface="Calibri" pitchFamily="34" charset="-122"/>
                <a:cs typeface="Calibri" pitchFamily="34" charset="-120"/>
              </a:rPr>
              <a:t>Subcarriers are orthogonal DFT bins, so they can overlap in frequency without interfering</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Five classic mistakes</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5 · Putting it together</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42</a:t>
            </a:r>
            <a:endParaRPr lang="en-US" sz="900" dirty="0"/>
          </a:p>
        </p:txBody>
      </p:sp>
      <p:sp>
        <p:nvSpPr>
          <p:cNvPr id="5" name="Shape 3"/>
          <p:cNvSpPr/>
          <p:nvPr/>
        </p:nvSpPr>
        <p:spPr>
          <a:xfrm>
            <a:off x="457200" y="1024128"/>
            <a:ext cx="2621280" cy="1554480"/>
          </a:xfrm>
          <a:prstGeom prst="roundRect">
            <a:avLst>
              <a:gd name="adj" fmla="val 4706"/>
            </a:avLst>
          </a:prstGeom>
          <a:solidFill>
            <a:srgbClr val="EEF3F8"/>
          </a:solidFill>
          <a:ln w="12700">
            <a:solidFill>
              <a:srgbClr val="EEF3F8"/>
            </a:solidFill>
            <a:prstDash val="solid"/>
          </a:ln>
        </p:spPr>
      </p:sp>
      <p:sp>
        <p:nvSpPr>
          <p:cNvPr id="6" name="Shape 4"/>
          <p:cNvSpPr/>
          <p:nvPr/>
        </p:nvSpPr>
        <p:spPr>
          <a:xfrm>
            <a:off x="594360" y="1161288"/>
            <a:ext cx="329184" cy="329184"/>
          </a:xfrm>
          <a:prstGeom prst="ellipse">
            <a:avLst/>
          </a:prstGeom>
          <a:solidFill>
            <a:srgbClr val="E76F51"/>
          </a:solidFill>
          <a:ln w="12700">
            <a:solidFill>
              <a:srgbClr val="E76F51"/>
            </a:solidFill>
            <a:prstDash val="solid"/>
          </a:ln>
        </p:spPr>
      </p:sp>
      <p:sp>
        <p:nvSpPr>
          <p:cNvPr id="7" name="Text 5"/>
          <p:cNvSpPr txBox="1"/>
          <p:nvPr/>
        </p:nvSpPr>
        <p:spPr>
          <a:xfrm>
            <a:off x="594360" y="1161288"/>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24128" y="1133856"/>
            <a:ext cx="1944624" cy="32918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No anti-alias filter</a:t>
            </a:r>
            <a:endParaRPr lang="en-US" sz="1300" dirty="0"/>
          </a:p>
        </p:txBody>
      </p:sp>
      <p:sp>
        <p:nvSpPr>
          <p:cNvPr id="9" name="Text 7"/>
          <p:cNvSpPr txBox="1"/>
          <p:nvPr/>
        </p:nvSpPr>
        <p:spPr>
          <a:xfrm>
            <a:off x="594360" y="1499616"/>
            <a:ext cx="2346960" cy="1005840"/>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Out-of-band tones fold into the band and look like real signals. Cannot be fixed later.</a:t>
            </a:r>
            <a:endParaRPr lang="en-US" sz="1100" dirty="0"/>
          </a:p>
        </p:txBody>
      </p:sp>
      <p:sp>
        <p:nvSpPr>
          <p:cNvPr id="10" name="Shape 8"/>
          <p:cNvSpPr/>
          <p:nvPr/>
        </p:nvSpPr>
        <p:spPr>
          <a:xfrm>
            <a:off x="3261360" y="1024128"/>
            <a:ext cx="2621280" cy="1554480"/>
          </a:xfrm>
          <a:prstGeom prst="roundRect">
            <a:avLst>
              <a:gd name="adj" fmla="val 4706"/>
            </a:avLst>
          </a:prstGeom>
          <a:solidFill>
            <a:srgbClr val="EEF3F8"/>
          </a:solidFill>
          <a:ln w="12700">
            <a:solidFill>
              <a:srgbClr val="EEF3F8"/>
            </a:solidFill>
            <a:prstDash val="solid"/>
          </a:ln>
        </p:spPr>
      </p:sp>
      <p:sp>
        <p:nvSpPr>
          <p:cNvPr id="11" name="Shape 9"/>
          <p:cNvSpPr/>
          <p:nvPr/>
        </p:nvSpPr>
        <p:spPr>
          <a:xfrm>
            <a:off x="3398520" y="1161288"/>
            <a:ext cx="329184" cy="329184"/>
          </a:xfrm>
          <a:prstGeom prst="ellipse">
            <a:avLst/>
          </a:prstGeom>
          <a:solidFill>
            <a:srgbClr val="E76F51"/>
          </a:solidFill>
          <a:ln w="12700">
            <a:solidFill>
              <a:srgbClr val="E76F51"/>
            </a:solidFill>
            <a:prstDash val="solid"/>
          </a:ln>
        </p:spPr>
      </p:sp>
      <p:sp>
        <p:nvSpPr>
          <p:cNvPr id="12" name="Text 10"/>
          <p:cNvSpPr txBox="1"/>
          <p:nvPr/>
        </p:nvSpPr>
        <p:spPr>
          <a:xfrm>
            <a:off x="3398520" y="1161288"/>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828288" y="1133856"/>
            <a:ext cx="1944624" cy="32918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Clipping the ADC</a:t>
            </a:r>
            <a:endParaRPr lang="en-US" sz="1300" dirty="0"/>
          </a:p>
        </p:txBody>
      </p:sp>
      <p:sp>
        <p:nvSpPr>
          <p:cNvPr id="14" name="Text 12"/>
          <p:cNvSpPr txBox="1"/>
          <p:nvPr/>
        </p:nvSpPr>
        <p:spPr>
          <a:xfrm>
            <a:off x="3398520" y="1499616"/>
            <a:ext cx="2346960" cy="1005840"/>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Input above full scale creates harmonics across the whole spectrum. Leave 6 to 10 dB headroom.</a:t>
            </a:r>
            <a:endParaRPr lang="en-US" sz="1100" dirty="0"/>
          </a:p>
        </p:txBody>
      </p:sp>
      <p:sp>
        <p:nvSpPr>
          <p:cNvPr id="15" name="Shape 13"/>
          <p:cNvSpPr/>
          <p:nvPr/>
        </p:nvSpPr>
        <p:spPr>
          <a:xfrm>
            <a:off x="6065520" y="1024128"/>
            <a:ext cx="2621280" cy="1554480"/>
          </a:xfrm>
          <a:prstGeom prst="roundRect">
            <a:avLst>
              <a:gd name="adj" fmla="val 4706"/>
            </a:avLst>
          </a:prstGeom>
          <a:solidFill>
            <a:srgbClr val="EEF3F8"/>
          </a:solidFill>
          <a:ln w="12700">
            <a:solidFill>
              <a:srgbClr val="EEF3F8"/>
            </a:solidFill>
            <a:prstDash val="solid"/>
          </a:ln>
        </p:spPr>
      </p:sp>
      <p:sp>
        <p:nvSpPr>
          <p:cNvPr id="16" name="Shape 14"/>
          <p:cNvSpPr/>
          <p:nvPr/>
        </p:nvSpPr>
        <p:spPr>
          <a:xfrm>
            <a:off x="6202680" y="1161288"/>
            <a:ext cx="329184" cy="329184"/>
          </a:xfrm>
          <a:prstGeom prst="ellipse">
            <a:avLst/>
          </a:prstGeom>
          <a:solidFill>
            <a:srgbClr val="E76F51"/>
          </a:solidFill>
          <a:ln w="12700">
            <a:solidFill>
              <a:srgbClr val="E76F51"/>
            </a:solidFill>
            <a:prstDash val="solid"/>
          </a:ln>
        </p:spPr>
      </p:sp>
      <p:sp>
        <p:nvSpPr>
          <p:cNvPr id="17" name="Text 15"/>
          <p:cNvSpPr txBox="1"/>
          <p:nvPr/>
        </p:nvSpPr>
        <p:spPr>
          <a:xfrm>
            <a:off x="6202680" y="1161288"/>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632448" y="1133856"/>
            <a:ext cx="1944624" cy="32918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Forgetting to window</a:t>
            </a:r>
            <a:endParaRPr lang="en-US" sz="1300" dirty="0"/>
          </a:p>
        </p:txBody>
      </p:sp>
      <p:sp>
        <p:nvSpPr>
          <p:cNvPr id="19" name="Text 17"/>
          <p:cNvSpPr txBox="1"/>
          <p:nvPr/>
        </p:nvSpPr>
        <p:spPr>
          <a:xfrm>
            <a:off x="6202680" y="1499616"/>
            <a:ext cx="2346960" cy="1005840"/>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A strong tone's leakage skirts bury weak neighbours. Use Hann or better.</a:t>
            </a:r>
            <a:endParaRPr lang="en-US" sz="1100" dirty="0"/>
          </a:p>
        </p:txBody>
      </p:sp>
      <p:sp>
        <p:nvSpPr>
          <p:cNvPr id="20" name="Shape 18"/>
          <p:cNvSpPr/>
          <p:nvPr/>
        </p:nvSpPr>
        <p:spPr>
          <a:xfrm>
            <a:off x="1859280" y="2761488"/>
            <a:ext cx="2621280" cy="1554480"/>
          </a:xfrm>
          <a:prstGeom prst="roundRect">
            <a:avLst>
              <a:gd name="adj" fmla="val 4706"/>
            </a:avLst>
          </a:prstGeom>
          <a:solidFill>
            <a:srgbClr val="EEF3F8"/>
          </a:solidFill>
          <a:ln w="12700">
            <a:solidFill>
              <a:srgbClr val="EEF3F8"/>
            </a:solidFill>
            <a:prstDash val="solid"/>
          </a:ln>
        </p:spPr>
      </p:sp>
      <p:sp>
        <p:nvSpPr>
          <p:cNvPr id="21" name="Shape 19"/>
          <p:cNvSpPr/>
          <p:nvPr/>
        </p:nvSpPr>
        <p:spPr>
          <a:xfrm>
            <a:off x="1996440" y="2898648"/>
            <a:ext cx="329184" cy="329184"/>
          </a:xfrm>
          <a:prstGeom prst="ellipse">
            <a:avLst/>
          </a:prstGeom>
          <a:solidFill>
            <a:srgbClr val="E76F51"/>
          </a:solidFill>
          <a:ln w="12700">
            <a:solidFill>
              <a:srgbClr val="E76F51"/>
            </a:solidFill>
            <a:prstDash val="solid"/>
          </a:ln>
        </p:spPr>
      </p:sp>
      <p:sp>
        <p:nvSpPr>
          <p:cNvPr id="22" name="Text 20"/>
          <p:cNvSpPr txBox="1"/>
          <p:nvPr/>
        </p:nvSpPr>
        <p:spPr>
          <a:xfrm>
            <a:off x="1996440" y="2898648"/>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2426208" y="2871216"/>
            <a:ext cx="1944624" cy="32918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Wrong bin arithmetic</a:t>
            </a:r>
            <a:endParaRPr lang="en-US" sz="1300" dirty="0"/>
          </a:p>
        </p:txBody>
      </p:sp>
      <p:sp>
        <p:nvSpPr>
          <p:cNvPr id="24" name="Text 22"/>
          <p:cNvSpPr txBox="1"/>
          <p:nvPr/>
        </p:nvSpPr>
        <p:spPr>
          <a:xfrm>
            <a:off x="1996440" y="3236976"/>
            <a:ext cx="2346960" cy="1005840"/>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Mixing up f_s/N with f_s/(2N), or bin index with frequency. Always write Δf = f_s/N first.</a:t>
            </a:r>
            <a:endParaRPr lang="en-US" sz="1100" dirty="0"/>
          </a:p>
        </p:txBody>
      </p:sp>
      <p:sp>
        <p:nvSpPr>
          <p:cNvPr id="25" name="Shape 23"/>
          <p:cNvSpPr/>
          <p:nvPr/>
        </p:nvSpPr>
        <p:spPr>
          <a:xfrm>
            <a:off x="4663440" y="2761488"/>
            <a:ext cx="2621280" cy="1554480"/>
          </a:xfrm>
          <a:prstGeom prst="roundRect">
            <a:avLst>
              <a:gd name="adj" fmla="val 4706"/>
            </a:avLst>
          </a:prstGeom>
          <a:solidFill>
            <a:srgbClr val="EEF3F8"/>
          </a:solidFill>
          <a:ln w="12700">
            <a:solidFill>
              <a:srgbClr val="EEF3F8"/>
            </a:solidFill>
            <a:prstDash val="solid"/>
          </a:ln>
        </p:spPr>
      </p:sp>
      <p:sp>
        <p:nvSpPr>
          <p:cNvPr id="26" name="Shape 24"/>
          <p:cNvSpPr/>
          <p:nvPr/>
        </p:nvSpPr>
        <p:spPr>
          <a:xfrm>
            <a:off x="4800600" y="2898648"/>
            <a:ext cx="329184" cy="329184"/>
          </a:xfrm>
          <a:prstGeom prst="ellipse">
            <a:avLst/>
          </a:prstGeom>
          <a:solidFill>
            <a:srgbClr val="E76F51"/>
          </a:solidFill>
          <a:ln w="12700">
            <a:solidFill>
              <a:srgbClr val="E76F51"/>
            </a:solidFill>
            <a:prstDash val="solid"/>
          </a:ln>
        </p:spPr>
      </p:sp>
      <p:sp>
        <p:nvSpPr>
          <p:cNvPr id="27" name="Text 25"/>
          <p:cNvSpPr txBox="1"/>
          <p:nvPr/>
        </p:nvSpPr>
        <p:spPr>
          <a:xfrm>
            <a:off x="4800600" y="2898648"/>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5230368" y="2871216"/>
            <a:ext cx="1944624" cy="32918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Ignoring jitter at high IF</a:t>
            </a:r>
            <a:endParaRPr lang="en-US" sz="1300" dirty="0"/>
          </a:p>
        </p:txBody>
      </p:sp>
      <p:sp>
        <p:nvSpPr>
          <p:cNvPr id="29" name="Text 27"/>
          <p:cNvSpPr txBox="1"/>
          <p:nvPr/>
        </p:nvSpPr>
        <p:spPr>
          <a:xfrm>
            <a:off x="4800600" y="3236976"/>
            <a:ext cx="2346960" cy="1005840"/>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A great 14-bit ADC becomes a 9-bit ADC at 500 MHz with a noisy clock.</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Summary · the equation sheet</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6766560"/>
              </a:tblGrid>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Signal</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x(t) = A cos(2πft + φ) = I cos ωt − Q sin ωt</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Power</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P(dBm) = 10 log₁₀(P / 1 mW);  N = kTB = −174 dBm/Hz</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Sampling</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x[n] = x(nT_s);  f_s &gt; 2 f_max;  f_alias = |f − k f_s|</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Quantiser</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LSB = V_FS / 2ᴺ;  σ² = LSB²/12</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ADC SNR</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SNR = 6.02 N + 1.76 dB;  ENOB = (SINAD − 1.76)/6.02</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Jitter</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SNR_j = −20 log₁₀(2π f_in t_j)</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DFT</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X[k] = Σ x[n] e^{−j2πkn/N};  f_k = k f_s/N;  Δf = f_s/N</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FFT</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X[k] = E[k] + W^k O[k];  cost (N/2) log₂N vs N²</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IFFT</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x[n] = (1/N) Σ X[k] e^{+j2πkn/N}</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310896">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FFT floor</a:t>
                      </a:r>
                      <a:endParaRPr lang="en-US" sz="110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1100" dirty="0">
                          <a:solidFill>
                            <a:srgbClr val="FFFFFF"/>
                          </a:solidFill>
                          <a:latin typeface="Cambria" pitchFamily="34" charset="0"/>
                          <a:ea typeface="Cambria" pitchFamily="34" charset="-122"/>
                          <a:cs typeface="Cambria" pitchFamily="34" charset="-120"/>
                        </a:rPr>
                        <a:t>−(6.02N + 1.76) − 10 log₁₀(N/2) dBFS</a:t>
                      </a:r>
                      <a:endParaRPr lang="en-US" sz="110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bl>
          </a:graphicData>
        </a:graphic>
      </p:graphicFrame>
      <p:sp>
        <p:nvSpPr>
          <p:cNvPr id="4" name="Text 1"/>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82296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3" name="Text 1"/>
          <p:cNvSpPr txBox="1"/>
          <p:nvPr/>
        </p:nvSpPr>
        <p:spPr>
          <a:xfrm>
            <a:off x="457200" y="2011680"/>
            <a:ext cx="4572000" cy="320040"/>
          </a:xfrm>
          <a:prstGeom prst="rect">
            <a:avLst/>
          </a:prstGeom>
          <a:noFill/>
          <a:ln/>
        </p:spPr>
        <p:txBody>
          <a:bodyPr wrap="square" lIns="0" tIns="0" rIns="0" bIns="0" rtlCol="0" anchor="ctr"/>
          <a:lstStyle/>
          <a:p>
            <a:pPr indent="0" marL="0">
              <a:buNone/>
            </a:pPr>
            <a:r>
              <a:rPr lang="en-US" sz="1200" b="1" dirty="0">
                <a:solidFill>
                  <a:srgbClr val="2EC4B6"/>
                </a:solidFill>
                <a:latin typeface="Calibri" pitchFamily="34" charset="0"/>
                <a:ea typeface="Calibri" pitchFamily="34" charset="-122"/>
                <a:cs typeface="Calibri" pitchFamily="34" charset="-120"/>
              </a:rPr>
              <a:t>Further reading</a:t>
            </a:r>
            <a:endParaRPr lang="en-US" sz="1200" dirty="0"/>
          </a:p>
        </p:txBody>
      </p:sp>
      <p:sp>
        <p:nvSpPr>
          <p:cNvPr id="4" name="Text 2"/>
          <p:cNvSpPr txBox="1"/>
          <p:nvPr/>
        </p:nvSpPr>
        <p:spPr>
          <a:xfrm>
            <a:off x="457200" y="2377440"/>
            <a:ext cx="822960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7DEE8"/>
                </a:solidFill>
                <a:latin typeface="Calibri" pitchFamily="34" charset="0"/>
                <a:ea typeface="Calibri" pitchFamily="34" charset="-122"/>
                <a:cs typeface="Calibri" pitchFamily="34" charset="-120"/>
              </a:rPr>
              <a:t>A. V. Oppenheim, R. W. Schafer, Discrete-Time Signal Processing, 3rd ed.</a:t>
            </a:r>
            <a:endParaRPr lang="en-US" sz="1200" dirty="0"/>
          </a:p>
          <a:p>
            <a:pPr marL="342900" indent="-342900">
              <a:spcAft>
                <a:spcPts val="400"/>
              </a:spcAft>
              <a:buSzPct val="100000"/>
              <a:buChar char="•"/>
            </a:pPr>
            <a:r>
              <a:rPr lang="en-US" sz="1200" dirty="0">
                <a:solidFill>
                  <a:srgbClr val="D7DEE8"/>
                </a:solidFill>
                <a:latin typeface="Calibri" pitchFamily="34" charset="0"/>
                <a:ea typeface="Calibri" pitchFamily="34" charset="-122"/>
                <a:cs typeface="Calibri" pitchFamily="34" charset="-120"/>
              </a:rPr>
              <a:t>R. G. Lyons, Understanding Digital Signal Processing, 3rd ed.</a:t>
            </a:r>
            <a:endParaRPr lang="en-US" sz="1200" dirty="0"/>
          </a:p>
          <a:p>
            <a:pPr marL="342900" indent="-342900">
              <a:spcAft>
                <a:spcPts val="400"/>
              </a:spcAft>
              <a:buSzPct val="100000"/>
              <a:buChar char="•"/>
            </a:pPr>
            <a:r>
              <a:rPr lang="en-US" sz="1200" dirty="0">
                <a:solidFill>
                  <a:srgbClr val="D7DEE8"/>
                </a:solidFill>
                <a:latin typeface="Calibri" pitchFamily="34" charset="0"/>
                <a:ea typeface="Calibri" pitchFamily="34" charset="-122"/>
                <a:cs typeface="Calibri" pitchFamily="34" charset="-120"/>
              </a:rPr>
              <a:t>W. Kester (ed.), The Data Conversion Handbook, Analog Devices</a:t>
            </a:r>
            <a:endParaRPr lang="en-US" sz="1200" dirty="0"/>
          </a:p>
          <a:p>
            <a:pPr marL="342900" indent="-342900">
              <a:spcAft>
                <a:spcPts val="400"/>
              </a:spcAft>
              <a:buSzPct val="100000"/>
              <a:buChar char="•"/>
            </a:pPr>
            <a:r>
              <a:rPr lang="en-US" sz="1200" dirty="0">
                <a:solidFill>
                  <a:srgbClr val="D7DEE8"/>
                </a:solidFill>
                <a:latin typeface="Calibri" pitchFamily="34" charset="0"/>
                <a:ea typeface="Calibri" pitchFamily="34" charset="-122"/>
                <a:cs typeface="Calibri" pitchFamily="34" charset="-120"/>
              </a:rPr>
              <a:t>B. Razavi, RF Microelectronics, 2nd ed.</a:t>
            </a:r>
            <a:endParaRPr lang="en-US" sz="1200" dirty="0"/>
          </a:p>
          <a:p>
            <a:pPr marL="342900" indent="-342900">
              <a:spcAft>
                <a:spcPts val="400"/>
              </a:spcAft>
              <a:buSzPct val="100000"/>
              <a:buChar char="•"/>
            </a:pPr>
            <a:r>
              <a:rPr lang="en-US" sz="1200" dirty="0">
                <a:solidFill>
                  <a:srgbClr val="D7DEE8"/>
                </a:solidFill>
                <a:latin typeface="Calibri" pitchFamily="34" charset="0"/>
                <a:ea typeface="Calibri" pitchFamily="34" charset="-122"/>
                <a:cs typeface="Calibri" pitchFamily="34" charset="-120"/>
              </a:rPr>
              <a:t>J. W. Cooley, J. W. Tukey, "An algorithm for the machine calculation of complex Fourier series", 1965</a:t>
            </a:r>
            <a:endParaRPr lang="en-US" sz="1200" dirty="0"/>
          </a:p>
        </p:txBody>
      </p:sp>
      <p:sp>
        <p:nvSpPr>
          <p:cNvPr id="5" name="Text 3"/>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RF_Signal_Processing_Equations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 Signal Processing: equations, ADC internals, FFT and IFFT</dc:title>
  <dc:subject>RF signal processing presentation</dc:subject>
  <dc:creator>PptxGenJS</dc:creator>
  <cp:lastModifiedBy>PptxGenJS</cp:lastModifiedBy>
  <cp:revision>1</cp:revision>
  <dcterms:created xsi:type="dcterms:W3CDTF">2026-09-03T10:58:25Z</dcterms:created>
  <dcterms:modified xsi:type="dcterms:W3CDTF">2026-09-03T10:58:25Z</dcterms:modified>
</cp:coreProperties>
</file>