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8.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0.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1.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A = 1, φ = 0°</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Sheet1!$A$2:$A$202</c:f>
              <c:multiLvlStrCache>
                <c:ptCount val="201"/>
                <c:lvl>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lvl>
              </c:multiLvlStrCache>
            </c:multiLvlStrRef>
          </c:cat>
          <c:val>
            <c:numRef>
              <c:f>Sheet1!$B$2:$B$202</c:f>
              <c:numCache>
                <c:formatCode>General</c:formatCode>
                <c:ptCount val="201"/>
                <c:pt idx="0">
                  <c:v>1</c:v>
                </c:pt>
                <c:pt idx="1">
                  <c:v>0.9980267284282716</c:v>
                </c:pt>
                <c:pt idx="2">
                  <c:v>0.9921147013144779</c:v>
                </c:pt>
                <c:pt idx="3">
                  <c:v>0.9822872507286887</c:v>
                </c:pt>
                <c:pt idx="4">
                  <c:v>0.9685831611286311</c:v>
                </c:pt>
                <c:pt idx="5">
                  <c:v>0.9510565162951535</c:v>
                </c:pt>
                <c:pt idx="6">
                  <c:v>0.9297764858882515</c:v>
                </c:pt>
                <c:pt idx="7">
                  <c:v>0.9048270524660196</c:v>
                </c:pt>
                <c:pt idx="8">
                  <c:v>0.8763066800438636</c:v>
                </c:pt>
                <c:pt idx="9">
                  <c:v>0.8443279255020151</c:v>
                </c:pt>
                <c:pt idx="10">
                  <c:v>0.8090169943749475</c:v>
                </c:pt>
                <c:pt idx="11">
                  <c:v>0.7705132427757894</c:v>
                </c:pt>
                <c:pt idx="12">
                  <c:v>0.7289686274214116</c:v>
                </c:pt>
                <c:pt idx="13">
                  <c:v>0.6845471059286887</c:v>
                </c:pt>
                <c:pt idx="14">
                  <c:v>0.6374239897486897</c:v>
                </c:pt>
                <c:pt idx="15">
                  <c:v>0.5877852522924732</c:v>
                </c:pt>
                <c:pt idx="16">
                  <c:v>0.5358267949789965</c:v>
                </c:pt>
                <c:pt idx="17">
                  <c:v>0.4817536741017154</c:v>
                </c:pt>
                <c:pt idx="18">
                  <c:v>0.42577929156507266</c:v>
                </c:pt>
                <c:pt idx="19">
                  <c:v>0.3681245526846781</c:v>
                </c:pt>
                <c:pt idx="20">
                  <c:v>0.30901699437494745</c:v>
                </c:pt>
                <c:pt idx="21">
                  <c:v>0.24868988716485496</c:v>
                </c:pt>
                <c:pt idx="22">
                  <c:v>0.18738131458572493</c:v>
                </c:pt>
                <c:pt idx="23">
                  <c:v>0.12533323356430426</c:v>
                </c:pt>
                <c:pt idx="24">
                  <c:v>0.06279051952931353</c:v>
                </c:pt>
                <c:pt idx="25">
                  <c:v>6.123233995736766e-17</c:v>
                </c:pt>
                <c:pt idx="26">
                  <c:v>-0.0627905195293134</c:v>
                </c:pt>
                <c:pt idx="27">
                  <c:v>-0.12533323356430415</c:v>
                </c:pt>
                <c:pt idx="28">
                  <c:v>-0.1873813145857246</c:v>
                </c:pt>
                <c:pt idx="29">
                  <c:v>-0.24868988716485463</c:v>
                </c:pt>
                <c:pt idx="30">
                  <c:v>-0.3090169943749471</c:v>
                </c:pt>
                <c:pt idx="31">
                  <c:v>-0.36812455268467775</c:v>
                </c:pt>
                <c:pt idx="32">
                  <c:v>-0.4257792915650727</c:v>
                </c:pt>
                <c:pt idx="33">
                  <c:v>-0.48175367410171505</c:v>
                </c:pt>
                <c:pt idx="34">
                  <c:v>-0.5358267949789964</c:v>
                </c:pt>
                <c:pt idx="35">
                  <c:v>-0.587785252292473</c:v>
                </c:pt>
                <c:pt idx="36">
                  <c:v>-0.6374239897486897</c:v>
                </c:pt>
                <c:pt idx="37">
                  <c:v>-0.6845471059286884</c:v>
                </c:pt>
                <c:pt idx="38">
                  <c:v>-0.7289686274214113</c:v>
                </c:pt>
                <c:pt idx="39">
                  <c:v>-0.7705132427757891</c:v>
                </c:pt>
                <c:pt idx="40">
                  <c:v>-0.8090169943749473</c:v>
                </c:pt>
                <c:pt idx="41">
                  <c:v>-0.8443279255020149</c:v>
                </c:pt>
                <c:pt idx="42">
                  <c:v>-0.8763066800438635</c:v>
                </c:pt>
                <c:pt idx="43">
                  <c:v>-0.9048270524660196</c:v>
                </c:pt>
                <c:pt idx="44">
                  <c:v>-0.9297764858882511</c:v>
                </c:pt>
                <c:pt idx="45">
                  <c:v>-0.9510565162951534</c:v>
                </c:pt>
                <c:pt idx="46">
                  <c:v>-0.9685831611286311</c:v>
                </c:pt>
                <c:pt idx="47">
                  <c:v>-0.9822872507286886</c:v>
                </c:pt>
                <c:pt idx="48">
                  <c:v>-0.9921147013144778</c:v>
                </c:pt>
                <c:pt idx="49">
                  <c:v>-0.9980267284282716</c:v>
                </c:pt>
                <c:pt idx="50">
                  <c:v>-1</c:v>
                </c:pt>
                <c:pt idx="51">
                  <c:v>-0.9980267284282716</c:v>
                </c:pt>
                <c:pt idx="52">
                  <c:v>-0.9921147013144779</c:v>
                </c:pt>
                <c:pt idx="53">
                  <c:v>-0.9822872507286887</c:v>
                </c:pt>
                <c:pt idx="54">
                  <c:v>-0.9685831611286312</c:v>
                </c:pt>
                <c:pt idx="55">
                  <c:v>-0.9510565162951536</c:v>
                </c:pt>
                <c:pt idx="56">
                  <c:v>-0.9297764858882515</c:v>
                </c:pt>
                <c:pt idx="57">
                  <c:v>-0.9048270524660197</c:v>
                </c:pt>
                <c:pt idx="58">
                  <c:v>-0.8763066800438637</c:v>
                </c:pt>
                <c:pt idx="59">
                  <c:v>-0.8443279255020152</c:v>
                </c:pt>
                <c:pt idx="60">
                  <c:v>-0.8090169943749478</c:v>
                </c:pt>
                <c:pt idx="61">
                  <c:v>-0.7705132427757896</c:v>
                </c:pt>
                <c:pt idx="62">
                  <c:v>-0.7289686274214118</c:v>
                </c:pt>
                <c:pt idx="63">
                  <c:v>-0.684547105928689</c:v>
                </c:pt>
                <c:pt idx="64">
                  <c:v>-0.6374239897486895</c:v>
                </c:pt>
                <c:pt idx="65">
                  <c:v>-0.587785252292474</c:v>
                </c:pt>
                <c:pt idx="66">
                  <c:v>-0.5358267949789971</c:v>
                </c:pt>
                <c:pt idx="67">
                  <c:v>-0.48175367410171527</c:v>
                </c:pt>
                <c:pt idx="68">
                  <c:v>-0.42577929156507294</c:v>
                </c:pt>
                <c:pt idx="69">
                  <c:v>-0.3681245526846778</c:v>
                </c:pt>
                <c:pt idx="70">
                  <c:v>-0.30901699437494756</c:v>
                </c:pt>
                <c:pt idx="71">
                  <c:v>-0.24868988716485443</c:v>
                </c:pt>
                <c:pt idx="72">
                  <c:v>-0.18738131458572463</c:v>
                </c:pt>
                <c:pt idx="73">
                  <c:v>-0.1253332335643046</c:v>
                </c:pt>
                <c:pt idx="74">
                  <c:v>-0.0627905195293141</c:v>
                </c:pt>
                <c:pt idx="75">
                  <c:v>-1.8369701987210297e-16</c:v>
                </c:pt>
                <c:pt idx="76">
                  <c:v>0.06279051952931283</c:v>
                </c:pt>
                <c:pt idx="77">
                  <c:v>0.12533323356430334</c:v>
                </c:pt>
                <c:pt idx="78">
                  <c:v>0.18738131458572427</c:v>
                </c:pt>
                <c:pt idx="79">
                  <c:v>0.24868988716485407</c:v>
                </c:pt>
                <c:pt idx="80">
                  <c:v>0.30901699437494723</c:v>
                </c:pt>
                <c:pt idx="81">
                  <c:v>0.3681245526846774</c:v>
                </c:pt>
                <c:pt idx="82">
                  <c:v>0.4257792915650718</c:v>
                </c:pt>
                <c:pt idx="83">
                  <c:v>0.48175367410171493</c:v>
                </c:pt>
                <c:pt idx="84">
                  <c:v>0.535826794978996</c:v>
                </c:pt>
                <c:pt idx="85">
                  <c:v>0.5877852522924729</c:v>
                </c:pt>
                <c:pt idx="86">
                  <c:v>0.63742398974869</c:v>
                </c:pt>
                <c:pt idx="87">
                  <c:v>0.6845471059286886</c:v>
                </c:pt>
                <c:pt idx="88">
                  <c:v>0.7289686274214107</c:v>
                </c:pt>
                <c:pt idx="89">
                  <c:v>0.7705132427757888</c:v>
                </c:pt>
                <c:pt idx="90">
                  <c:v>0.8090169943749468</c:v>
                </c:pt>
                <c:pt idx="91">
                  <c:v>0.8443279255020147</c:v>
                </c:pt>
                <c:pt idx="92">
                  <c:v>0.8763066800438636</c:v>
                </c:pt>
                <c:pt idx="93">
                  <c:v>0.904827052466019</c:v>
                </c:pt>
                <c:pt idx="94">
                  <c:v>0.9297764858882511</c:v>
                </c:pt>
                <c:pt idx="95">
                  <c:v>0.9510565162951535</c:v>
                </c:pt>
                <c:pt idx="96">
                  <c:v>0.968583161128631</c:v>
                </c:pt>
                <c:pt idx="97">
                  <c:v>0.9822872507286887</c:v>
                </c:pt>
                <c:pt idx="98">
                  <c:v>0.9921147013144778</c:v>
                </c:pt>
                <c:pt idx="99">
                  <c:v>0.9980267284282716</c:v>
                </c:pt>
                <c:pt idx="100">
                  <c:v>1</c:v>
                </c:pt>
                <c:pt idx="101">
                  <c:v>0.9980267284282716</c:v>
                </c:pt>
                <c:pt idx="102">
                  <c:v>0.9921147013144779</c:v>
                </c:pt>
                <c:pt idx="103">
                  <c:v>0.9822872507286887</c:v>
                </c:pt>
                <c:pt idx="104">
                  <c:v>0.9685831611286311</c:v>
                </c:pt>
                <c:pt idx="105">
                  <c:v>0.951056516295154</c:v>
                </c:pt>
                <c:pt idx="106">
                  <c:v>0.9297764858882517</c:v>
                </c:pt>
                <c:pt idx="107">
                  <c:v>0.9048270524660199</c:v>
                </c:pt>
                <c:pt idx="108">
                  <c:v>0.8763066800438638</c:v>
                </c:pt>
                <c:pt idx="109">
                  <c:v>0.8443279255020155</c:v>
                </c:pt>
                <c:pt idx="110">
                  <c:v>0.8090169943749476</c:v>
                </c:pt>
                <c:pt idx="111">
                  <c:v>0.770513242775789</c:v>
                </c:pt>
                <c:pt idx="112">
                  <c:v>0.7289686274214116</c:v>
                </c:pt>
                <c:pt idx="113">
                  <c:v>0.6845471059286896</c:v>
                </c:pt>
                <c:pt idx="114">
                  <c:v>0.6374239897486903</c:v>
                </c:pt>
                <c:pt idx="115">
                  <c:v>0.587785252292474</c:v>
                </c:pt>
                <c:pt idx="116">
                  <c:v>0.5358267949789972</c:v>
                </c:pt>
                <c:pt idx="117">
                  <c:v>0.4817536741017154</c:v>
                </c:pt>
                <c:pt idx="118">
                  <c:v>0.42577929156507305</c:v>
                </c:pt>
                <c:pt idx="119">
                  <c:v>0.3681245526846779</c:v>
                </c:pt>
                <c:pt idx="120">
                  <c:v>0.30901699437494856</c:v>
                </c:pt>
                <c:pt idx="121">
                  <c:v>0.2486898871648563</c:v>
                </c:pt>
                <c:pt idx="122">
                  <c:v>0.18738131458572563</c:v>
                </c:pt>
                <c:pt idx="123">
                  <c:v>0.1253332335643056</c:v>
                </c:pt>
                <c:pt idx="124">
                  <c:v>0.0627905195293142</c:v>
                </c:pt>
                <c:pt idx="125">
                  <c:v>3.061616997868383e-16</c:v>
                </c:pt>
                <c:pt idx="126">
                  <c:v>-0.06279051952931271</c:v>
                </c:pt>
                <c:pt idx="127">
                  <c:v>-0.12533323356430412</c:v>
                </c:pt>
                <c:pt idx="128">
                  <c:v>-0.18738131458572502</c:v>
                </c:pt>
                <c:pt idx="129">
                  <c:v>-0.24868988716485482</c:v>
                </c:pt>
                <c:pt idx="130">
                  <c:v>-0.30901699437494545</c:v>
                </c:pt>
                <c:pt idx="131">
                  <c:v>-0.3681245526846773</c:v>
                </c:pt>
                <c:pt idx="132">
                  <c:v>-0.4257792915650717</c:v>
                </c:pt>
                <c:pt idx="133">
                  <c:v>-0.48175367410171405</c:v>
                </c:pt>
                <c:pt idx="134">
                  <c:v>-0.5358267949789967</c:v>
                </c:pt>
                <c:pt idx="135">
                  <c:v>-0.5877852522924729</c:v>
                </c:pt>
                <c:pt idx="136">
                  <c:v>-0.6374239897486892</c:v>
                </c:pt>
                <c:pt idx="137">
                  <c:v>-0.6845471059286892</c:v>
                </c:pt>
                <c:pt idx="138">
                  <c:v>-0.7289686274214118</c:v>
                </c:pt>
                <c:pt idx="139">
                  <c:v>-0.7705132427757893</c:v>
                </c:pt>
                <c:pt idx="140">
                  <c:v>-0.8090169943749472</c:v>
                </c:pt>
                <c:pt idx="141">
                  <c:v>-0.8443279255020156</c:v>
                </c:pt>
                <c:pt idx="142">
                  <c:v>-0.8763066800438639</c:v>
                </c:pt>
                <c:pt idx="143">
                  <c:v>-0.9048270524660197</c:v>
                </c:pt>
                <c:pt idx="144">
                  <c:v>-0.9297764858882515</c:v>
                </c:pt>
                <c:pt idx="145">
                  <c:v>-0.9510565162951529</c:v>
                </c:pt>
                <c:pt idx="146">
                  <c:v>-0.968583161128631</c:v>
                </c:pt>
                <c:pt idx="147">
                  <c:v>-0.9822872507286885</c:v>
                </c:pt>
                <c:pt idx="148">
                  <c:v>-0.9921147013144777</c:v>
                </c:pt>
                <c:pt idx="149">
                  <c:v>-0.9980267284282714</c:v>
                </c:pt>
                <c:pt idx="150">
                  <c:v>-1</c:v>
                </c:pt>
                <c:pt idx="151">
                  <c:v>-0.9980267284282716</c:v>
                </c:pt>
                <c:pt idx="152">
                  <c:v>-0.992114701314478</c:v>
                </c:pt>
                <c:pt idx="153">
                  <c:v>-0.9822872507286889</c:v>
                </c:pt>
                <c:pt idx="154">
                  <c:v>-0.9685831611286315</c:v>
                </c:pt>
                <c:pt idx="155">
                  <c:v>-0.9510565162951542</c:v>
                </c:pt>
                <c:pt idx="156">
                  <c:v>-0.9297764858882517</c:v>
                </c:pt>
                <c:pt idx="157">
                  <c:v>-0.90482705246602</c:v>
                </c:pt>
                <c:pt idx="158">
                  <c:v>-0.8763066800438643</c:v>
                </c:pt>
                <c:pt idx="159">
                  <c:v>-0.8443279255020151</c:v>
                </c:pt>
                <c:pt idx="160">
                  <c:v>-0.8090169943749477</c:v>
                </c:pt>
                <c:pt idx="161">
                  <c:v>-0.7705132427757897</c:v>
                </c:pt>
                <c:pt idx="162">
                  <c:v>-0.7289686274214123</c:v>
                </c:pt>
                <c:pt idx="163">
                  <c:v>-0.6845471059286885</c:v>
                </c:pt>
                <c:pt idx="164">
                  <c:v>-0.6374239897486911</c:v>
                </c:pt>
                <c:pt idx="165">
                  <c:v>-0.5877852522924735</c:v>
                </c:pt>
                <c:pt idx="166">
                  <c:v>-0.5358267949789972</c:v>
                </c:pt>
                <c:pt idx="167">
                  <c:v>-0.48175367410171627</c:v>
                </c:pt>
                <c:pt idx="168">
                  <c:v>-0.425779291565074</c:v>
                </c:pt>
                <c:pt idx="169">
                  <c:v>-0.36812455268467803</c:v>
                </c:pt>
                <c:pt idx="170">
                  <c:v>-0.30901699437494784</c:v>
                </c:pt>
                <c:pt idx="171">
                  <c:v>-0.24868988716485554</c:v>
                </c:pt>
                <c:pt idx="172">
                  <c:v>-0.187381314585724</c:v>
                </c:pt>
                <c:pt idx="173">
                  <c:v>-0.12533323356430395</c:v>
                </c:pt>
                <c:pt idx="174">
                  <c:v>-0.06279051952931344</c:v>
                </c:pt>
                <c:pt idx="175">
                  <c:v>1.3477304596986769e-15</c:v>
                </c:pt>
                <c:pt idx="176">
                  <c:v>0.06279051952931082</c:v>
                </c:pt>
                <c:pt idx="177">
                  <c:v>0.12533323356430312</c:v>
                </c:pt>
                <c:pt idx="178">
                  <c:v>0.18738131458572316</c:v>
                </c:pt>
                <c:pt idx="179">
                  <c:v>0.248689887164853</c:v>
                </c:pt>
                <c:pt idx="180">
                  <c:v>0.30901699437494534</c:v>
                </c:pt>
                <c:pt idx="181">
                  <c:v>0.3681245526846772</c:v>
                </c:pt>
                <c:pt idx="182">
                  <c:v>0.4257792915650716</c:v>
                </c:pt>
                <c:pt idx="183">
                  <c:v>0.48175367410171394</c:v>
                </c:pt>
                <c:pt idx="184">
                  <c:v>0.5358267949789965</c:v>
                </c:pt>
                <c:pt idx="185">
                  <c:v>0.5877852522924728</c:v>
                </c:pt>
                <c:pt idx="186">
                  <c:v>0.6374239897486877</c:v>
                </c:pt>
                <c:pt idx="187">
                  <c:v>0.6845471059286878</c:v>
                </c:pt>
                <c:pt idx="188">
                  <c:v>0.7289686274214104</c:v>
                </c:pt>
                <c:pt idx="189">
                  <c:v>0.770513242775788</c:v>
                </c:pt>
                <c:pt idx="190">
                  <c:v>0.8090169943749471</c:v>
                </c:pt>
                <c:pt idx="191">
                  <c:v>0.8443279255020146</c:v>
                </c:pt>
                <c:pt idx="192">
                  <c:v>0.876306680043863</c:v>
                </c:pt>
                <c:pt idx="193">
                  <c:v>0.9048270524660189</c:v>
                </c:pt>
                <c:pt idx="194">
                  <c:v>0.9297764858882513</c:v>
                </c:pt>
                <c:pt idx="195">
                  <c:v>0.9510565162951534</c:v>
                </c:pt>
                <c:pt idx="196">
                  <c:v>0.968583161128631</c:v>
                </c:pt>
                <c:pt idx="197">
                  <c:v>0.9822872507286885</c:v>
                </c:pt>
                <c:pt idx="198">
                  <c:v>0.9921147013144777</c:v>
                </c:pt>
                <c:pt idx="199">
                  <c:v>0.9980267284282714</c:v>
                </c:pt>
                <c:pt idx="200">
                  <c:v>1</c:v>
                </c:pt>
              </c:numCache>
            </c:numRef>
          </c:val>
          <c:smooth val="0"/>
        </c:ser>
        <c:ser>
          <c:idx val="1"/>
          <c:order val="1"/>
          <c:tx>
            <c:strRef>
              <c:f>Sheet1!$C$1</c:f>
              <c:strCache>
                <c:ptCount val="1"/>
                <c:pt idx="0">
                  <c:v>A = 0.6, φ = 90°</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Sheet1!$A$2:$A$202</c:f>
              <c:multiLvlStrCache>
                <c:ptCount val="201"/>
                <c:lvl>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lvl>
              </c:multiLvlStrCache>
            </c:multiLvlStrRef>
          </c:cat>
          <c:val>
            <c:numRef>
              <c:f>Sheet1!$C$2:$C$202</c:f>
              <c:numCache>
                <c:formatCode>General</c:formatCode>
                <c:ptCount val="201"/>
                <c:pt idx="0">
                  <c:v>3.6739403974420595e-17</c:v>
                </c:pt>
                <c:pt idx="1">
                  <c:v>-0.03767431171758804</c:v>
                </c:pt>
                <c:pt idx="2">
                  <c:v>-0.07519994013858249</c:v>
                </c:pt>
                <c:pt idx="3">
                  <c:v>-0.11242878875143476</c:v>
                </c:pt>
                <c:pt idx="4">
                  <c:v>-0.14921393229891278</c:v>
                </c:pt>
                <c:pt idx="5">
                  <c:v>-0.1854101966249684</c:v>
                </c:pt>
                <c:pt idx="6">
                  <c:v>-0.22087473161080678</c:v>
                </c:pt>
                <c:pt idx="7">
                  <c:v>-0.2554675749390436</c:v>
                </c:pt>
                <c:pt idx="8">
                  <c:v>-0.289052204461029</c:v>
                </c:pt>
                <c:pt idx="9">
                  <c:v>-0.32149607698739785</c:v>
                </c:pt>
                <c:pt idx="10">
                  <c:v>-0.3526711513754838</c:v>
                </c:pt>
                <c:pt idx="11">
                  <c:v>-0.38245439384921365</c:v>
                </c:pt>
                <c:pt idx="12">
                  <c:v>-0.4107282635572132</c:v>
                </c:pt>
                <c:pt idx="13">
                  <c:v>-0.4373811764528468</c:v>
                </c:pt>
                <c:pt idx="14">
                  <c:v>-0.46230794566547345</c:v>
                </c:pt>
                <c:pt idx="15">
                  <c:v>-0.48541019662496837</c:v>
                </c:pt>
                <c:pt idx="16">
                  <c:v>-0.5065967553012091</c:v>
                </c:pt>
                <c:pt idx="17">
                  <c:v>-0.5257840080263181</c:v>
                </c:pt>
                <c:pt idx="18">
                  <c:v>-0.5428962314796116</c:v>
                </c:pt>
                <c:pt idx="19">
                  <c:v>-0.5578658915329507</c:v>
                </c:pt>
                <c:pt idx="20">
                  <c:v>-0.570633909777092</c:v>
                </c:pt>
                <c:pt idx="21">
                  <c:v>-0.5811498966771785</c:v>
                </c:pt>
                <c:pt idx="22">
                  <c:v>-0.5893723504372131</c:v>
                </c:pt>
                <c:pt idx="23">
                  <c:v>-0.5952688207886866</c:v>
                </c:pt>
                <c:pt idx="24">
                  <c:v>-0.598816037056963</c:v>
                </c:pt>
                <c:pt idx="25">
                  <c:v>-0.6</c:v>
                </c:pt>
                <c:pt idx="26">
                  <c:v>-0.598816037056963</c:v>
                </c:pt>
                <c:pt idx="27">
                  <c:v>-0.5952688207886867</c:v>
                </c:pt>
                <c:pt idx="28">
                  <c:v>-0.5893723504372133</c:v>
                </c:pt>
                <c:pt idx="29">
                  <c:v>-0.5811498966771786</c:v>
                </c:pt>
                <c:pt idx="30">
                  <c:v>-0.5706339097770922</c:v>
                </c:pt>
                <c:pt idx="31">
                  <c:v>-0.557865891532951</c:v>
                </c:pt>
                <c:pt idx="32">
                  <c:v>-0.5428962314796116</c:v>
                </c:pt>
                <c:pt idx="33">
                  <c:v>-0.5257840080263182</c:v>
                </c:pt>
                <c:pt idx="34">
                  <c:v>-0.5065967553012091</c:v>
                </c:pt>
                <c:pt idx="35">
                  <c:v>-0.4854101966249684</c:v>
                </c:pt>
                <c:pt idx="36">
                  <c:v>-0.4623079456654735</c:v>
                </c:pt>
                <c:pt idx="37">
                  <c:v>-0.4373811764528471</c:v>
                </c:pt>
                <c:pt idx="38">
                  <c:v>-0.41072826355721337</c:v>
                </c:pt>
                <c:pt idx="39">
                  <c:v>-0.3824543938492137</c:v>
                </c:pt>
                <c:pt idx="40">
                  <c:v>-0.35267115137548394</c:v>
                </c:pt>
                <c:pt idx="41">
                  <c:v>-0.32149607698739824</c:v>
                </c:pt>
                <c:pt idx="42">
                  <c:v>-0.28905220446102964</c:v>
                </c:pt>
                <c:pt idx="43">
                  <c:v>-0.25546757493904326</c:v>
                </c:pt>
                <c:pt idx="44">
                  <c:v>-0.22087473161080715</c:v>
                </c:pt>
                <c:pt idx="45">
                  <c:v>-0.18541019662496852</c:v>
                </c:pt>
                <c:pt idx="46">
                  <c:v>-0.14921393229891317</c:v>
                </c:pt>
                <c:pt idx="47">
                  <c:v>-0.11242878875143529</c:v>
                </c:pt>
                <c:pt idx="48">
                  <c:v>-0.07519994013858275</c:v>
                </c:pt>
                <c:pt idx="49">
                  <c:v>-0.03767431171758792</c:v>
                </c:pt>
                <c:pt idx="50">
                  <c:v>-1.1021821192326178e-16</c:v>
                </c:pt>
                <c:pt idx="51">
                  <c:v>0.0376743117175877</c:v>
                </c:pt>
                <c:pt idx="52">
                  <c:v>0.07519994013858254</c:v>
                </c:pt>
                <c:pt idx="53">
                  <c:v>0.11242878875143456</c:v>
                </c:pt>
                <c:pt idx="54">
                  <c:v>0.14921393229891294</c:v>
                </c:pt>
                <c:pt idx="55">
                  <c:v>0.18541019662496833</c:v>
                </c:pt>
                <c:pt idx="56">
                  <c:v>0.22087473161080645</c:v>
                </c:pt>
                <c:pt idx="57">
                  <c:v>0.2554675749390431</c:v>
                </c:pt>
                <c:pt idx="58">
                  <c:v>0.28905220446102897</c:v>
                </c:pt>
                <c:pt idx="59">
                  <c:v>0.32149607698739807</c:v>
                </c:pt>
                <c:pt idx="60">
                  <c:v>0.3526711513754837</c:v>
                </c:pt>
                <c:pt idx="61">
                  <c:v>0.3824543938492136</c:v>
                </c:pt>
                <c:pt idx="62">
                  <c:v>0.4107282635572128</c:v>
                </c:pt>
                <c:pt idx="63">
                  <c:v>0.43738117645284674</c:v>
                </c:pt>
                <c:pt idx="64">
                  <c:v>0.4623079456654736</c:v>
                </c:pt>
                <c:pt idx="65">
                  <c:v>0.48541019662496804</c:v>
                </c:pt>
                <c:pt idx="66">
                  <c:v>0.5065967553012088</c:v>
                </c:pt>
                <c:pt idx="67">
                  <c:v>0.5257840080263181</c:v>
                </c:pt>
                <c:pt idx="68">
                  <c:v>0.5428962314796116</c:v>
                </c:pt>
                <c:pt idx="69">
                  <c:v>0.5578658915329509</c:v>
                </c:pt>
                <c:pt idx="70">
                  <c:v>0.570633909777092</c:v>
                </c:pt>
                <c:pt idx="71">
                  <c:v>0.5811498966771786</c:v>
                </c:pt>
                <c:pt idx="72">
                  <c:v>0.5893723504372133</c:v>
                </c:pt>
                <c:pt idx="73">
                  <c:v>0.5952688207886866</c:v>
                </c:pt>
                <c:pt idx="74">
                  <c:v>0.598816037056963</c:v>
                </c:pt>
                <c:pt idx="75">
                  <c:v>0.6</c:v>
                </c:pt>
                <c:pt idx="76">
                  <c:v>0.598816037056963</c:v>
                </c:pt>
                <c:pt idx="77">
                  <c:v>0.5952688207886868</c:v>
                </c:pt>
                <c:pt idx="78">
                  <c:v>0.5893723504372133</c:v>
                </c:pt>
                <c:pt idx="79">
                  <c:v>0.5811498966771788</c:v>
                </c:pt>
                <c:pt idx="80">
                  <c:v>0.5706339097770922</c:v>
                </c:pt>
                <c:pt idx="81">
                  <c:v>0.557865891532951</c:v>
                </c:pt>
                <c:pt idx="82">
                  <c:v>0.542896231479612</c:v>
                </c:pt>
                <c:pt idx="83">
                  <c:v>0.5257840080263183</c:v>
                </c:pt>
                <c:pt idx="84">
                  <c:v>0.5065967553012093</c:v>
                </c:pt>
                <c:pt idx="85">
                  <c:v>0.48541019662496854</c:v>
                </c:pt>
                <c:pt idx="86">
                  <c:v>0.4623079456654734</c:v>
                </c:pt>
                <c:pt idx="87">
                  <c:v>0.4373811764528469</c:v>
                </c:pt>
                <c:pt idx="88">
                  <c:v>0.41072826355721376</c:v>
                </c:pt>
                <c:pt idx="89">
                  <c:v>0.38245439384921415</c:v>
                </c:pt>
                <c:pt idx="90">
                  <c:v>0.3526711513754844</c:v>
                </c:pt>
                <c:pt idx="91">
                  <c:v>0.3214960769873983</c:v>
                </c:pt>
                <c:pt idx="92">
                  <c:v>0.2890522044610292</c:v>
                </c:pt>
                <c:pt idx="93">
                  <c:v>0.2554675749390443</c:v>
                </c:pt>
                <c:pt idx="94">
                  <c:v>0.2208747316108072</c:v>
                </c:pt>
                <c:pt idx="95">
                  <c:v>0.18541019662496863</c:v>
                </c:pt>
                <c:pt idx="96">
                  <c:v>0.14921393229891325</c:v>
                </c:pt>
                <c:pt idx="97">
                  <c:v>0.11242878875143485</c:v>
                </c:pt>
                <c:pt idx="98">
                  <c:v>0.07519994013858283</c:v>
                </c:pt>
                <c:pt idx="99">
                  <c:v>0.037674311717588525</c:v>
                </c:pt>
                <c:pt idx="100">
                  <c:v>1.83697019872103e-16</c:v>
                </c:pt>
                <c:pt idx="101">
                  <c:v>-0.03767431171758762</c:v>
                </c:pt>
                <c:pt idx="102">
                  <c:v>-0.07519994013858247</c:v>
                </c:pt>
                <c:pt idx="103">
                  <c:v>-0.11242878875143501</c:v>
                </c:pt>
                <c:pt idx="104">
                  <c:v>-0.1492139322989129</c:v>
                </c:pt>
                <c:pt idx="105">
                  <c:v>-0.18541019662496827</c:v>
                </c:pt>
                <c:pt idx="106">
                  <c:v>-0.22087473161080637</c:v>
                </c:pt>
                <c:pt idx="107">
                  <c:v>-0.25546757493904304</c:v>
                </c:pt>
                <c:pt idx="108">
                  <c:v>-0.2890522044610284</c:v>
                </c:pt>
                <c:pt idx="109">
                  <c:v>-0.3214960769873971</c:v>
                </c:pt>
                <c:pt idx="110">
                  <c:v>-0.3526711513754837</c:v>
                </c:pt>
                <c:pt idx="111">
                  <c:v>-0.3824543938492143</c:v>
                </c:pt>
                <c:pt idx="112">
                  <c:v>-0.4107282635572135</c:v>
                </c:pt>
                <c:pt idx="113">
                  <c:v>-0.4373811764528463</c:v>
                </c:pt>
                <c:pt idx="114">
                  <c:v>-0.4623079456654735</c:v>
                </c:pt>
                <c:pt idx="115">
                  <c:v>-0.4854101966249683</c:v>
                </c:pt>
                <c:pt idx="116">
                  <c:v>-0.5065967553012088</c:v>
                </c:pt>
                <c:pt idx="117">
                  <c:v>-0.5257840080263179</c:v>
                </c:pt>
                <c:pt idx="118">
                  <c:v>-0.5428962314796113</c:v>
                </c:pt>
                <c:pt idx="119">
                  <c:v>-0.5578658915329509</c:v>
                </c:pt>
                <c:pt idx="120">
                  <c:v>-0.5706339097770917</c:v>
                </c:pt>
                <c:pt idx="121">
                  <c:v>-0.5811498966771783</c:v>
                </c:pt>
                <c:pt idx="122">
                  <c:v>-0.589372350437213</c:v>
                </c:pt>
                <c:pt idx="123">
                  <c:v>-0.5952688207886866</c:v>
                </c:pt>
                <c:pt idx="124">
                  <c:v>-0.598816037056963</c:v>
                </c:pt>
                <c:pt idx="125">
                  <c:v>-0.6</c:v>
                </c:pt>
                <c:pt idx="126">
                  <c:v>-0.598816037056963</c:v>
                </c:pt>
                <c:pt idx="127">
                  <c:v>-0.5952688207886868</c:v>
                </c:pt>
                <c:pt idx="128">
                  <c:v>-0.5893723504372131</c:v>
                </c:pt>
                <c:pt idx="129">
                  <c:v>-0.5811498966771786</c:v>
                </c:pt>
                <c:pt idx="130">
                  <c:v>-0.5706339097770925</c:v>
                </c:pt>
                <c:pt idx="131">
                  <c:v>-0.557865891532951</c:v>
                </c:pt>
                <c:pt idx="132">
                  <c:v>-0.542896231479612</c:v>
                </c:pt>
                <c:pt idx="133">
                  <c:v>-0.5257840080263185</c:v>
                </c:pt>
                <c:pt idx="134">
                  <c:v>-0.5065967553012091</c:v>
                </c:pt>
                <c:pt idx="135">
                  <c:v>-0.4854101966249686</c:v>
                </c:pt>
                <c:pt idx="136">
                  <c:v>-0.4623079456654738</c:v>
                </c:pt>
                <c:pt idx="137">
                  <c:v>-0.4373811764528466</c:v>
                </c:pt>
                <c:pt idx="138">
                  <c:v>-0.4107282635572131</c:v>
                </c:pt>
                <c:pt idx="139">
                  <c:v>-0.3824543938492138</c:v>
                </c:pt>
                <c:pt idx="140">
                  <c:v>-0.35267115137548405</c:v>
                </c:pt>
                <c:pt idx="141">
                  <c:v>-0.32149607698739746</c:v>
                </c:pt>
                <c:pt idx="142">
                  <c:v>-0.2890522044610288</c:v>
                </c:pt>
                <c:pt idx="143">
                  <c:v>-0.25546757493904343</c:v>
                </c:pt>
                <c:pt idx="144">
                  <c:v>-0.2208747316108068</c:v>
                </c:pt>
                <c:pt idx="145">
                  <c:v>-0.1854101966249697</c:v>
                </c:pt>
                <c:pt idx="146">
                  <c:v>-0.14921393229891333</c:v>
                </c:pt>
                <c:pt idx="147">
                  <c:v>-0.11242878875143544</c:v>
                </c:pt>
                <c:pt idx="148">
                  <c:v>-0.07519994013858343</c:v>
                </c:pt>
                <c:pt idx="149">
                  <c:v>-0.03767431171758913</c:v>
                </c:pt>
                <c:pt idx="150">
                  <c:v>-2.5717582782094415e-16</c:v>
                </c:pt>
                <c:pt idx="151">
                  <c:v>0.037674311717587554</c:v>
                </c:pt>
                <c:pt idx="152">
                  <c:v>0.07519994013858187</c:v>
                </c:pt>
                <c:pt idx="153">
                  <c:v>0.11242878875143389</c:v>
                </c:pt>
                <c:pt idx="154">
                  <c:v>0.14921393229891178</c:v>
                </c:pt>
                <c:pt idx="155">
                  <c:v>0.1854101966249672</c:v>
                </c:pt>
                <c:pt idx="156">
                  <c:v>0.2208747316108063</c:v>
                </c:pt>
                <c:pt idx="157">
                  <c:v>0.25546757493904293</c:v>
                </c:pt>
                <c:pt idx="158">
                  <c:v>0.28905220446102836</c:v>
                </c:pt>
                <c:pt idx="159">
                  <c:v>0.3214960769873979</c:v>
                </c:pt>
                <c:pt idx="160">
                  <c:v>0.35267115137548366</c:v>
                </c:pt>
                <c:pt idx="161">
                  <c:v>0.3824543938492134</c:v>
                </c:pt>
                <c:pt idx="162">
                  <c:v>0.4107282635572127</c:v>
                </c:pt>
                <c:pt idx="163">
                  <c:v>0.43738117645284696</c:v>
                </c:pt>
                <c:pt idx="164">
                  <c:v>0.4623079456654728</c:v>
                </c:pt>
                <c:pt idx="165">
                  <c:v>0.48541019662496826</c:v>
                </c:pt>
                <c:pt idx="166">
                  <c:v>0.5065967553012087</c:v>
                </c:pt>
                <c:pt idx="167">
                  <c:v>0.5257840080263178</c:v>
                </c:pt>
                <c:pt idx="168">
                  <c:v>0.5428962314796113</c:v>
                </c:pt>
                <c:pt idx="169">
                  <c:v>0.5578658915329507</c:v>
                </c:pt>
                <c:pt idx="170">
                  <c:v>0.570633909777092</c:v>
                </c:pt>
                <c:pt idx="171">
                  <c:v>0.5811498966771785</c:v>
                </c:pt>
                <c:pt idx="172">
                  <c:v>0.5893723504372133</c:v>
                </c:pt>
                <c:pt idx="173">
                  <c:v>0.5952688207886867</c:v>
                </c:pt>
                <c:pt idx="174">
                  <c:v>0.598816037056963</c:v>
                </c:pt>
                <c:pt idx="175">
                  <c:v>0.6</c:v>
                </c:pt>
                <c:pt idx="176">
                  <c:v>0.5988160370569631</c:v>
                </c:pt>
                <c:pt idx="177">
                  <c:v>0.5952688207886868</c:v>
                </c:pt>
                <c:pt idx="178">
                  <c:v>0.5893723504372134</c:v>
                </c:pt>
                <c:pt idx="179">
                  <c:v>0.581149896677179</c:v>
                </c:pt>
                <c:pt idx="180">
                  <c:v>0.5706339097770926</c:v>
                </c:pt>
                <c:pt idx="181">
                  <c:v>0.557865891532951</c:v>
                </c:pt>
                <c:pt idx="182">
                  <c:v>0.542896231479612</c:v>
                </c:pt>
                <c:pt idx="183">
                  <c:v>0.5257840080263186</c:v>
                </c:pt>
                <c:pt idx="184">
                  <c:v>0.5065967553012091</c:v>
                </c:pt>
                <c:pt idx="185">
                  <c:v>0.48541019662496865</c:v>
                </c:pt>
                <c:pt idx="186">
                  <c:v>0.4623079456654745</c:v>
                </c:pt>
                <c:pt idx="187">
                  <c:v>0.4373811764528474</c:v>
                </c:pt>
                <c:pt idx="188">
                  <c:v>0.41072826355721387</c:v>
                </c:pt>
                <c:pt idx="189">
                  <c:v>0.3824543938492147</c:v>
                </c:pt>
                <c:pt idx="190">
                  <c:v>0.35267115137548416</c:v>
                </c:pt>
                <c:pt idx="191">
                  <c:v>0.3214960769873984</c:v>
                </c:pt>
                <c:pt idx="192">
                  <c:v>0.2890522044610298</c:v>
                </c:pt>
                <c:pt idx="193">
                  <c:v>0.25546757493904443</c:v>
                </c:pt>
                <c:pt idx="194">
                  <c:v>0.22087473161080687</c:v>
                </c:pt>
                <c:pt idx="195">
                  <c:v>0.18541019662496877</c:v>
                </c:pt>
                <c:pt idx="196">
                  <c:v>0.1492139322989134</c:v>
                </c:pt>
                <c:pt idx="197">
                  <c:v>0.11242878875143551</c:v>
                </c:pt>
                <c:pt idx="198">
                  <c:v>0.0751999401385835</c:v>
                </c:pt>
                <c:pt idx="199">
                  <c:v>0.037674311717589205</c:v>
                </c:pt>
                <c:pt idx="200">
                  <c:v>3.3065463576978537e-16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time (ms)  ·  f = 1 kHz</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25"/>
      </c:catAx>
      <c:valAx>
        <c:axId val="2094734552"/>
        <c:scaling>
          <c:orientation val="minMax"/>
          <c:max val="1.2"/>
          <c:min val="-1.2"/>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x(t)</a:t>
                </a:r>
              </a:p>
            </c:rich>
          </c:tx>
          <c:layout/>
          <c:overlay val="0"/>
        </c:title>
        <c:numFmt formatCode="0.0"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4"/>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x(t) = I cos ωt − Q sin ωt</c:v>
                </c:pt>
              </c:strCache>
            </c:strRef>
          </c:tx>
          <c:spPr>
            <a:solidFill>
              <a:srgbClr val="5B6B7F"/>
            </a:solidFill>
            <a:ln w="15875" cap="flat">
              <a:solidFill>
                <a:srgbClr val="5B6B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6B7F"/>
              </a:solidFill>
              <a:ln w="9525" cap="flat">
                <a:solidFill>
                  <a:srgbClr val="5B6B7F"/>
                </a:solidFill>
                <a:prstDash val="solid"/>
                <a:round/>
              </a:ln>
              <a:effectLst/>
            </c:spPr>
          </c:marker>
          <c:cat>
            <c:multiLvlStrRef>
              <c:f>Sheet1!$A$2:$A$242</c:f>
              <c:multiLvlStrCache>
                <c:ptCount val="241"/>
                <c:lvl>
                  <c:pt idx="0">
                    <c:v>0.00</c:v>
                  </c:pt>
                  <c:pt idx="1">
                    <c:v>0.00</c:v>
                  </c:pt>
                  <c:pt idx="2">
                    <c:v>0.01</c:v>
                  </c:pt>
                  <c:pt idx="3">
                    <c:v>0.01</c:v>
                  </c:pt>
                  <c:pt idx="4">
                    <c:v>0.02</c:v>
                  </c:pt>
                  <c:pt idx="5">
                    <c:v>0.02</c:v>
                  </c:pt>
                  <c:pt idx="6">
                    <c:v>0.03</c:v>
                  </c:pt>
                  <c:pt idx="7">
                    <c:v>0.03</c:v>
                  </c:pt>
                  <c:pt idx="8">
                    <c:v>0.03</c:v>
                  </c:pt>
                  <c:pt idx="9">
                    <c:v>0.04</c:v>
                  </c:pt>
                  <c:pt idx="10">
                    <c:v>0.04</c:v>
                  </c:pt>
                  <c:pt idx="11">
                    <c:v>0.05</c:v>
                  </c:pt>
                  <c:pt idx="12">
                    <c:v>0.05</c:v>
                  </c:pt>
                  <c:pt idx="13">
                    <c:v>0.05</c:v>
                  </c:pt>
                  <c:pt idx="14">
                    <c:v>0.06</c:v>
                  </c:pt>
                  <c:pt idx="15">
                    <c:v>0.06</c:v>
                  </c:pt>
                  <c:pt idx="16">
                    <c:v>0.07</c:v>
                  </c:pt>
                  <c:pt idx="17">
                    <c:v>0.07</c:v>
                  </c:pt>
                  <c:pt idx="18">
                    <c:v>0.07</c:v>
                  </c:pt>
                  <c:pt idx="19">
                    <c:v>0.08</c:v>
                  </c:pt>
                  <c:pt idx="20">
                    <c:v>0.08</c:v>
                  </c:pt>
                  <c:pt idx="21">
                    <c:v>0.09</c:v>
                  </c:pt>
                  <c:pt idx="22">
                    <c:v>0.09</c:v>
                  </c:pt>
                  <c:pt idx="23">
                    <c:v>0.10</c:v>
                  </c:pt>
                  <c:pt idx="24">
                    <c:v>0.10</c:v>
                  </c:pt>
                  <c:pt idx="25">
                    <c:v>0.10</c:v>
                  </c:pt>
                  <c:pt idx="26">
                    <c:v>0.11</c:v>
                  </c:pt>
                  <c:pt idx="27">
                    <c:v>0.11</c:v>
                  </c:pt>
                  <c:pt idx="28">
                    <c:v>0.12</c:v>
                  </c:pt>
                  <c:pt idx="29">
                    <c:v>0.12</c:v>
                  </c:pt>
                  <c:pt idx="30">
                    <c:v>0.13</c:v>
                  </c:pt>
                  <c:pt idx="31">
                    <c:v>0.13</c:v>
                  </c:pt>
                  <c:pt idx="32">
                    <c:v>0.13</c:v>
                  </c:pt>
                  <c:pt idx="33">
                    <c:v>0.14</c:v>
                  </c:pt>
                  <c:pt idx="34">
                    <c:v>0.14</c:v>
                  </c:pt>
                  <c:pt idx="35">
                    <c:v>0.15</c:v>
                  </c:pt>
                  <c:pt idx="36">
                    <c:v>0.15</c:v>
                  </c:pt>
                  <c:pt idx="37">
                    <c:v>0.15</c:v>
                  </c:pt>
                  <c:pt idx="38">
                    <c:v>0.16</c:v>
                  </c:pt>
                  <c:pt idx="39">
                    <c:v>0.16</c:v>
                  </c:pt>
                  <c:pt idx="40">
                    <c:v>0.17</c:v>
                  </c:pt>
                  <c:pt idx="41">
                    <c:v>0.17</c:v>
                  </c:pt>
                  <c:pt idx="42">
                    <c:v>0.17</c:v>
                  </c:pt>
                  <c:pt idx="43">
                    <c:v>0.18</c:v>
                  </c:pt>
                  <c:pt idx="44">
                    <c:v>0.18</c:v>
                  </c:pt>
                  <c:pt idx="45">
                    <c:v>0.19</c:v>
                  </c:pt>
                  <c:pt idx="46">
                    <c:v>0.19</c:v>
                  </c:pt>
                  <c:pt idx="47">
                    <c:v>0.20</c:v>
                  </c:pt>
                  <c:pt idx="48">
                    <c:v>0.20</c:v>
                  </c:pt>
                  <c:pt idx="49">
                    <c:v>0.20</c:v>
                  </c:pt>
                  <c:pt idx="50">
                    <c:v>0.21</c:v>
                  </c:pt>
                  <c:pt idx="51">
                    <c:v>0.21</c:v>
                  </c:pt>
                  <c:pt idx="52">
                    <c:v>0.22</c:v>
                  </c:pt>
                  <c:pt idx="53">
                    <c:v>0.22</c:v>
                  </c:pt>
                  <c:pt idx="54">
                    <c:v>0.23</c:v>
                  </c:pt>
                  <c:pt idx="55">
                    <c:v>0.23</c:v>
                  </c:pt>
                  <c:pt idx="56">
                    <c:v>0.23</c:v>
                  </c:pt>
                  <c:pt idx="57">
                    <c:v>0.24</c:v>
                  </c:pt>
                  <c:pt idx="58">
                    <c:v>0.24</c:v>
                  </c:pt>
                  <c:pt idx="59">
                    <c:v>0.25</c:v>
                  </c:pt>
                  <c:pt idx="60">
                    <c:v>0.25</c:v>
                  </c:pt>
                  <c:pt idx="61">
                    <c:v>0.25</c:v>
                  </c:pt>
                  <c:pt idx="62">
                    <c:v>0.26</c:v>
                  </c:pt>
                  <c:pt idx="63">
                    <c:v>0.26</c:v>
                  </c:pt>
                  <c:pt idx="64">
                    <c:v>0.27</c:v>
                  </c:pt>
                  <c:pt idx="65">
                    <c:v>0.27</c:v>
                  </c:pt>
                  <c:pt idx="66">
                    <c:v>0.28</c:v>
                  </c:pt>
                  <c:pt idx="67">
                    <c:v>0.28</c:v>
                  </c:pt>
                  <c:pt idx="68">
                    <c:v>0.28</c:v>
                  </c:pt>
                  <c:pt idx="69">
                    <c:v>0.29</c:v>
                  </c:pt>
                  <c:pt idx="70">
                    <c:v>0.29</c:v>
                  </c:pt>
                  <c:pt idx="71">
                    <c:v>0.30</c:v>
                  </c:pt>
                  <c:pt idx="72">
                    <c:v>0.30</c:v>
                  </c:pt>
                  <c:pt idx="73">
                    <c:v>0.30</c:v>
                  </c:pt>
                  <c:pt idx="74">
                    <c:v>0.31</c:v>
                  </c:pt>
                  <c:pt idx="75">
                    <c:v>0.31</c:v>
                  </c:pt>
                  <c:pt idx="76">
                    <c:v>0.32</c:v>
                  </c:pt>
                  <c:pt idx="77">
                    <c:v>0.32</c:v>
                  </c:pt>
                  <c:pt idx="78">
                    <c:v>0.33</c:v>
                  </c:pt>
                  <c:pt idx="79">
                    <c:v>0.33</c:v>
                  </c:pt>
                  <c:pt idx="80">
                    <c:v>0.33</c:v>
                  </c:pt>
                  <c:pt idx="81">
                    <c:v>0.34</c:v>
                  </c:pt>
                  <c:pt idx="82">
                    <c:v>0.34</c:v>
                  </c:pt>
                  <c:pt idx="83">
                    <c:v>0.35</c:v>
                  </c:pt>
                  <c:pt idx="84">
                    <c:v>0.35</c:v>
                  </c:pt>
                  <c:pt idx="85">
                    <c:v>0.35</c:v>
                  </c:pt>
                  <c:pt idx="86">
                    <c:v>0.36</c:v>
                  </c:pt>
                  <c:pt idx="87">
                    <c:v>0.36</c:v>
                  </c:pt>
                  <c:pt idx="88">
                    <c:v>0.37</c:v>
                  </c:pt>
                  <c:pt idx="89">
                    <c:v>0.37</c:v>
                  </c:pt>
                  <c:pt idx="90">
                    <c:v>0.38</c:v>
                  </c:pt>
                  <c:pt idx="91">
                    <c:v>0.38</c:v>
                  </c:pt>
                  <c:pt idx="92">
                    <c:v>0.38</c:v>
                  </c:pt>
                  <c:pt idx="93">
                    <c:v>0.39</c:v>
                  </c:pt>
                  <c:pt idx="94">
                    <c:v>0.39</c:v>
                  </c:pt>
                  <c:pt idx="95">
                    <c:v>0.40</c:v>
                  </c:pt>
                  <c:pt idx="96">
                    <c:v>0.40</c:v>
                  </c:pt>
                  <c:pt idx="97">
                    <c:v>0.40</c:v>
                  </c:pt>
                  <c:pt idx="98">
                    <c:v>0.41</c:v>
                  </c:pt>
                  <c:pt idx="99">
                    <c:v>0.41</c:v>
                  </c:pt>
                  <c:pt idx="100">
                    <c:v>0.42</c:v>
                  </c:pt>
                  <c:pt idx="101">
                    <c:v>0.42</c:v>
                  </c:pt>
                  <c:pt idx="102">
                    <c:v>0.42</c:v>
                  </c:pt>
                  <c:pt idx="103">
                    <c:v>0.43</c:v>
                  </c:pt>
                  <c:pt idx="104">
                    <c:v>0.43</c:v>
                  </c:pt>
                  <c:pt idx="105">
                    <c:v>0.44</c:v>
                  </c:pt>
                  <c:pt idx="106">
                    <c:v>0.44</c:v>
                  </c:pt>
                  <c:pt idx="107">
                    <c:v>0.45</c:v>
                  </c:pt>
                  <c:pt idx="108">
                    <c:v>0.45</c:v>
                  </c:pt>
                  <c:pt idx="109">
                    <c:v>0.45</c:v>
                  </c:pt>
                  <c:pt idx="110">
                    <c:v>0.46</c:v>
                  </c:pt>
                  <c:pt idx="111">
                    <c:v>0.46</c:v>
                  </c:pt>
                  <c:pt idx="112">
                    <c:v>0.47</c:v>
                  </c:pt>
                  <c:pt idx="113">
                    <c:v>0.47</c:v>
                  </c:pt>
                  <c:pt idx="114">
                    <c:v>0.47</c:v>
                  </c:pt>
                  <c:pt idx="115">
                    <c:v>0.48</c:v>
                  </c:pt>
                  <c:pt idx="116">
                    <c:v>0.48</c:v>
                  </c:pt>
                  <c:pt idx="117">
                    <c:v>0.49</c:v>
                  </c:pt>
                  <c:pt idx="118">
                    <c:v>0.49</c:v>
                  </c:pt>
                  <c:pt idx="119">
                    <c:v>0.50</c:v>
                  </c:pt>
                  <c:pt idx="120">
                    <c:v>0.50</c:v>
                  </c:pt>
                  <c:pt idx="121">
                    <c:v>0.50</c:v>
                  </c:pt>
                  <c:pt idx="122">
                    <c:v>0.51</c:v>
                  </c:pt>
                  <c:pt idx="123">
                    <c:v>0.51</c:v>
                  </c:pt>
                  <c:pt idx="124">
                    <c:v>0.52</c:v>
                  </c:pt>
                  <c:pt idx="125">
                    <c:v>0.52</c:v>
                  </c:pt>
                  <c:pt idx="126">
                    <c:v>0.53</c:v>
                  </c:pt>
                  <c:pt idx="127">
                    <c:v>0.53</c:v>
                  </c:pt>
                  <c:pt idx="128">
                    <c:v>0.53</c:v>
                  </c:pt>
                  <c:pt idx="129">
                    <c:v>0.54</c:v>
                  </c:pt>
                  <c:pt idx="130">
                    <c:v>0.54</c:v>
                  </c:pt>
                  <c:pt idx="131">
                    <c:v>0.55</c:v>
                  </c:pt>
                  <c:pt idx="132">
                    <c:v>0.55</c:v>
                  </c:pt>
                  <c:pt idx="133">
                    <c:v>0.55</c:v>
                  </c:pt>
                  <c:pt idx="134">
                    <c:v>0.56</c:v>
                  </c:pt>
                  <c:pt idx="135">
                    <c:v>0.56</c:v>
                  </c:pt>
                  <c:pt idx="136">
                    <c:v>0.57</c:v>
                  </c:pt>
                  <c:pt idx="137">
                    <c:v>0.57</c:v>
                  </c:pt>
                  <c:pt idx="138">
                    <c:v>0.57</c:v>
                  </c:pt>
                  <c:pt idx="139">
                    <c:v>0.58</c:v>
                  </c:pt>
                  <c:pt idx="140">
                    <c:v>0.58</c:v>
                  </c:pt>
                  <c:pt idx="141">
                    <c:v>0.59</c:v>
                  </c:pt>
                  <c:pt idx="142">
                    <c:v>0.59</c:v>
                  </c:pt>
                  <c:pt idx="143">
                    <c:v>0.60</c:v>
                  </c:pt>
                  <c:pt idx="144">
                    <c:v>0.60</c:v>
                  </c:pt>
                  <c:pt idx="145">
                    <c:v>0.60</c:v>
                  </c:pt>
                  <c:pt idx="146">
                    <c:v>0.61</c:v>
                  </c:pt>
                  <c:pt idx="147">
                    <c:v>0.61</c:v>
                  </c:pt>
                  <c:pt idx="148">
                    <c:v>0.62</c:v>
                  </c:pt>
                  <c:pt idx="149">
                    <c:v>0.62</c:v>
                  </c:pt>
                  <c:pt idx="150">
                    <c:v>0.63</c:v>
                  </c:pt>
                  <c:pt idx="151">
                    <c:v>0.63</c:v>
                  </c:pt>
                  <c:pt idx="152">
                    <c:v>0.63</c:v>
                  </c:pt>
                  <c:pt idx="153">
                    <c:v>0.64</c:v>
                  </c:pt>
                  <c:pt idx="154">
                    <c:v>0.64</c:v>
                  </c:pt>
                  <c:pt idx="155">
                    <c:v>0.65</c:v>
                  </c:pt>
                  <c:pt idx="156">
                    <c:v>0.65</c:v>
                  </c:pt>
                  <c:pt idx="157">
                    <c:v>0.65</c:v>
                  </c:pt>
                  <c:pt idx="158">
                    <c:v>0.66</c:v>
                  </c:pt>
                  <c:pt idx="159">
                    <c:v>0.66</c:v>
                  </c:pt>
                  <c:pt idx="160">
                    <c:v>0.67</c:v>
                  </c:pt>
                  <c:pt idx="161">
                    <c:v>0.67</c:v>
                  </c:pt>
                  <c:pt idx="162">
                    <c:v>0.68</c:v>
                  </c:pt>
                  <c:pt idx="163">
                    <c:v>0.68</c:v>
                  </c:pt>
                  <c:pt idx="164">
                    <c:v>0.68</c:v>
                  </c:pt>
                  <c:pt idx="165">
                    <c:v>0.69</c:v>
                  </c:pt>
                  <c:pt idx="166">
                    <c:v>0.69</c:v>
                  </c:pt>
                  <c:pt idx="167">
                    <c:v>0.70</c:v>
                  </c:pt>
                  <c:pt idx="168">
                    <c:v>0.70</c:v>
                  </c:pt>
                  <c:pt idx="169">
                    <c:v>0.70</c:v>
                  </c:pt>
                  <c:pt idx="170">
                    <c:v>0.71</c:v>
                  </c:pt>
                  <c:pt idx="171">
                    <c:v>0.71</c:v>
                  </c:pt>
                  <c:pt idx="172">
                    <c:v>0.72</c:v>
                  </c:pt>
                  <c:pt idx="173">
                    <c:v>0.72</c:v>
                  </c:pt>
                  <c:pt idx="174">
                    <c:v>0.72</c:v>
                  </c:pt>
                  <c:pt idx="175">
                    <c:v>0.73</c:v>
                  </c:pt>
                  <c:pt idx="176">
                    <c:v>0.73</c:v>
                  </c:pt>
                  <c:pt idx="177">
                    <c:v>0.74</c:v>
                  </c:pt>
                  <c:pt idx="178">
                    <c:v>0.74</c:v>
                  </c:pt>
                  <c:pt idx="179">
                    <c:v>0.75</c:v>
                  </c:pt>
                  <c:pt idx="180">
                    <c:v>0.75</c:v>
                  </c:pt>
                  <c:pt idx="181">
                    <c:v>0.75</c:v>
                  </c:pt>
                  <c:pt idx="182">
                    <c:v>0.76</c:v>
                  </c:pt>
                  <c:pt idx="183">
                    <c:v>0.76</c:v>
                  </c:pt>
                  <c:pt idx="184">
                    <c:v>0.77</c:v>
                  </c:pt>
                  <c:pt idx="185">
                    <c:v>0.77</c:v>
                  </c:pt>
                  <c:pt idx="186">
                    <c:v>0.78</c:v>
                  </c:pt>
                  <c:pt idx="187">
                    <c:v>0.78</c:v>
                  </c:pt>
                  <c:pt idx="188">
                    <c:v>0.78</c:v>
                  </c:pt>
                  <c:pt idx="189">
                    <c:v>0.79</c:v>
                  </c:pt>
                  <c:pt idx="190">
                    <c:v>0.79</c:v>
                  </c:pt>
                  <c:pt idx="191">
                    <c:v>0.80</c:v>
                  </c:pt>
                  <c:pt idx="192">
                    <c:v>0.80</c:v>
                  </c:pt>
                  <c:pt idx="193">
                    <c:v>0.80</c:v>
                  </c:pt>
                  <c:pt idx="194">
                    <c:v>0.81</c:v>
                  </c:pt>
                  <c:pt idx="195">
                    <c:v>0.81</c:v>
                  </c:pt>
                  <c:pt idx="196">
                    <c:v>0.82</c:v>
                  </c:pt>
                  <c:pt idx="197">
                    <c:v>0.82</c:v>
                  </c:pt>
                  <c:pt idx="198">
                    <c:v>0.82</c:v>
                  </c:pt>
                  <c:pt idx="199">
                    <c:v>0.83</c:v>
                  </c:pt>
                  <c:pt idx="200">
                    <c:v>0.83</c:v>
                  </c:pt>
                  <c:pt idx="201">
                    <c:v>0.84</c:v>
                  </c:pt>
                  <c:pt idx="202">
                    <c:v>0.84</c:v>
                  </c:pt>
                  <c:pt idx="203">
                    <c:v>0.85</c:v>
                  </c:pt>
                  <c:pt idx="204">
                    <c:v>0.85</c:v>
                  </c:pt>
                  <c:pt idx="205">
                    <c:v>0.85</c:v>
                  </c:pt>
                  <c:pt idx="206">
                    <c:v>0.86</c:v>
                  </c:pt>
                  <c:pt idx="207">
                    <c:v>0.86</c:v>
                  </c:pt>
                  <c:pt idx="208">
                    <c:v>0.87</c:v>
                  </c:pt>
                  <c:pt idx="209">
                    <c:v>0.87</c:v>
                  </c:pt>
                  <c:pt idx="210">
                    <c:v>0.88</c:v>
                  </c:pt>
                  <c:pt idx="211">
                    <c:v>0.88</c:v>
                  </c:pt>
                  <c:pt idx="212">
                    <c:v>0.88</c:v>
                  </c:pt>
                  <c:pt idx="213">
                    <c:v>0.89</c:v>
                  </c:pt>
                  <c:pt idx="214">
                    <c:v>0.89</c:v>
                  </c:pt>
                  <c:pt idx="215">
                    <c:v>0.90</c:v>
                  </c:pt>
                  <c:pt idx="216">
                    <c:v>0.90</c:v>
                  </c:pt>
                  <c:pt idx="217">
                    <c:v>0.90</c:v>
                  </c:pt>
                  <c:pt idx="218">
                    <c:v>0.91</c:v>
                  </c:pt>
                  <c:pt idx="219">
                    <c:v>0.91</c:v>
                  </c:pt>
                  <c:pt idx="220">
                    <c:v>0.92</c:v>
                  </c:pt>
                  <c:pt idx="221">
                    <c:v>0.92</c:v>
                  </c:pt>
                  <c:pt idx="222">
                    <c:v>0.93</c:v>
                  </c:pt>
                  <c:pt idx="223">
                    <c:v>0.93</c:v>
                  </c:pt>
                  <c:pt idx="224">
                    <c:v>0.93</c:v>
                  </c:pt>
                  <c:pt idx="225">
                    <c:v>0.94</c:v>
                  </c:pt>
                  <c:pt idx="226">
                    <c:v>0.94</c:v>
                  </c:pt>
                  <c:pt idx="227">
                    <c:v>0.95</c:v>
                  </c:pt>
                  <c:pt idx="228">
                    <c:v>0.95</c:v>
                  </c:pt>
                  <c:pt idx="229">
                    <c:v>0.95</c:v>
                  </c:pt>
                  <c:pt idx="230">
                    <c:v>0.96</c:v>
                  </c:pt>
                  <c:pt idx="231">
                    <c:v>0.96</c:v>
                  </c:pt>
                  <c:pt idx="232">
                    <c:v>0.97</c:v>
                  </c:pt>
                  <c:pt idx="233">
                    <c:v>0.97</c:v>
                  </c:pt>
                  <c:pt idx="234">
                    <c:v>0.97</c:v>
                  </c:pt>
                  <c:pt idx="235">
                    <c:v>0.98</c:v>
                  </c:pt>
                  <c:pt idx="236">
                    <c:v>0.98</c:v>
                  </c:pt>
                  <c:pt idx="237">
                    <c:v>0.99</c:v>
                  </c:pt>
                  <c:pt idx="238">
                    <c:v>0.99</c:v>
                  </c:pt>
                  <c:pt idx="239">
                    <c:v>1.00</c:v>
                  </c:pt>
                  <c:pt idx="240">
                    <c:v>1.00</c:v>
                  </c:pt>
                </c:lvl>
              </c:multiLvlStrCache>
            </c:multiLvlStrRef>
          </c:cat>
          <c:val>
            <c:numRef>
              <c:f>Sheet1!$B$2:$B$242</c:f>
              <c:numCache>
                <c:formatCode>General</c:formatCode>
                <c:ptCount val="241"/>
                <c:pt idx="0">
                  <c:v>1</c:v>
                </c:pt>
                <c:pt idx="1">
                  <c:v>0.9004576838948792</c:v>
                </c:pt>
                <c:pt idx="2">
                  <c:v>0.6215684093167657</c:v>
                </c:pt>
                <c:pt idx="3">
                  <c:v>0.21863663190197768</c:v>
                </c:pt>
                <c:pt idx="4">
                  <c:v>-0.22841784594706538</c:v>
                </c:pt>
                <c:pt idx="5">
                  <c:v>-0.6308849706056678</c:v>
                </c:pt>
                <c:pt idx="6">
                  <c:v>-0.9088292463598989</c:v>
                </c:pt>
                <c:pt idx="7">
                  <c:v>-1.0069169430536467</c:v>
                </c:pt>
                <c:pt idx="8">
                  <c:v>-0.9053741321877667</c:v>
                </c:pt>
                <c:pt idx="9">
                  <c:v>-0.6239097890471172</c:v>
                </c:pt>
                <c:pt idx="10">
                  <c:v>-0.2178320539160612</c:v>
                </c:pt>
                <c:pt idx="11">
                  <c:v>0.2328690671156135</c:v>
                </c:pt>
                <c:pt idx="12">
                  <c:v>0.6393091246369478</c:v>
                </c:pt>
                <c:pt idx="13">
                  <c:v>0.9212433503029696</c:v>
                </c:pt>
                <c:pt idx="14">
                  <c:v>1.0228836077501517</c:v>
                </c:pt>
                <c:pt idx="15">
                  <c:v>0.9238795325112868</c:v>
                </c:pt>
                <c:pt idx="16">
                  <c:v>0.6433062628859072</c:v>
                </c:pt>
                <c:pt idx="17">
                  <c:v>0.23588626667643176</c:v>
                </c:pt>
                <c:pt idx="18">
                  <c:v>-0.21879328061451425</c:v>
                </c:pt>
                <c:pt idx="19">
                  <c:v>-0.6319271654997256</c:v>
                </c:pt>
                <c:pt idx="20">
                  <c:v>-0.9229106504488546</c:v>
                </c:pt>
                <c:pt idx="21">
                  <c:v>-1.035099536227266</c:v>
                </c:pt>
                <c:pt idx="22">
                  <c:v>-0.946821435854526</c:v>
                </c:pt>
                <c:pt idx="23">
                  <c:v>-0.6754957973607363</c:v>
                </c:pt>
                <c:pt idx="24">
                  <c:v>-0.2740858906694127</c:v>
                </c:pt>
                <c:pt idx="25">
                  <c:v>0.1793823752374245</c:v>
                </c:pt>
                <c:pt idx="26">
                  <c:v>0.5971415767706787</c:v>
                </c:pt>
                <c:pt idx="27">
                  <c:v>0.89881277636897</c:v>
                </c:pt>
                <c:pt idx="28">
                  <c:v>1.0269784580178842</c:v>
                </c:pt>
                <c:pt idx="29">
                  <c:v>0.9581625464916877</c:v>
                </c:pt>
                <c:pt idx="30">
                  <c:v>0.7071067811865479</c:v>
                </c:pt>
                <c:pt idx="31">
                  <c:v>0.32356576024379946</c:v>
                </c:pt>
                <c:pt idx="32">
                  <c:v>-0.11768241469086593</c:v>
                </c:pt>
                <c:pt idx="33">
                  <c:v>-0.5315889755196395</c:v>
                </c:pt>
                <c:pt idx="34">
                  <c:v>-0.8394164343658328</c:v>
                </c:pt>
                <c:pt idx="35">
                  <c:v>-0.9838886892939936</c:v>
                </c:pt>
                <c:pt idx="36">
                  <c:v>-0.9399671705180147</c:v>
                </c:pt>
                <c:pt idx="37">
                  <c:v>-0.7192053352753143</c:v>
                </c:pt>
                <c:pt idx="38">
                  <c:v>-0.36692075059633544</c:v>
                </c:pt>
                <c:pt idx="39">
                  <c:v>0.04715545454005293</c:v>
                </c:pt>
                <c:pt idx="40">
                  <c:v>0.4428203230275494</c:v>
                </c:pt>
                <c:pt idx="41">
                  <c:v>0.7451274520786743</c:v>
                </c:pt>
                <c:pt idx="42">
                  <c:v>0.8987905608678803</c:v>
                </c:pt>
                <c:pt idx="43">
                  <c:v>0.8784630993562512</c:v>
                </c:pt>
                <c:pt idx="44">
                  <c:v>0.6929556447857181</c:v>
                </c:pt>
                <c:pt idx="45">
                  <c:v>0.3826834323650904</c:v>
                </c:pt>
                <c:pt idx="46">
                  <c:v>0.010986630671453057</c:v>
                </c:pt>
                <c:pt idx="47">
                  <c:v>-0.3488345168534811</c:v>
                </c:pt>
                <c:pt idx="48">
                  <c:v>-0.6281152949374523</c:v>
                </c:pt>
                <c:pt idx="49">
                  <c:v>-0.7761291480221105</c:v>
                </c:pt>
                <c:pt idx="50">
                  <c:v>-0.7694920387042729</c:v>
                </c:pt>
                <c:pt idx="51">
                  <c:v>-0.6158957982530412</c:v>
                </c:pt>
                <c:pt idx="52">
                  <c:v>-0.3515688599168257</c:v>
                </c:pt>
                <c:pt idx="53">
                  <c:v>-0.033131545978811655</c:v>
                </c:pt>
                <c:pt idx="54">
                  <c:v>0.27437731057215176</c:v>
                </c:pt>
                <c:pt idx="55">
                  <c:v>0.5107959492730152</c:v>
                </c:pt>
                <c:pt idx="56">
                  <c:v>0.6327418920716361</c:v>
                </c:pt>
                <c:pt idx="57">
                  <c:v>0.6217498215200299</c:v>
                </c:pt>
                <c:pt idx="58">
                  <c:v>0.4870929970134562</c:v>
                </c:pt>
                <c:pt idx="59">
                  <c:v>0.2628545301598994</c:v>
                </c:pt>
                <c:pt idx="60">
                  <c:v>6.154442159480835e-16</c:v>
                </c:pt>
                <c:pt idx="61">
                  <c:v>-0.24478834146593695</c:v>
                </c:pt>
                <c:pt idx="62">
                  <c:v>-0.4211267553615865</c:v>
                </c:pt>
                <c:pt idx="63">
                  <c:v>-0.49527986169521</c:v>
                </c:pt>
                <c:pt idx="64">
                  <c:v>-0.4567260429104466</c:v>
                </c:pt>
                <c:pt idx="65">
                  <c:v>-0.31964725219510826</c:v>
                </c:pt>
                <c:pt idx="66">
                  <c:v>-0.11913541982371373</c:v>
                </c:pt>
                <c:pt idx="67">
                  <c:v>0.09698118723732524</c:v>
                </c:pt>
                <c:pt idx="68">
                  <c:v>0.2788802674707378</c:v>
                </c:pt>
                <c:pt idx="69">
                  <c:v>0.3857268821799801</c:v>
                </c:pt>
                <c:pt idx="70">
                  <c:v>0.39454038177973383</c:v>
                </c:pt>
                <c:pt idx="71">
                  <c:v>0.30506448082553156</c:v>
                </c:pt>
                <c:pt idx="72">
                  <c:v>0.13962259810446354</c:v>
                </c:pt>
                <c:pt idx="73">
                  <c:v>-0.06198473353184916</c:v>
                </c:pt>
                <c:pt idx="74">
                  <c:v>-0.25142478556271397</c:v>
                </c:pt>
                <c:pt idx="75">
                  <c:v>-0.38268343236508956</c:v>
                </c:pt>
                <c:pt idx="76">
                  <c:v>-0.4224745160761549</c:v>
                </c:pt>
                <c:pt idx="77">
                  <c:v>-0.35794599822824835</c:v>
                </c:pt>
                <c:pt idx="78">
                  <c:v>-0.19998600710796943</c:v>
                </c:pt>
                <c:pt idx="79">
                  <c:v>0.018640874840221297</c:v>
                </c:pt>
                <c:pt idx="80">
                  <c:v>0.24999999999999822</c:v>
                </c:pt>
                <c:pt idx="81">
                  <c:v>0.44117129096044067</c:v>
                </c:pt>
                <c:pt idx="82">
                  <c:v>0.5457874159681708</c:v>
                </c:pt>
                <c:pt idx="83">
                  <c:v>0.5344789824568669</c:v>
                </c:pt>
                <c:pt idx="84">
                  <c:v>0.4019683609468492</c:v>
                </c:pt>
                <c:pt idx="85">
                  <c:v>0.16921817458559676</c:v>
                </c:pt>
                <c:pt idx="86">
                  <c:v>-0.11995132720208826</c:v>
                </c:pt>
                <c:pt idx="87">
                  <c:v>-0.40721465080188135</c:v>
                </c:pt>
                <c:pt idx="88">
                  <c:v>-0.6314512726496261</c:v>
                </c:pt>
                <c:pt idx="89">
                  <c:v>-0.7414659877981088</c:v>
                </c:pt>
                <c:pt idx="90">
                  <c:v>-0.7071067811865479</c:v>
                </c:pt>
                <c:pt idx="91">
                  <c:v>-0.5264350567390624</c:v>
                </c:pt>
                <c:pt idx="92">
                  <c:v>-0.22735639512626155</c:v>
                </c:pt>
                <c:pt idx="93">
                  <c:v>0.1367867665862231</c:v>
                </c:pt>
                <c:pt idx="94">
                  <c:v>0.49694288341256704</c:v>
                </c:pt>
                <c:pt idx="95">
                  <c:v>0.7815870184507481</c:v>
                </c:pt>
                <c:pt idx="96">
                  <c:v>0.9309016994374946</c:v>
                </c:pt>
                <c:pt idx="97">
                  <c:v>0.9090905499233616</c:v>
                </c:pt>
                <c:pt idx="98">
                  <c:v>0.7123213303805793</c:v>
                </c:pt>
                <c:pt idx="99">
                  <c:v>0.3706091290735913</c:v>
                </c:pt>
                <c:pt idx="100">
                  <c:v>-0.05688524666441702</c:v>
                </c:pt>
                <c:pt idx="101">
                  <c:v>-0.49237844883657655</c:v>
                </c:pt>
                <c:pt idx="102">
                  <c:v>-0.8538873969640512</c:v>
                </c:pt>
                <c:pt idx="103">
                  <c:v>-1.0708308094426542</c:v>
                </c:pt>
                <c:pt idx="104">
                  <c:v>-1.0978107883661001</c:v>
                </c:pt>
                <c:pt idx="105">
                  <c:v>-0.9238795325112878</c:v>
                </c:pt>
                <c:pt idx="106">
                  <c:v>-0.5754281594097815</c:v>
                </c:pt>
                <c:pt idx="107">
                  <c:v>-0.11203755818885419</c:v>
                </c:pt>
                <c:pt idx="108">
                  <c:v>0.3840254225664355</c:v>
                </c:pt>
                <c:pt idx="109">
                  <c:v>0.8227585698350951</c:v>
                </c:pt>
                <c:pt idx="110">
                  <c:v>1.1230454292975445</c:v>
                </c:pt>
                <c:pt idx="111">
                  <c:v>1.227827815287783</c:v>
                </c:pt>
                <c:pt idx="112">
                  <c:v>1.114961343514239</c:v>
                </c:pt>
                <c:pt idx="113">
                  <c:v>0.8016838723054386</c:v>
                </c:pt>
                <c:pt idx="114">
                  <c:v>0.34182089350141165</c:v>
                </c:pt>
                <c:pt idx="115">
                  <c:v>-0.18378554410272868</c:v>
                </c:pt>
                <c:pt idx="116">
                  <c:v>-0.6818662990085725</c:v>
                </c:pt>
                <c:pt idx="117">
                  <c:v>-1.063635779801821</c:v>
                </c:pt>
                <c:pt idx="118">
                  <c:v>-1.2608967525121866</c:v>
                </c:pt>
                <c:pt idx="119">
                  <c:v>-1.238370859522108</c:v>
                </c:pt>
                <c:pt idx="120">
                  <c:v>-1.0000000000000016</c:v>
                </c:pt>
                <c:pt idx="121">
                  <c:v>-0.5880939573390462</c:v>
                </c:pt>
                <c:pt idx="122">
                  <c:v>-0.07553041972420227</c:v>
                </c:pt>
                <c:pt idx="123">
                  <c:v>0.44750698358081625</c:v>
                </c:pt>
                <c:pt idx="124">
                  <c:v>0.8897779898263368</c:v>
                </c:pt>
                <c:pt idx="125">
                  <c:v>1.1752304054765397</c:v>
                </c:pt>
                <c:pt idx="126">
                  <c:v>1.2562924118735062</c:v>
                </c:pt>
                <c:pt idx="127">
                  <c:v>1.1218529851814092</c:v>
                </c:pt>
                <c:pt idx="128">
                  <c:v>0.798584114128366</c:v>
                </c:pt>
                <c:pt idx="129">
                  <c:v>0.34549976555368983</c:v>
                </c:pt>
                <c:pt idx="130">
                  <c:v>-0.15711960300847005</c:v>
                </c:pt>
                <c:pt idx="131">
                  <c:v>-0.6223106629621477</c:v>
                </c:pt>
                <c:pt idx="132">
                  <c:v>-0.9718106748589141</c:v>
                </c:pt>
                <c:pt idx="133">
                  <c:v>-1.1494629868381976</c:v>
                </c:pt>
                <c:pt idx="134">
                  <c:v>-1.1303081565313458</c:v>
                </c:pt>
                <c:pt idx="135">
                  <c:v>-0.9238795325112883</c:v>
                </c:pt>
                <c:pt idx="136">
                  <c:v>-0.5713198179927643</c:v>
                </c:pt>
                <c:pt idx="137">
                  <c:v>-0.1370640677725582</c:v>
                </c:pt>
                <c:pt idx="138">
                  <c:v>0.3032150808177265</c:v>
                </c:pt>
                <c:pt idx="139">
                  <c:v>0.6761012533963231</c:v>
                </c:pt>
                <c:pt idx="140">
                  <c:v>0.9229106504488561</c:v>
                </c:pt>
                <c:pt idx="141">
                  <c:v>1.0089916370246281</c:v>
                </c:pt>
                <c:pt idx="142">
                  <c:v>0.9283658773031724</c:v>
                </c:pt>
                <c:pt idx="143">
                  <c:v>0.7031435582816821</c:v>
                </c:pt>
                <c:pt idx="144">
                  <c:v>0.37811529493745455</c:v>
                </c:pt>
                <c:pt idx="145">
                  <c:v>0.011766321840490979</c:v>
                </c:pt>
                <c:pt idx="146">
                  <c:v>-0.33447513724104266</c:v>
                </c:pt>
                <c:pt idx="147">
                  <c:v>-0.6067434985752291</c:v>
                </c:pt>
                <c:pt idx="148">
                  <c:v>-0.767165500242009</c:v>
                </c:pt>
                <c:pt idx="149">
                  <c:v>-0.7988898667182092</c:v>
                </c:pt>
                <c:pt idx="150">
                  <c:v>-0.7071067811865485</c:v>
                </c:pt>
                <c:pt idx="151">
                  <c:v>-0.5162204039469531</c:v>
                </c:pt>
                <c:pt idx="152">
                  <c:v>-0.26402026408272117</c:v>
                </c:pt>
                <c:pt idx="153">
                  <c:v>0.005833683006538443</c:v>
                </c:pt>
                <c:pt idx="154">
                  <c:v>0.25151511396097126</c:v>
                </c:pt>
                <c:pt idx="155">
                  <c:v>0.4395432544231209</c:v>
                </c:pt>
                <c:pt idx="156">
                  <c:v>0.5490881553483045</c:v>
                </c:pt>
                <c:pt idx="157">
                  <c:v>0.5735788209205112</c:v>
                </c:pt>
                <c:pt idx="158">
                  <c:v>0.5196873147636764</c:v>
                </c:pt>
                <c:pt idx="159">
                  <c:v>0.4042491458230042</c:v>
                </c:pt>
                <c:pt idx="160">
                  <c:v>0.2500000000000032</c:v>
                </c:pt>
                <c:pt idx="161">
                  <c:v>0.0811124690490517</c:v>
                </c:pt>
                <c:pt idx="162">
                  <c:v>-0.08059555230062004</c:v>
                </c:pt>
                <c:pt idx="163">
                  <c:v>-0.21819030427485378</c:v>
                </c:pt>
                <c:pt idx="164">
                  <c:v>-0.32067030940124</c:v>
                </c:pt>
                <c:pt idx="165">
                  <c:v>-0.3826834323650888</c:v>
                </c:pt>
                <c:pt idx="166">
                  <c:v>-0.40334603938088964</c:v>
                </c:pt>
                <c:pt idx="167">
                  <c:v>-0.3847360387198284</c:v>
                </c:pt>
                <c:pt idx="168">
                  <c:v>-0.330605603729516</c:v>
                </c:pt>
                <c:pt idx="169">
                  <c:v>-0.24568910577286393</c:v>
                </c:pt>
                <c:pt idx="170">
                  <c:v>-0.13572133667721253</c:v>
                </c:pt>
                <c:pt idx="171">
                  <c:v>-0.008004348945037848</c:v>
                </c:pt>
                <c:pt idx="172">
                  <c:v>0.12785637560505858</c:v>
                </c:pt>
                <c:pt idx="173">
                  <c:v>0.2595252968198905</c:v>
                </c:pt>
                <c:pt idx="174">
                  <c:v>0.37225170127071483</c:v>
                </c:pt>
                <c:pt idx="175">
                  <c:v>0.45017344441515805</c:v>
                </c:pt>
                <c:pt idx="176">
                  <c:v>0.4785784421766406</c:v>
                </c:pt>
                <c:pt idx="177">
                  <c:v>0.44678947380881956</c:v>
                </c:pt>
                <c:pt idx="178">
                  <c:v>0.35108757509116106</c:v>
                </c:pt>
                <c:pt idx="179">
                  <c:v>0.19696067702273493</c:v>
                </c:pt>
                <c:pt idx="180">
                  <c:v>1.4789386081000437e-15</c:v>
                </c:pt>
                <c:pt idx="181">
                  <c:v>-0.21502686571669175</c:v>
                </c:pt>
                <c:pt idx="182">
                  <c:v>-0.4170538167430266</c:v>
                </c:pt>
                <c:pt idx="183">
                  <c:v>-0.5732594336336369</c:v>
                </c:pt>
                <c:pt idx="184">
                  <c:v>-0.654594291337831</c:v>
                </c:pt>
                <c:pt idx="185">
                  <c:v>-0.6413221414930688</c:v>
                </c:pt>
                <c:pt idx="186">
                  <c:v>-0.5274935920191544</c:v>
                </c:pt>
                <c:pt idx="187">
                  <c:v>-0.32337493807840784</c:v>
                </c:pt>
                <c:pt idx="188">
                  <c:v>-0.05516778315897225</c:v>
                </c:pt>
                <c:pt idx="189">
                  <c:v>0.23817326501809272</c:v>
                </c:pt>
                <c:pt idx="190">
                  <c:v>0.5106729936017474</c:v>
                </c:pt>
                <c:pt idx="191">
                  <c:v>0.7167537729694411</c:v>
                </c:pt>
                <c:pt idx="192">
                  <c:v>0.819098300562505</c:v>
                </c:pt>
                <c:pt idx="193">
                  <c:v>0.7955552891051594</c:v>
                </c:pt>
                <c:pt idx="194">
                  <c:v>0.6437841942721483</c:v>
                </c:pt>
                <c:pt idx="195">
                  <c:v>0.38268343236508695</c:v>
                </c:pt>
                <c:pt idx="196">
                  <c:v>0.050189180691684654</c:v>
                </c:pt>
                <c:pt idx="197">
                  <c:v>-0.3023267968531429</c:v>
                </c:pt>
                <c:pt idx="198">
                  <c:v>-0.618209001459288</c:v>
                </c:pt>
                <c:pt idx="199">
                  <c:v>-0.8448807959679446</c:v>
                </c:pt>
                <c:pt idx="200">
                  <c:v>-0.9428203230275511</c:v>
                </c:pt>
                <c:pt idx="201">
                  <c:v>-0.8925758913234942</c:v>
                </c:pt>
                <c:pt idx="202">
                  <c:v>-0.6985539801355185</c:v>
                </c:pt>
                <c:pt idx="203">
                  <c:v>-0.3888524681020678</c:v>
                </c:pt>
                <c:pt idx="204">
                  <c:v>-0.011089345777142046</c:v>
                </c:pt>
                <c:pt idx="205">
                  <c:v>0.37512726028527227</c:v>
                </c:pt>
                <c:pt idx="206">
                  <c:v>0.7078526476069484</c:v>
                </c:pt>
                <c:pt idx="207">
                  <c:v>0.9329699433149778</c:v>
                </c:pt>
                <c:pt idx="208">
                  <c:v>1.0131539514232137</c:v>
                </c:pt>
                <c:pt idx="209">
                  <c:v>0.9341206315012602</c:v>
                </c:pt>
                <c:pt idx="210">
                  <c:v>0.7071067811865499</c:v>
                </c:pt>
                <c:pt idx="211">
                  <c:v>0.3671623769655819</c:v>
                </c:pt>
                <c:pt idx="212">
                  <c:v>-0.032456562649598286</c:v>
                </c:pt>
                <c:pt idx="213">
                  <c:v>-0.4288560443799584</c:v>
                </c:pt>
                <c:pt idx="214">
                  <c:v>-0.7596093229422025</c:v>
                </c:pt>
                <c:pt idx="215">
                  <c:v>-0.9727357155286576</c:v>
                </c:pt>
                <c:pt idx="216">
                  <c:v>-1.0349311037055353</c:v>
                </c:pt>
                <c:pt idx="217">
                  <c:v>-0.9367383108443041</c:v>
                </c:pt>
                <c:pt idx="218">
                  <c:v>-0.693865771829223</c:v>
                </c:pt>
                <c:pt idx="219">
                  <c:v>-0.3445012298709619</c:v>
                </c:pt>
                <c:pt idx="220">
                  <c:v>0.05688524666440836</c:v>
                </c:pt>
                <c:pt idx="221">
                  <c:v>0.44820436093997806</c:v>
                </c:pt>
                <c:pt idx="222">
                  <c:v>0.769465596760829</c:v>
                </c:pt>
                <c:pt idx="223">
                  <c:v>0.9720086105387784</c:v>
                </c:pt>
                <c:pt idx="224">
                  <c:v>1.0258243434729515</c:v>
                </c:pt>
                <c:pt idx="225">
                  <c:v>0.9238795325112913</c:v>
                </c:pt>
                <c:pt idx="226">
                  <c:v>0.6828527081909759</c:v>
                </c:pt>
                <c:pt idx="227">
                  <c:v>0.3402571947240908</c:v>
                </c:pt>
                <c:pt idx="228">
                  <c:v>-0.05152387234447192</c:v>
                </c:pt>
                <c:pt idx="229">
                  <c:v>-0.43331697398855484</c:v>
                </c:pt>
                <c:pt idx="230">
                  <c:v>-0.7480937723730088</c:v>
                </c:pt>
                <c:pt idx="231">
                  <c:v>-0.9494177917943546</c:v>
                </c:pt>
                <c:pt idx="232">
                  <c:v>-1.0081713254548348</c:v>
                </c:pt>
                <c:pt idx="233">
                  <c:v>-0.9166199144331998</c:v>
                </c:pt>
                <c:pt idx="234">
                  <c:v>-0.6892840590150192</c:v>
                </c:pt>
                <c:pt idx="235">
                  <c:v>-0.3605598907681426</c:v>
                </c:pt>
                <c:pt idx="236">
                  <c:v>0.02050615512929381</c:v>
                </c:pt>
                <c:pt idx="237">
                  <c:v>0.39749216431901996</c:v>
                </c:pt>
                <c:pt idx="238">
                  <c:v>0.7148587629196237</c:v>
                </c:pt>
                <c:pt idx="239">
                  <c:v>0.9260071329662658</c:v>
                </c:pt>
                <c:pt idx="240">
                  <c:v>1</c:v>
                </c:pt>
              </c:numCache>
            </c:numRef>
          </c:val>
          <c:smooth val="0"/>
        </c:ser>
        <c:ser>
          <c:idx val="1"/>
          <c:order val="1"/>
          <c:tx>
            <c:strRef>
              <c:f>Sheet1!$C$1</c:f>
              <c:strCache>
                <c:ptCount val="1"/>
                <c:pt idx="0">
                  <c:v>I(t)</c:v>
                </c:pt>
              </c:strCache>
            </c:strRef>
          </c:tx>
          <c:spPr>
            <a:solidFill>
              <a:srgbClr val="2EC4B6"/>
            </a:solidFill>
            <a:ln w="15875"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Sheet1!$A$2:$A$242</c:f>
              <c:multiLvlStrCache>
                <c:ptCount val="241"/>
                <c:lvl>
                  <c:pt idx="0">
                    <c:v>0.00</c:v>
                  </c:pt>
                  <c:pt idx="1">
                    <c:v>0.00</c:v>
                  </c:pt>
                  <c:pt idx="2">
                    <c:v>0.01</c:v>
                  </c:pt>
                  <c:pt idx="3">
                    <c:v>0.01</c:v>
                  </c:pt>
                  <c:pt idx="4">
                    <c:v>0.02</c:v>
                  </c:pt>
                  <c:pt idx="5">
                    <c:v>0.02</c:v>
                  </c:pt>
                  <c:pt idx="6">
                    <c:v>0.03</c:v>
                  </c:pt>
                  <c:pt idx="7">
                    <c:v>0.03</c:v>
                  </c:pt>
                  <c:pt idx="8">
                    <c:v>0.03</c:v>
                  </c:pt>
                  <c:pt idx="9">
                    <c:v>0.04</c:v>
                  </c:pt>
                  <c:pt idx="10">
                    <c:v>0.04</c:v>
                  </c:pt>
                  <c:pt idx="11">
                    <c:v>0.05</c:v>
                  </c:pt>
                  <c:pt idx="12">
                    <c:v>0.05</c:v>
                  </c:pt>
                  <c:pt idx="13">
                    <c:v>0.05</c:v>
                  </c:pt>
                  <c:pt idx="14">
                    <c:v>0.06</c:v>
                  </c:pt>
                  <c:pt idx="15">
                    <c:v>0.06</c:v>
                  </c:pt>
                  <c:pt idx="16">
                    <c:v>0.07</c:v>
                  </c:pt>
                  <c:pt idx="17">
                    <c:v>0.07</c:v>
                  </c:pt>
                  <c:pt idx="18">
                    <c:v>0.07</c:v>
                  </c:pt>
                  <c:pt idx="19">
                    <c:v>0.08</c:v>
                  </c:pt>
                  <c:pt idx="20">
                    <c:v>0.08</c:v>
                  </c:pt>
                  <c:pt idx="21">
                    <c:v>0.09</c:v>
                  </c:pt>
                  <c:pt idx="22">
                    <c:v>0.09</c:v>
                  </c:pt>
                  <c:pt idx="23">
                    <c:v>0.10</c:v>
                  </c:pt>
                  <c:pt idx="24">
                    <c:v>0.10</c:v>
                  </c:pt>
                  <c:pt idx="25">
                    <c:v>0.10</c:v>
                  </c:pt>
                  <c:pt idx="26">
                    <c:v>0.11</c:v>
                  </c:pt>
                  <c:pt idx="27">
                    <c:v>0.11</c:v>
                  </c:pt>
                  <c:pt idx="28">
                    <c:v>0.12</c:v>
                  </c:pt>
                  <c:pt idx="29">
                    <c:v>0.12</c:v>
                  </c:pt>
                  <c:pt idx="30">
                    <c:v>0.13</c:v>
                  </c:pt>
                  <c:pt idx="31">
                    <c:v>0.13</c:v>
                  </c:pt>
                  <c:pt idx="32">
                    <c:v>0.13</c:v>
                  </c:pt>
                  <c:pt idx="33">
                    <c:v>0.14</c:v>
                  </c:pt>
                  <c:pt idx="34">
                    <c:v>0.14</c:v>
                  </c:pt>
                  <c:pt idx="35">
                    <c:v>0.15</c:v>
                  </c:pt>
                  <c:pt idx="36">
                    <c:v>0.15</c:v>
                  </c:pt>
                  <c:pt idx="37">
                    <c:v>0.15</c:v>
                  </c:pt>
                  <c:pt idx="38">
                    <c:v>0.16</c:v>
                  </c:pt>
                  <c:pt idx="39">
                    <c:v>0.16</c:v>
                  </c:pt>
                  <c:pt idx="40">
                    <c:v>0.17</c:v>
                  </c:pt>
                  <c:pt idx="41">
                    <c:v>0.17</c:v>
                  </c:pt>
                  <c:pt idx="42">
                    <c:v>0.17</c:v>
                  </c:pt>
                  <c:pt idx="43">
                    <c:v>0.18</c:v>
                  </c:pt>
                  <c:pt idx="44">
                    <c:v>0.18</c:v>
                  </c:pt>
                  <c:pt idx="45">
                    <c:v>0.19</c:v>
                  </c:pt>
                  <c:pt idx="46">
                    <c:v>0.19</c:v>
                  </c:pt>
                  <c:pt idx="47">
                    <c:v>0.20</c:v>
                  </c:pt>
                  <c:pt idx="48">
                    <c:v>0.20</c:v>
                  </c:pt>
                  <c:pt idx="49">
                    <c:v>0.20</c:v>
                  </c:pt>
                  <c:pt idx="50">
                    <c:v>0.21</c:v>
                  </c:pt>
                  <c:pt idx="51">
                    <c:v>0.21</c:v>
                  </c:pt>
                  <c:pt idx="52">
                    <c:v>0.22</c:v>
                  </c:pt>
                  <c:pt idx="53">
                    <c:v>0.22</c:v>
                  </c:pt>
                  <c:pt idx="54">
                    <c:v>0.23</c:v>
                  </c:pt>
                  <c:pt idx="55">
                    <c:v>0.23</c:v>
                  </c:pt>
                  <c:pt idx="56">
                    <c:v>0.23</c:v>
                  </c:pt>
                  <c:pt idx="57">
                    <c:v>0.24</c:v>
                  </c:pt>
                  <c:pt idx="58">
                    <c:v>0.24</c:v>
                  </c:pt>
                  <c:pt idx="59">
                    <c:v>0.25</c:v>
                  </c:pt>
                  <c:pt idx="60">
                    <c:v>0.25</c:v>
                  </c:pt>
                  <c:pt idx="61">
                    <c:v>0.25</c:v>
                  </c:pt>
                  <c:pt idx="62">
                    <c:v>0.26</c:v>
                  </c:pt>
                  <c:pt idx="63">
                    <c:v>0.26</c:v>
                  </c:pt>
                  <c:pt idx="64">
                    <c:v>0.27</c:v>
                  </c:pt>
                  <c:pt idx="65">
                    <c:v>0.27</c:v>
                  </c:pt>
                  <c:pt idx="66">
                    <c:v>0.28</c:v>
                  </c:pt>
                  <c:pt idx="67">
                    <c:v>0.28</c:v>
                  </c:pt>
                  <c:pt idx="68">
                    <c:v>0.28</c:v>
                  </c:pt>
                  <c:pt idx="69">
                    <c:v>0.29</c:v>
                  </c:pt>
                  <c:pt idx="70">
                    <c:v>0.29</c:v>
                  </c:pt>
                  <c:pt idx="71">
                    <c:v>0.30</c:v>
                  </c:pt>
                  <c:pt idx="72">
                    <c:v>0.30</c:v>
                  </c:pt>
                  <c:pt idx="73">
                    <c:v>0.30</c:v>
                  </c:pt>
                  <c:pt idx="74">
                    <c:v>0.31</c:v>
                  </c:pt>
                  <c:pt idx="75">
                    <c:v>0.31</c:v>
                  </c:pt>
                  <c:pt idx="76">
                    <c:v>0.32</c:v>
                  </c:pt>
                  <c:pt idx="77">
                    <c:v>0.32</c:v>
                  </c:pt>
                  <c:pt idx="78">
                    <c:v>0.33</c:v>
                  </c:pt>
                  <c:pt idx="79">
                    <c:v>0.33</c:v>
                  </c:pt>
                  <c:pt idx="80">
                    <c:v>0.33</c:v>
                  </c:pt>
                  <c:pt idx="81">
                    <c:v>0.34</c:v>
                  </c:pt>
                  <c:pt idx="82">
                    <c:v>0.34</c:v>
                  </c:pt>
                  <c:pt idx="83">
                    <c:v>0.35</c:v>
                  </c:pt>
                  <c:pt idx="84">
                    <c:v>0.35</c:v>
                  </c:pt>
                  <c:pt idx="85">
                    <c:v>0.35</c:v>
                  </c:pt>
                  <c:pt idx="86">
                    <c:v>0.36</c:v>
                  </c:pt>
                  <c:pt idx="87">
                    <c:v>0.36</c:v>
                  </c:pt>
                  <c:pt idx="88">
                    <c:v>0.37</c:v>
                  </c:pt>
                  <c:pt idx="89">
                    <c:v>0.37</c:v>
                  </c:pt>
                  <c:pt idx="90">
                    <c:v>0.38</c:v>
                  </c:pt>
                  <c:pt idx="91">
                    <c:v>0.38</c:v>
                  </c:pt>
                  <c:pt idx="92">
                    <c:v>0.38</c:v>
                  </c:pt>
                  <c:pt idx="93">
                    <c:v>0.39</c:v>
                  </c:pt>
                  <c:pt idx="94">
                    <c:v>0.39</c:v>
                  </c:pt>
                  <c:pt idx="95">
                    <c:v>0.40</c:v>
                  </c:pt>
                  <c:pt idx="96">
                    <c:v>0.40</c:v>
                  </c:pt>
                  <c:pt idx="97">
                    <c:v>0.40</c:v>
                  </c:pt>
                  <c:pt idx="98">
                    <c:v>0.41</c:v>
                  </c:pt>
                  <c:pt idx="99">
                    <c:v>0.41</c:v>
                  </c:pt>
                  <c:pt idx="100">
                    <c:v>0.42</c:v>
                  </c:pt>
                  <c:pt idx="101">
                    <c:v>0.42</c:v>
                  </c:pt>
                  <c:pt idx="102">
                    <c:v>0.42</c:v>
                  </c:pt>
                  <c:pt idx="103">
                    <c:v>0.43</c:v>
                  </c:pt>
                  <c:pt idx="104">
                    <c:v>0.43</c:v>
                  </c:pt>
                  <c:pt idx="105">
                    <c:v>0.44</c:v>
                  </c:pt>
                  <c:pt idx="106">
                    <c:v>0.44</c:v>
                  </c:pt>
                  <c:pt idx="107">
                    <c:v>0.45</c:v>
                  </c:pt>
                  <c:pt idx="108">
                    <c:v>0.45</c:v>
                  </c:pt>
                  <c:pt idx="109">
                    <c:v>0.45</c:v>
                  </c:pt>
                  <c:pt idx="110">
                    <c:v>0.46</c:v>
                  </c:pt>
                  <c:pt idx="111">
                    <c:v>0.46</c:v>
                  </c:pt>
                  <c:pt idx="112">
                    <c:v>0.47</c:v>
                  </c:pt>
                  <c:pt idx="113">
                    <c:v>0.47</c:v>
                  </c:pt>
                  <c:pt idx="114">
                    <c:v>0.47</c:v>
                  </c:pt>
                  <c:pt idx="115">
                    <c:v>0.48</c:v>
                  </c:pt>
                  <c:pt idx="116">
                    <c:v>0.48</c:v>
                  </c:pt>
                  <c:pt idx="117">
                    <c:v>0.49</c:v>
                  </c:pt>
                  <c:pt idx="118">
                    <c:v>0.49</c:v>
                  </c:pt>
                  <c:pt idx="119">
                    <c:v>0.50</c:v>
                  </c:pt>
                  <c:pt idx="120">
                    <c:v>0.50</c:v>
                  </c:pt>
                  <c:pt idx="121">
                    <c:v>0.50</c:v>
                  </c:pt>
                  <c:pt idx="122">
                    <c:v>0.51</c:v>
                  </c:pt>
                  <c:pt idx="123">
                    <c:v>0.51</c:v>
                  </c:pt>
                  <c:pt idx="124">
                    <c:v>0.52</c:v>
                  </c:pt>
                  <c:pt idx="125">
                    <c:v>0.52</c:v>
                  </c:pt>
                  <c:pt idx="126">
                    <c:v>0.53</c:v>
                  </c:pt>
                  <c:pt idx="127">
                    <c:v>0.53</c:v>
                  </c:pt>
                  <c:pt idx="128">
                    <c:v>0.53</c:v>
                  </c:pt>
                  <c:pt idx="129">
                    <c:v>0.54</c:v>
                  </c:pt>
                  <c:pt idx="130">
                    <c:v>0.54</c:v>
                  </c:pt>
                  <c:pt idx="131">
                    <c:v>0.55</c:v>
                  </c:pt>
                  <c:pt idx="132">
                    <c:v>0.55</c:v>
                  </c:pt>
                  <c:pt idx="133">
                    <c:v>0.55</c:v>
                  </c:pt>
                  <c:pt idx="134">
                    <c:v>0.56</c:v>
                  </c:pt>
                  <c:pt idx="135">
                    <c:v>0.56</c:v>
                  </c:pt>
                  <c:pt idx="136">
                    <c:v>0.57</c:v>
                  </c:pt>
                  <c:pt idx="137">
                    <c:v>0.57</c:v>
                  </c:pt>
                  <c:pt idx="138">
                    <c:v>0.57</c:v>
                  </c:pt>
                  <c:pt idx="139">
                    <c:v>0.58</c:v>
                  </c:pt>
                  <c:pt idx="140">
                    <c:v>0.58</c:v>
                  </c:pt>
                  <c:pt idx="141">
                    <c:v>0.59</c:v>
                  </c:pt>
                  <c:pt idx="142">
                    <c:v>0.59</c:v>
                  </c:pt>
                  <c:pt idx="143">
                    <c:v>0.60</c:v>
                  </c:pt>
                  <c:pt idx="144">
                    <c:v>0.60</c:v>
                  </c:pt>
                  <c:pt idx="145">
                    <c:v>0.60</c:v>
                  </c:pt>
                  <c:pt idx="146">
                    <c:v>0.61</c:v>
                  </c:pt>
                  <c:pt idx="147">
                    <c:v>0.61</c:v>
                  </c:pt>
                  <c:pt idx="148">
                    <c:v>0.62</c:v>
                  </c:pt>
                  <c:pt idx="149">
                    <c:v>0.62</c:v>
                  </c:pt>
                  <c:pt idx="150">
                    <c:v>0.63</c:v>
                  </c:pt>
                  <c:pt idx="151">
                    <c:v>0.63</c:v>
                  </c:pt>
                  <c:pt idx="152">
                    <c:v>0.63</c:v>
                  </c:pt>
                  <c:pt idx="153">
                    <c:v>0.64</c:v>
                  </c:pt>
                  <c:pt idx="154">
                    <c:v>0.64</c:v>
                  </c:pt>
                  <c:pt idx="155">
                    <c:v>0.65</c:v>
                  </c:pt>
                  <c:pt idx="156">
                    <c:v>0.65</c:v>
                  </c:pt>
                  <c:pt idx="157">
                    <c:v>0.65</c:v>
                  </c:pt>
                  <c:pt idx="158">
                    <c:v>0.66</c:v>
                  </c:pt>
                  <c:pt idx="159">
                    <c:v>0.66</c:v>
                  </c:pt>
                  <c:pt idx="160">
                    <c:v>0.67</c:v>
                  </c:pt>
                  <c:pt idx="161">
                    <c:v>0.67</c:v>
                  </c:pt>
                  <c:pt idx="162">
                    <c:v>0.68</c:v>
                  </c:pt>
                  <c:pt idx="163">
                    <c:v>0.68</c:v>
                  </c:pt>
                  <c:pt idx="164">
                    <c:v>0.68</c:v>
                  </c:pt>
                  <c:pt idx="165">
                    <c:v>0.69</c:v>
                  </c:pt>
                  <c:pt idx="166">
                    <c:v>0.69</c:v>
                  </c:pt>
                  <c:pt idx="167">
                    <c:v>0.70</c:v>
                  </c:pt>
                  <c:pt idx="168">
                    <c:v>0.70</c:v>
                  </c:pt>
                  <c:pt idx="169">
                    <c:v>0.70</c:v>
                  </c:pt>
                  <c:pt idx="170">
                    <c:v>0.71</c:v>
                  </c:pt>
                  <c:pt idx="171">
                    <c:v>0.71</c:v>
                  </c:pt>
                  <c:pt idx="172">
                    <c:v>0.72</c:v>
                  </c:pt>
                  <c:pt idx="173">
                    <c:v>0.72</c:v>
                  </c:pt>
                  <c:pt idx="174">
                    <c:v>0.72</c:v>
                  </c:pt>
                  <c:pt idx="175">
                    <c:v>0.73</c:v>
                  </c:pt>
                  <c:pt idx="176">
                    <c:v>0.73</c:v>
                  </c:pt>
                  <c:pt idx="177">
                    <c:v>0.74</c:v>
                  </c:pt>
                  <c:pt idx="178">
                    <c:v>0.74</c:v>
                  </c:pt>
                  <c:pt idx="179">
                    <c:v>0.75</c:v>
                  </c:pt>
                  <c:pt idx="180">
                    <c:v>0.75</c:v>
                  </c:pt>
                  <c:pt idx="181">
                    <c:v>0.75</c:v>
                  </c:pt>
                  <c:pt idx="182">
                    <c:v>0.76</c:v>
                  </c:pt>
                  <c:pt idx="183">
                    <c:v>0.76</c:v>
                  </c:pt>
                  <c:pt idx="184">
                    <c:v>0.77</c:v>
                  </c:pt>
                  <c:pt idx="185">
                    <c:v>0.77</c:v>
                  </c:pt>
                  <c:pt idx="186">
                    <c:v>0.78</c:v>
                  </c:pt>
                  <c:pt idx="187">
                    <c:v>0.78</c:v>
                  </c:pt>
                  <c:pt idx="188">
                    <c:v>0.78</c:v>
                  </c:pt>
                  <c:pt idx="189">
                    <c:v>0.79</c:v>
                  </c:pt>
                  <c:pt idx="190">
                    <c:v>0.79</c:v>
                  </c:pt>
                  <c:pt idx="191">
                    <c:v>0.80</c:v>
                  </c:pt>
                  <c:pt idx="192">
                    <c:v>0.80</c:v>
                  </c:pt>
                  <c:pt idx="193">
                    <c:v>0.80</c:v>
                  </c:pt>
                  <c:pt idx="194">
                    <c:v>0.81</c:v>
                  </c:pt>
                  <c:pt idx="195">
                    <c:v>0.81</c:v>
                  </c:pt>
                  <c:pt idx="196">
                    <c:v>0.82</c:v>
                  </c:pt>
                  <c:pt idx="197">
                    <c:v>0.82</c:v>
                  </c:pt>
                  <c:pt idx="198">
                    <c:v>0.82</c:v>
                  </c:pt>
                  <c:pt idx="199">
                    <c:v>0.83</c:v>
                  </c:pt>
                  <c:pt idx="200">
                    <c:v>0.83</c:v>
                  </c:pt>
                  <c:pt idx="201">
                    <c:v>0.84</c:v>
                  </c:pt>
                  <c:pt idx="202">
                    <c:v>0.84</c:v>
                  </c:pt>
                  <c:pt idx="203">
                    <c:v>0.85</c:v>
                  </c:pt>
                  <c:pt idx="204">
                    <c:v>0.85</c:v>
                  </c:pt>
                  <c:pt idx="205">
                    <c:v>0.85</c:v>
                  </c:pt>
                  <c:pt idx="206">
                    <c:v>0.86</c:v>
                  </c:pt>
                  <c:pt idx="207">
                    <c:v>0.86</c:v>
                  </c:pt>
                  <c:pt idx="208">
                    <c:v>0.87</c:v>
                  </c:pt>
                  <c:pt idx="209">
                    <c:v>0.87</c:v>
                  </c:pt>
                  <c:pt idx="210">
                    <c:v>0.88</c:v>
                  </c:pt>
                  <c:pt idx="211">
                    <c:v>0.88</c:v>
                  </c:pt>
                  <c:pt idx="212">
                    <c:v>0.88</c:v>
                  </c:pt>
                  <c:pt idx="213">
                    <c:v>0.89</c:v>
                  </c:pt>
                  <c:pt idx="214">
                    <c:v>0.89</c:v>
                  </c:pt>
                  <c:pt idx="215">
                    <c:v>0.90</c:v>
                  </c:pt>
                  <c:pt idx="216">
                    <c:v>0.90</c:v>
                  </c:pt>
                  <c:pt idx="217">
                    <c:v>0.90</c:v>
                  </c:pt>
                  <c:pt idx="218">
                    <c:v>0.91</c:v>
                  </c:pt>
                  <c:pt idx="219">
                    <c:v>0.91</c:v>
                  </c:pt>
                  <c:pt idx="220">
                    <c:v>0.92</c:v>
                  </c:pt>
                  <c:pt idx="221">
                    <c:v>0.92</c:v>
                  </c:pt>
                  <c:pt idx="222">
                    <c:v>0.93</c:v>
                  </c:pt>
                  <c:pt idx="223">
                    <c:v>0.93</c:v>
                  </c:pt>
                  <c:pt idx="224">
                    <c:v>0.93</c:v>
                  </c:pt>
                  <c:pt idx="225">
                    <c:v>0.94</c:v>
                  </c:pt>
                  <c:pt idx="226">
                    <c:v>0.94</c:v>
                  </c:pt>
                  <c:pt idx="227">
                    <c:v>0.95</c:v>
                  </c:pt>
                  <c:pt idx="228">
                    <c:v>0.95</c:v>
                  </c:pt>
                  <c:pt idx="229">
                    <c:v>0.95</c:v>
                  </c:pt>
                  <c:pt idx="230">
                    <c:v>0.96</c:v>
                  </c:pt>
                  <c:pt idx="231">
                    <c:v>0.96</c:v>
                  </c:pt>
                  <c:pt idx="232">
                    <c:v>0.97</c:v>
                  </c:pt>
                  <c:pt idx="233">
                    <c:v>0.97</c:v>
                  </c:pt>
                  <c:pt idx="234">
                    <c:v>0.97</c:v>
                  </c:pt>
                  <c:pt idx="235">
                    <c:v>0.98</c:v>
                  </c:pt>
                  <c:pt idx="236">
                    <c:v>0.98</c:v>
                  </c:pt>
                  <c:pt idx="237">
                    <c:v>0.99</c:v>
                  </c:pt>
                  <c:pt idx="238">
                    <c:v>0.99</c:v>
                  </c:pt>
                  <c:pt idx="239">
                    <c:v>1.00</c:v>
                  </c:pt>
                  <c:pt idx="240">
                    <c:v>1.00</c:v>
                  </c:pt>
                </c:lvl>
              </c:multiLvlStrCache>
            </c:multiLvlStrRef>
          </c:cat>
          <c:val>
            <c:numRef>
              <c:f>Sheet1!$C$2:$C$242</c:f>
              <c:numCache>
                <c:formatCode>General</c:formatCode>
                <c:ptCount val="241"/>
                <c:pt idx="0">
                  <c:v>1</c:v>
                </c:pt>
                <c:pt idx="1">
                  <c:v>0.9996573249755573</c:v>
                </c:pt>
                <c:pt idx="2">
                  <c:v>0.9986295347545738</c:v>
                </c:pt>
                <c:pt idx="3">
                  <c:v>0.996917333733128</c:v>
                </c:pt>
                <c:pt idx="4">
                  <c:v>0.9945218953682733</c:v>
                </c:pt>
                <c:pt idx="5">
                  <c:v>0.9914448613738104</c:v>
                </c:pt>
                <c:pt idx="6">
                  <c:v>0.9876883405951378</c:v>
                </c:pt>
                <c:pt idx="7">
                  <c:v>0.9832549075639546</c:v>
                </c:pt>
                <c:pt idx="8">
                  <c:v>0.9781476007338057</c:v>
                </c:pt>
                <c:pt idx="9">
                  <c:v>0.9723699203976766</c:v>
                </c:pt>
                <c:pt idx="10">
                  <c:v>0.9659258262890683</c:v>
                </c:pt>
                <c:pt idx="11">
                  <c:v>0.958819734868193</c:v>
                </c:pt>
                <c:pt idx="12">
                  <c:v>0.9510565162951535</c:v>
                </c:pt>
                <c:pt idx="13">
                  <c:v>0.9426414910921784</c:v>
                </c:pt>
                <c:pt idx="14">
                  <c:v>0.9335804264972017</c:v>
                </c:pt>
                <c:pt idx="15">
                  <c:v>0.9238795325112867</c:v>
                </c:pt>
                <c:pt idx="16">
                  <c:v>0.9135454576426009</c:v>
                </c:pt>
                <c:pt idx="17">
                  <c:v>0.9025852843498606</c:v>
                </c:pt>
                <c:pt idx="18">
                  <c:v>0.8910065241883679</c:v>
                </c:pt>
                <c:pt idx="19">
                  <c:v>0.8788171126619654</c:v>
                </c:pt>
                <c:pt idx="20">
                  <c:v>0.8660254037844387</c:v>
                </c:pt>
                <c:pt idx="21">
                  <c:v>0.8526401643540923</c:v>
                </c:pt>
                <c:pt idx="22">
                  <c:v>0.838670567945424</c:v>
                </c:pt>
                <c:pt idx="23">
                  <c:v>0.8241261886220156</c:v>
                </c:pt>
                <c:pt idx="24">
                  <c:v>0.8090169943749475</c:v>
                </c:pt>
                <c:pt idx="25">
                  <c:v>0.7933533402912352</c:v>
                </c:pt>
                <c:pt idx="26">
                  <c:v>0.7771459614569708</c:v>
                </c:pt>
                <c:pt idx="27">
                  <c:v>0.7604059656000309</c:v>
                </c:pt>
                <c:pt idx="28">
                  <c:v>0.7431448254773942</c:v>
                </c:pt>
                <c:pt idx="29">
                  <c:v>0.7253743710122877</c:v>
                </c:pt>
                <c:pt idx="30">
                  <c:v>0.7071067811865476</c:v>
                </c:pt>
                <c:pt idx="31">
                  <c:v>0.6883545756937539</c:v>
                </c:pt>
                <c:pt idx="32">
                  <c:v>0.6691306063588582</c:v>
                </c:pt>
                <c:pt idx="33">
                  <c:v>0.6494480483301835</c:v>
                </c:pt>
                <c:pt idx="34">
                  <c:v>0.6293203910498375</c:v>
                </c:pt>
                <c:pt idx="35">
                  <c:v>0.6087614290087207</c:v>
                </c:pt>
                <c:pt idx="36">
                  <c:v>0.5877852522924731</c:v>
                </c:pt>
                <c:pt idx="37">
                  <c:v>0.5664062369248328</c:v>
                </c:pt>
                <c:pt idx="38">
                  <c:v>0.5446390350150272</c:v>
                </c:pt>
                <c:pt idx="39">
                  <c:v>0.5224985647159489</c:v>
                </c:pt>
                <c:pt idx="40">
                  <c:v>0.5000000000000001</c:v>
                </c:pt>
                <c:pt idx="41">
                  <c:v>0.4771587602596084</c:v>
                </c:pt>
                <c:pt idx="42">
                  <c:v>0.45399049973954686</c:v>
                </c:pt>
                <c:pt idx="43">
                  <c:v>0.43051109680829525</c:v>
                </c:pt>
                <c:pt idx="44">
                  <c:v>0.4067366430758004</c:v>
                </c:pt>
                <c:pt idx="45">
                  <c:v>0.38268343236508984</c:v>
                </c:pt>
                <c:pt idx="46">
                  <c:v>0.35836794954530016</c:v>
                </c:pt>
                <c:pt idx="47">
                  <c:v>0.3338068592337709</c:v>
                </c:pt>
                <c:pt idx="48">
                  <c:v>0.30901699437494745</c:v>
                </c:pt>
                <c:pt idx="49">
                  <c:v>0.28401534470392276</c:v>
                </c:pt>
                <c:pt idx="50">
                  <c:v>0.25881904510252074</c:v>
                </c:pt>
                <c:pt idx="51">
                  <c:v>0.23344536385590547</c:v>
                </c:pt>
                <c:pt idx="52">
                  <c:v>0.20791169081775923</c:v>
                </c:pt>
                <c:pt idx="53">
                  <c:v>0.18223552549214767</c:v>
                </c:pt>
                <c:pt idx="54">
                  <c:v>0.15643446504023092</c:v>
                </c:pt>
                <c:pt idx="55">
                  <c:v>0.1305261922200517</c:v>
                </c:pt>
                <c:pt idx="56">
                  <c:v>0.10452846326765346</c:v>
                </c:pt>
                <c:pt idx="57">
                  <c:v>0.078459095727845</c:v>
                </c:pt>
                <c:pt idx="58">
                  <c:v>0.052335956242943966</c:v>
                </c:pt>
                <c:pt idx="59">
                  <c:v>0.02617694830787336</c:v>
                </c:pt>
                <c:pt idx="60">
                  <c:v>6.123233995736766e-17</c:v>
                </c:pt>
                <c:pt idx="61">
                  <c:v>-0.026176948307873017</c:v>
                </c:pt>
                <c:pt idx="62">
                  <c:v>-0.05233595624294384</c:v>
                </c:pt>
                <c:pt idx="63">
                  <c:v>-0.07845909572784487</c:v>
                </c:pt>
                <c:pt idx="64">
                  <c:v>-0.10452846326765333</c:v>
                </c:pt>
                <c:pt idx="65">
                  <c:v>-0.13052619222005138</c:v>
                </c:pt>
                <c:pt idx="66">
                  <c:v>-0.15643446504023104</c:v>
                </c:pt>
                <c:pt idx="67">
                  <c:v>-0.18223552549214753</c:v>
                </c:pt>
                <c:pt idx="68">
                  <c:v>-0.20791169081775912</c:v>
                </c:pt>
                <c:pt idx="69">
                  <c:v>-0.23344536385590514</c:v>
                </c:pt>
                <c:pt idx="70">
                  <c:v>-0.25881904510252085</c:v>
                </c:pt>
                <c:pt idx="71">
                  <c:v>-0.28401534470392265</c:v>
                </c:pt>
                <c:pt idx="72">
                  <c:v>-0.30901699437494734</c:v>
                </c:pt>
                <c:pt idx="73">
                  <c:v>-0.3338068592337708</c:v>
                </c:pt>
                <c:pt idx="74">
                  <c:v>-0.35836794954530027</c:v>
                </c:pt>
                <c:pt idx="75">
                  <c:v>-0.3826834323650897</c:v>
                </c:pt>
                <c:pt idx="76">
                  <c:v>-0.4067366430758001</c:v>
                </c:pt>
                <c:pt idx="77">
                  <c:v>-0.43051109680829536</c:v>
                </c:pt>
                <c:pt idx="78">
                  <c:v>-0.45399049973954675</c:v>
                </c:pt>
                <c:pt idx="79">
                  <c:v>-0.47715876025960846</c:v>
                </c:pt>
                <c:pt idx="80">
                  <c:v>-0.4999999999999998</c:v>
                </c:pt>
                <c:pt idx="81">
                  <c:v>-0.5224985647159488</c:v>
                </c:pt>
                <c:pt idx="82">
                  <c:v>-0.5446390350150271</c:v>
                </c:pt>
                <c:pt idx="83">
                  <c:v>-0.5664062369248326</c:v>
                </c:pt>
                <c:pt idx="84">
                  <c:v>-0.587785252292473</c:v>
                </c:pt>
                <c:pt idx="85">
                  <c:v>-0.6087614290087207</c:v>
                </c:pt>
                <c:pt idx="86">
                  <c:v>-0.6293203910498373</c:v>
                </c:pt>
                <c:pt idx="87">
                  <c:v>-0.6494480483301835</c:v>
                </c:pt>
                <c:pt idx="88">
                  <c:v>-0.6691306063588579</c:v>
                </c:pt>
                <c:pt idx="89">
                  <c:v>-0.6883545756937541</c:v>
                </c:pt>
                <c:pt idx="90">
                  <c:v>-0.7071067811865475</c:v>
                </c:pt>
                <c:pt idx="91">
                  <c:v>-0.7253743710122874</c:v>
                </c:pt>
                <c:pt idx="92">
                  <c:v>-0.7431448254773944</c:v>
                </c:pt>
                <c:pt idx="93">
                  <c:v>-0.7604059656000308</c:v>
                </c:pt>
                <c:pt idx="94">
                  <c:v>-0.7771459614569709</c:v>
                </c:pt>
                <c:pt idx="95">
                  <c:v>-0.793353340291235</c:v>
                </c:pt>
                <c:pt idx="96">
                  <c:v>-0.8090169943749473</c:v>
                </c:pt>
                <c:pt idx="97">
                  <c:v>-0.8241261886220157</c:v>
                </c:pt>
                <c:pt idx="98">
                  <c:v>-0.8386705679454239</c:v>
                </c:pt>
                <c:pt idx="99">
                  <c:v>-0.8526401643540922</c:v>
                </c:pt>
                <c:pt idx="100">
                  <c:v>-0.8660254037844387</c:v>
                </c:pt>
                <c:pt idx="101">
                  <c:v>-0.8788171126619653</c:v>
                </c:pt>
                <c:pt idx="102">
                  <c:v>-0.8910065241883678</c:v>
                </c:pt>
                <c:pt idx="103">
                  <c:v>-0.9025852843498604</c:v>
                </c:pt>
                <c:pt idx="104">
                  <c:v>-0.913545457642601</c:v>
                </c:pt>
                <c:pt idx="105">
                  <c:v>-0.9238795325112867</c:v>
                </c:pt>
                <c:pt idx="106">
                  <c:v>-0.9335804264972016</c:v>
                </c:pt>
                <c:pt idx="107">
                  <c:v>-0.9426414910921784</c:v>
                </c:pt>
                <c:pt idx="108">
                  <c:v>-0.9510565162951535</c:v>
                </c:pt>
                <c:pt idx="109">
                  <c:v>-0.958819734868193</c:v>
                </c:pt>
                <c:pt idx="110">
                  <c:v>-0.9659258262890682</c:v>
                </c:pt>
                <c:pt idx="111">
                  <c:v>-0.9723699203976766</c:v>
                </c:pt>
                <c:pt idx="112">
                  <c:v>-0.9781476007338057</c:v>
                </c:pt>
                <c:pt idx="113">
                  <c:v>-0.9832549075639545</c:v>
                </c:pt>
                <c:pt idx="114">
                  <c:v>-0.9876883405951377</c:v>
                </c:pt>
                <c:pt idx="115">
                  <c:v>-0.9914448613738104</c:v>
                </c:pt>
                <c:pt idx="116">
                  <c:v>-0.9945218953682733</c:v>
                </c:pt>
                <c:pt idx="117">
                  <c:v>-0.996917333733128</c:v>
                </c:pt>
                <c:pt idx="118">
                  <c:v>-0.9986295347545738</c:v>
                </c:pt>
                <c:pt idx="119">
                  <c:v>-0.9996573249755573</c:v>
                </c:pt>
                <c:pt idx="120">
                  <c:v>-1</c:v>
                </c:pt>
                <c:pt idx="121">
                  <c:v>-0.9996573249755573</c:v>
                </c:pt>
                <c:pt idx="122">
                  <c:v>-0.9986295347545738</c:v>
                </c:pt>
                <c:pt idx="123">
                  <c:v>-0.9969173337331281</c:v>
                </c:pt>
                <c:pt idx="124">
                  <c:v>-0.9945218953682733</c:v>
                </c:pt>
                <c:pt idx="125">
                  <c:v>-0.9914448613738104</c:v>
                </c:pt>
                <c:pt idx="126">
                  <c:v>-0.9876883405951378</c:v>
                </c:pt>
                <c:pt idx="127">
                  <c:v>-0.9832549075639546</c:v>
                </c:pt>
                <c:pt idx="128">
                  <c:v>-0.9781476007338057</c:v>
                </c:pt>
                <c:pt idx="129">
                  <c:v>-0.9723699203976767</c:v>
                </c:pt>
                <c:pt idx="130">
                  <c:v>-0.9659258262890684</c:v>
                </c:pt>
                <c:pt idx="131">
                  <c:v>-0.9588197348681932</c:v>
                </c:pt>
                <c:pt idx="132">
                  <c:v>-0.9510565162951535</c:v>
                </c:pt>
                <c:pt idx="133">
                  <c:v>-0.9426414910921784</c:v>
                </c:pt>
                <c:pt idx="134">
                  <c:v>-0.9335804264972017</c:v>
                </c:pt>
                <c:pt idx="135">
                  <c:v>-0.9238795325112868</c:v>
                </c:pt>
                <c:pt idx="136">
                  <c:v>-0.9135454576426011</c:v>
                </c:pt>
                <c:pt idx="137">
                  <c:v>-0.9025852843498607</c:v>
                </c:pt>
                <c:pt idx="138">
                  <c:v>-0.8910065241883681</c:v>
                </c:pt>
                <c:pt idx="139">
                  <c:v>-0.8788171126619654</c:v>
                </c:pt>
                <c:pt idx="140">
                  <c:v>-0.8660254037844386</c:v>
                </c:pt>
                <c:pt idx="141">
                  <c:v>-0.8526401643540923</c:v>
                </c:pt>
                <c:pt idx="142">
                  <c:v>-0.838670567945424</c:v>
                </c:pt>
                <c:pt idx="143">
                  <c:v>-0.8241261886220158</c:v>
                </c:pt>
                <c:pt idx="144">
                  <c:v>-0.8090169943749475</c:v>
                </c:pt>
                <c:pt idx="145">
                  <c:v>-0.7933533402912354</c:v>
                </c:pt>
                <c:pt idx="146">
                  <c:v>-0.7771459614569711</c:v>
                </c:pt>
                <c:pt idx="147">
                  <c:v>-0.7604059656000307</c:v>
                </c:pt>
                <c:pt idx="148">
                  <c:v>-0.7431448254773942</c:v>
                </c:pt>
                <c:pt idx="149">
                  <c:v>-0.7253743710122875</c:v>
                </c:pt>
                <c:pt idx="150">
                  <c:v>-0.7071067811865477</c:v>
                </c:pt>
                <c:pt idx="151">
                  <c:v>-0.6883545756937542</c:v>
                </c:pt>
                <c:pt idx="152">
                  <c:v>-0.6691306063588585</c:v>
                </c:pt>
                <c:pt idx="153">
                  <c:v>-0.6494480483301841</c:v>
                </c:pt>
                <c:pt idx="154">
                  <c:v>-0.6293203910498371</c:v>
                </c:pt>
                <c:pt idx="155">
                  <c:v>-0.6087614290087209</c:v>
                </c:pt>
                <c:pt idx="156">
                  <c:v>-0.5877852522924732</c:v>
                </c:pt>
                <c:pt idx="157">
                  <c:v>-0.5664062369248328</c:v>
                </c:pt>
                <c:pt idx="158">
                  <c:v>-0.544639035015027</c:v>
                </c:pt>
                <c:pt idx="159">
                  <c:v>-0.5224985647159494</c:v>
                </c:pt>
                <c:pt idx="160">
                  <c:v>-0.5000000000000004</c:v>
                </c:pt>
                <c:pt idx="161">
                  <c:v>-0.4771587602596087</c:v>
                </c:pt>
                <c:pt idx="162">
                  <c:v>-0.4539904997395469</c:v>
                </c:pt>
                <c:pt idx="163">
                  <c:v>-0.43051109680829514</c:v>
                </c:pt>
                <c:pt idx="164">
                  <c:v>-0.4067366430758001</c:v>
                </c:pt>
                <c:pt idx="165">
                  <c:v>-0.38268343236509034</c:v>
                </c:pt>
                <c:pt idx="166">
                  <c:v>-0.3583679495453007</c:v>
                </c:pt>
                <c:pt idx="167">
                  <c:v>-0.33380685923377124</c:v>
                </c:pt>
                <c:pt idx="168">
                  <c:v>-0.30901699437494756</c:v>
                </c:pt>
                <c:pt idx="169">
                  <c:v>-0.28401534470392265</c:v>
                </c:pt>
                <c:pt idx="170">
                  <c:v>-0.25881904510252063</c:v>
                </c:pt>
                <c:pt idx="171">
                  <c:v>-0.23344536385590514</c:v>
                </c:pt>
                <c:pt idx="172">
                  <c:v>-0.2079116908177598</c:v>
                </c:pt>
                <c:pt idx="173">
                  <c:v>-0.18223552549214778</c:v>
                </c:pt>
                <c:pt idx="174">
                  <c:v>-0.15643446504023104</c:v>
                </c:pt>
                <c:pt idx="175">
                  <c:v>-0.13052619222005163</c:v>
                </c:pt>
                <c:pt idx="176">
                  <c:v>-0.10452846326765423</c:v>
                </c:pt>
                <c:pt idx="177">
                  <c:v>-0.07845909572784468</c:v>
                </c:pt>
                <c:pt idx="178">
                  <c:v>-0.052335956242943425</c:v>
                </c:pt>
                <c:pt idx="179">
                  <c:v>-0.026176948307873482</c:v>
                </c:pt>
                <c:pt idx="180">
                  <c:v>-1.8369701987210297e-16</c:v>
                </c:pt>
                <c:pt idx="181">
                  <c:v>0.026176948307873114</c:v>
                </c:pt>
                <c:pt idx="182">
                  <c:v>0.05233595624294306</c:v>
                </c:pt>
                <c:pt idx="183">
                  <c:v>0.07845909572784432</c:v>
                </c:pt>
                <c:pt idx="184">
                  <c:v>0.10452846326765387</c:v>
                </c:pt>
                <c:pt idx="185">
                  <c:v>0.13052619222005127</c:v>
                </c:pt>
                <c:pt idx="186">
                  <c:v>0.15643446504023067</c:v>
                </c:pt>
                <c:pt idx="187">
                  <c:v>0.18223552549214742</c:v>
                </c:pt>
                <c:pt idx="188">
                  <c:v>0.20791169081775943</c:v>
                </c:pt>
                <c:pt idx="189">
                  <c:v>0.23344536385590478</c:v>
                </c:pt>
                <c:pt idx="190">
                  <c:v>0.2588190451025203</c:v>
                </c:pt>
                <c:pt idx="191">
                  <c:v>0.2840153447039223</c:v>
                </c:pt>
                <c:pt idx="192">
                  <c:v>0.30901699437494723</c:v>
                </c:pt>
                <c:pt idx="193">
                  <c:v>0.3338068592337709</c:v>
                </c:pt>
                <c:pt idx="194">
                  <c:v>0.3583679495453004</c:v>
                </c:pt>
                <c:pt idx="195">
                  <c:v>0.38268343236509</c:v>
                </c:pt>
                <c:pt idx="196">
                  <c:v>0.40673664307579976</c:v>
                </c:pt>
                <c:pt idx="197">
                  <c:v>0.4305110968082948</c:v>
                </c:pt>
                <c:pt idx="198">
                  <c:v>0.45399049973954664</c:v>
                </c:pt>
                <c:pt idx="199">
                  <c:v>0.47715876025960835</c:v>
                </c:pt>
                <c:pt idx="200">
                  <c:v>0.5000000000000001</c:v>
                </c:pt>
                <c:pt idx="201">
                  <c:v>0.522498564715949</c:v>
                </c:pt>
                <c:pt idx="202">
                  <c:v>0.5446390350150266</c:v>
                </c:pt>
                <c:pt idx="203">
                  <c:v>0.5664062369248325</c:v>
                </c:pt>
                <c:pt idx="204">
                  <c:v>0.5877852522924729</c:v>
                </c:pt>
                <c:pt idx="205">
                  <c:v>0.6087614290087205</c:v>
                </c:pt>
                <c:pt idx="206">
                  <c:v>0.6293203910498368</c:v>
                </c:pt>
                <c:pt idx="207">
                  <c:v>0.6494480483301839</c:v>
                </c:pt>
                <c:pt idx="208">
                  <c:v>0.6691306063588585</c:v>
                </c:pt>
                <c:pt idx="209">
                  <c:v>0.6883545756937537</c:v>
                </c:pt>
                <c:pt idx="210">
                  <c:v>0.7071067811865474</c:v>
                </c:pt>
                <c:pt idx="211">
                  <c:v>0.7253743710122875</c:v>
                </c:pt>
                <c:pt idx="212">
                  <c:v>0.7431448254773937</c:v>
                </c:pt>
                <c:pt idx="213">
                  <c:v>0.7604059656000305</c:v>
                </c:pt>
                <c:pt idx="214">
                  <c:v>0.7771459614569711</c:v>
                </c:pt>
                <c:pt idx="215">
                  <c:v>0.7933533402912349</c:v>
                </c:pt>
                <c:pt idx="216">
                  <c:v>0.8090169943749473</c:v>
                </c:pt>
                <c:pt idx="217">
                  <c:v>0.8241261886220156</c:v>
                </c:pt>
                <c:pt idx="218">
                  <c:v>0.838670567945424</c:v>
                </c:pt>
                <c:pt idx="219">
                  <c:v>0.8526401643540918</c:v>
                </c:pt>
                <c:pt idx="220">
                  <c:v>0.8660254037844384</c:v>
                </c:pt>
                <c:pt idx="221">
                  <c:v>0.8788171126619652</c:v>
                </c:pt>
                <c:pt idx="222">
                  <c:v>0.8910065241883678</c:v>
                </c:pt>
                <c:pt idx="223">
                  <c:v>0.9025852843498606</c:v>
                </c:pt>
                <c:pt idx="224">
                  <c:v>0.913545457642601</c:v>
                </c:pt>
                <c:pt idx="225">
                  <c:v>0.9238795325112865</c:v>
                </c:pt>
                <c:pt idx="226">
                  <c:v>0.9335804264972015</c:v>
                </c:pt>
                <c:pt idx="227">
                  <c:v>0.9426414910921783</c:v>
                </c:pt>
                <c:pt idx="228">
                  <c:v>0.9510565162951535</c:v>
                </c:pt>
                <c:pt idx="229">
                  <c:v>0.958819734868193</c:v>
                </c:pt>
                <c:pt idx="230">
                  <c:v>0.9659258262890683</c:v>
                </c:pt>
                <c:pt idx="231">
                  <c:v>0.9723699203976767</c:v>
                </c:pt>
                <c:pt idx="232">
                  <c:v>0.9781476007338056</c:v>
                </c:pt>
                <c:pt idx="233">
                  <c:v>0.9832549075639545</c:v>
                </c:pt>
                <c:pt idx="234">
                  <c:v>0.9876883405951377</c:v>
                </c:pt>
                <c:pt idx="235">
                  <c:v>0.9914448613738104</c:v>
                </c:pt>
                <c:pt idx="236">
                  <c:v>0.9945218953682733</c:v>
                </c:pt>
                <c:pt idx="237">
                  <c:v>0.996917333733128</c:v>
                </c:pt>
                <c:pt idx="238">
                  <c:v>0.9986295347545739</c:v>
                </c:pt>
                <c:pt idx="239">
                  <c:v>0.9996573249755573</c:v>
                </c:pt>
                <c:pt idx="240">
                  <c:v>1</c:v>
                </c:pt>
              </c:numCache>
            </c:numRef>
          </c:val>
          <c:smooth val="0"/>
        </c:ser>
        <c:ser>
          <c:idx val="2"/>
          <c:order val="2"/>
          <c:tx>
            <c:strRef>
              <c:f>Sheet1!$D$1</c:f>
              <c:strCache>
                <c:ptCount val="1"/>
                <c:pt idx="0">
                  <c:v>Q(t)</c:v>
                </c:pt>
              </c:strCache>
            </c:strRef>
          </c:tx>
          <c:spPr>
            <a:solidFill>
              <a:srgbClr val="E76F51"/>
            </a:solidFill>
            <a:ln w="15875"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Sheet1!$A$2:$A$242</c:f>
              <c:multiLvlStrCache>
                <c:ptCount val="241"/>
                <c:lvl>
                  <c:pt idx="0">
                    <c:v>0.00</c:v>
                  </c:pt>
                  <c:pt idx="1">
                    <c:v>0.00</c:v>
                  </c:pt>
                  <c:pt idx="2">
                    <c:v>0.01</c:v>
                  </c:pt>
                  <c:pt idx="3">
                    <c:v>0.01</c:v>
                  </c:pt>
                  <c:pt idx="4">
                    <c:v>0.02</c:v>
                  </c:pt>
                  <c:pt idx="5">
                    <c:v>0.02</c:v>
                  </c:pt>
                  <c:pt idx="6">
                    <c:v>0.03</c:v>
                  </c:pt>
                  <c:pt idx="7">
                    <c:v>0.03</c:v>
                  </c:pt>
                  <c:pt idx="8">
                    <c:v>0.03</c:v>
                  </c:pt>
                  <c:pt idx="9">
                    <c:v>0.04</c:v>
                  </c:pt>
                  <c:pt idx="10">
                    <c:v>0.04</c:v>
                  </c:pt>
                  <c:pt idx="11">
                    <c:v>0.05</c:v>
                  </c:pt>
                  <c:pt idx="12">
                    <c:v>0.05</c:v>
                  </c:pt>
                  <c:pt idx="13">
                    <c:v>0.05</c:v>
                  </c:pt>
                  <c:pt idx="14">
                    <c:v>0.06</c:v>
                  </c:pt>
                  <c:pt idx="15">
                    <c:v>0.06</c:v>
                  </c:pt>
                  <c:pt idx="16">
                    <c:v>0.07</c:v>
                  </c:pt>
                  <c:pt idx="17">
                    <c:v>0.07</c:v>
                  </c:pt>
                  <c:pt idx="18">
                    <c:v>0.07</c:v>
                  </c:pt>
                  <c:pt idx="19">
                    <c:v>0.08</c:v>
                  </c:pt>
                  <c:pt idx="20">
                    <c:v>0.08</c:v>
                  </c:pt>
                  <c:pt idx="21">
                    <c:v>0.09</c:v>
                  </c:pt>
                  <c:pt idx="22">
                    <c:v>0.09</c:v>
                  </c:pt>
                  <c:pt idx="23">
                    <c:v>0.10</c:v>
                  </c:pt>
                  <c:pt idx="24">
                    <c:v>0.10</c:v>
                  </c:pt>
                  <c:pt idx="25">
                    <c:v>0.10</c:v>
                  </c:pt>
                  <c:pt idx="26">
                    <c:v>0.11</c:v>
                  </c:pt>
                  <c:pt idx="27">
                    <c:v>0.11</c:v>
                  </c:pt>
                  <c:pt idx="28">
                    <c:v>0.12</c:v>
                  </c:pt>
                  <c:pt idx="29">
                    <c:v>0.12</c:v>
                  </c:pt>
                  <c:pt idx="30">
                    <c:v>0.13</c:v>
                  </c:pt>
                  <c:pt idx="31">
                    <c:v>0.13</c:v>
                  </c:pt>
                  <c:pt idx="32">
                    <c:v>0.13</c:v>
                  </c:pt>
                  <c:pt idx="33">
                    <c:v>0.14</c:v>
                  </c:pt>
                  <c:pt idx="34">
                    <c:v>0.14</c:v>
                  </c:pt>
                  <c:pt idx="35">
                    <c:v>0.15</c:v>
                  </c:pt>
                  <c:pt idx="36">
                    <c:v>0.15</c:v>
                  </c:pt>
                  <c:pt idx="37">
                    <c:v>0.15</c:v>
                  </c:pt>
                  <c:pt idx="38">
                    <c:v>0.16</c:v>
                  </c:pt>
                  <c:pt idx="39">
                    <c:v>0.16</c:v>
                  </c:pt>
                  <c:pt idx="40">
                    <c:v>0.17</c:v>
                  </c:pt>
                  <c:pt idx="41">
                    <c:v>0.17</c:v>
                  </c:pt>
                  <c:pt idx="42">
                    <c:v>0.17</c:v>
                  </c:pt>
                  <c:pt idx="43">
                    <c:v>0.18</c:v>
                  </c:pt>
                  <c:pt idx="44">
                    <c:v>0.18</c:v>
                  </c:pt>
                  <c:pt idx="45">
                    <c:v>0.19</c:v>
                  </c:pt>
                  <c:pt idx="46">
                    <c:v>0.19</c:v>
                  </c:pt>
                  <c:pt idx="47">
                    <c:v>0.20</c:v>
                  </c:pt>
                  <c:pt idx="48">
                    <c:v>0.20</c:v>
                  </c:pt>
                  <c:pt idx="49">
                    <c:v>0.20</c:v>
                  </c:pt>
                  <c:pt idx="50">
                    <c:v>0.21</c:v>
                  </c:pt>
                  <c:pt idx="51">
                    <c:v>0.21</c:v>
                  </c:pt>
                  <c:pt idx="52">
                    <c:v>0.22</c:v>
                  </c:pt>
                  <c:pt idx="53">
                    <c:v>0.22</c:v>
                  </c:pt>
                  <c:pt idx="54">
                    <c:v>0.23</c:v>
                  </c:pt>
                  <c:pt idx="55">
                    <c:v>0.23</c:v>
                  </c:pt>
                  <c:pt idx="56">
                    <c:v>0.23</c:v>
                  </c:pt>
                  <c:pt idx="57">
                    <c:v>0.24</c:v>
                  </c:pt>
                  <c:pt idx="58">
                    <c:v>0.24</c:v>
                  </c:pt>
                  <c:pt idx="59">
                    <c:v>0.25</c:v>
                  </c:pt>
                  <c:pt idx="60">
                    <c:v>0.25</c:v>
                  </c:pt>
                  <c:pt idx="61">
                    <c:v>0.25</c:v>
                  </c:pt>
                  <c:pt idx="62">
                    <c:v>0.26</c:v>
                  </c:pt>
                  <c:pt idx="63">
                    <c:v>0.26</c:v>
                  </c:pt>
                  <c:pt idx="64">
                    <c:v>0.27</c:v>
                  </c:pt>
                  <c:pt idx="65">
                    <c:v>0.27</c:v>
                  </c:pt>
                  <c:pt idx="66">
                    <c:v>0.28</c:v>
                  </c:pt>
                  <c:pt idx="67">
                    <c:v>0.28</c:v>
                  </c:pt>
                  <c:pt idx="68">
                    <c:v>0.28</c:v>
                  </c:pt>
                  <c:pt idx="69">
                    <c:v>0.29</c:v>
                  </c:pt>
                  <c:pt idx="70">
                    <c:v>0.29</c:v>
                  </c:pt>
                  <c:pt idx="71">
                    <c:v>0.30</c:v>
                  </c:pt>
                  <c:pt idx="72">
                    <c:v>0.30</c:v>
                  </c:pt>
                  <c:pt idx="73">
                    <c:v>0.30</c:v>
                  </c:pt>
                  <c:pt idx="74">
                    <c:v>0.31</c:v>
                  </c:pt>
                  <c:pt idx="75">
                    <c:v>0.31</c:v>
                  </c:pt>
                  <c:pt idx="76">
                    <c:v>0.32</c:v>
                  </c:pt>
                  <c:pt idx="77">
                    <c:v>0.32</c:v>
                  </c:pt>
                  <c:pt idx="78">
                    <c:v>0.33</c:v>
                  </c:pt>
                  <c:pt idx="79">
                    <c:v>0.33</c:v>
                  </c:pt>
                  <c:pt idx="80">
                    <c:v>0.33</c:v>
                  </c:pt>
                  <c:pt idx="81">
                    <c:v>0.34</c:v>
                  </c:pt>
                  <c:pt idx="82">
                    <c:v>0.34</c:v>
                  </c:pt>
                  <c:pt idx="83">
                    <c:v>0.35</c:v>
                  </c:pt>
                  <c:pt idx="84">
                    <c:v>0.35</c:v>
                  </c:pt>
                  <c:pt idx="85">
                    <c:v>0.35</c:v>
                  </c:pt>
                  <c:pt idx="86">
                    <c:v>0.36</c:v>
                  </c:pt>
                  <c:pt idx="87">
                    <c:v>0.36</c:v>
                  </c:pt>
                  <c:pt idx="88">
                    <c:v>0.37</c:v>
                  </c:pt>
                  <c:pt idx="89">
                    <c:v>0.37</c:v>
                  </c:pt>
                  <c:pt idx="90">
                    <c:v>0.38</c:v>
                  </c:pt>
                  <c:pt idx="91">
                    <c:v>0.38</c:v>
                  </c:pt>
                  <c:pt idx="92">
                    <c:v>0.38</c:v>
                  </c:pt>
                  <c:pt idx="93">
                    <c:v>0.39</c:v>
                  </c:pt>
                  <c:pt idx="94">
                    <c:v>0.39</c:v>
                  </c:pt>
                  <c:pt idx="95">
                    <c:v>0.40</c:v>
                  </c:pt>
                  <c:pt idx="96">
                    <c:v>0.40</c:v>
                  </c:pt>
                  <c:pt idx="97">
                    <c:v>0.40</c:v>
                  </c:pt>
                  <c:pt idx="98">
                    <c:v>0.41</c:v>
                  </c:pt>
                  <c:pt idx="99">
                    <c:v>0.41</c:v>
                  </c:pt>
                  <c:pt idx="100">
                    <c:v>0.42</c:v>
                  </c:pt>
                  <c:pt idx="101">
                    <c:v>0.42</c:v>
                  </c:pt>
                  <c:pt idx="102">
                    <c:v>0.42</c:v>
                  </c:pt>
                  <c:pt idx="103">
                    <c:v>0.43</c:v>
                  </c:pt>
                  <c:pt idx="104">
                    <c:v>0.43</c:v>
                  </c:pt>
                  <c:pt idx="105">
                    <c:v>0.44</c:v>
                  </c:pt>
                  <c:pt idx="106">
                    <c:v>0.44</c:v>
                  </c:pt>
                  <c:pt idx="107">
                    <c:v>0.45</c:v>
                  </c:pt>
                  <c:pt idx="108">
                    <c:v>0.45</c:v>
                  </c:pt>
                  <c:pt idx="109">
                    <c:v>0.45</c:v>
                  </c:pt>
                  <c:pt idx="110">
                    <c:v>0.46</c:v>
                  </c:pt>
                  <c:pt idx="111">
                    <c:v>0.46</c:v>
                  </c:pt>
                  <c:pt idx="112">
                    <c:v>0.47</c:v>
                  </c:pt>
                  <c:pt idx="113">
                    <c:v>0.47</c:v>
                  </c:pt>
                  <c:pt idx="114">
                    <c:v>0.47</c:v>
                  </c:pt>
                  <c:pt idx="115">
                    <c:v>0.48</c:v>
                  </c:pt>
                  <c:pt idx="116">
                    <c:v>0.48</c:v>
                  </c:pt>
                  <c:pt idx="117">
                    <c:v>0.49</c:v>
                  </c:pt>
                  <c:pt idx="118">
                    <c:v>0.49</c:v>
                  </c:pt>
                  <c:pt idx="119">
                    <c:v>0.50</c:v>
                  </c:pt>
                  <c:pt idx="120">
                    <c:v>0.50</c:v>
                  </c:pt>
                  <c:pt idx="121">
                    <c:v>0.50</c:v>
                  </c:pt>
                  <c:pt idx="122">
                    <c:v>0.51</c:v>
                  </c:pt>
                  <c:pt idx="123">
                    <c:v>0.51</c:v>
                  </c:pt>
                  <c:pt idx="124">
                    <c:v>0.52</c:v>
                  </c:pt>
                  <c:pt idx="125">
                    <c:v>0.52</c:v>
                  </c:pt>
                  <c:pt idx="126">
                    <c:v>0.53</c:v>
                  </c:pt>
                  <c:pt idx="127">
                    <c:v>0.53</c:v>
                  </c:pt>
                  <c:pt idx="128">
                    <c:v>0.53</c:v>
                  </c:pt>
                  <c:pt idx="129">
                    <c:v>0.54</c:v>
                  </c:pt>
                  <c:pt idx="130">
                    <c:v>0.54</c:v>
                  </c:pt>
                  <c:pt idx="131">
                    <c:v>0.55</c:v>
                  </c:pt>
                  <c:pt idx="132">
                    <c:v>0.55</c:v>
                  </c:pt>
                  <c:pt idx="133">
                    <c:v>0.55</c:v>
                  </c:pt>
                  <c:pt idx="134">
                    <c:v>0.56</c:v>
                  </c:pt>
                  <c:pt idx="135">
                    <c:v>0.56</c:v>
                  </c:pt>
                  <c:pt idx="136">
                    <c:v>0.57</c:v>
                  </c:pt>
                  <c:pt idx="137">
                    <c:v>0.57</c:v>
                  </c:pt>
                  <c:pt idx="138">
                    <c:v>0.57</c:v>
                  </c:pt>
                  <c:pt idx="139">
                    <c:v>0.58</c:v>
                  </c:pt>
                  <c:pt idx="140">
                    <c:v>0.58</c:v>
                  </c:pt>
                  <c:pt idx="141">
                    <c:v>0.59</c:v>
                  </c:pt>
                  <c:pt idx="142">
                    <c:v>0.59</c:v>
                  </c:pt>
                  <c:pt idx="143">
                    <c:v>0.60</c:v>
                  </c:pt>
                  <c:pt idx="144">
                    <c:v>0.60</c:v>
                  </c:pt>
                  <c:pt idx="145">
                    <c:v>0.60</c:v>
                  </c:pt>
                  <c:pt idx="146">
                    <c:v>0.61</c:v>
                  </c:pt>
                  <c:pt idx="147">
                    <c:v>0.61</c:v>
                  </c:pt>
                  <c:pt idx="148">
                    <c:v>0.62</c:v>
                  </c:pt>
                  <c:pt idx="149">
                    <c:v>0.62</c:v>
                  </c:pt>
                  <c:pt idx="150">
                    <c:v>0.63</c:v>
                  </c:pt>
                  <c:pt idx="151">
                    <c:v>0.63</c:v>
                  </c:pt>
                  <c:pt idx="152">
                    <c:v>0.63</c:v>
                  </c:pt>
                  <c:pt idx="153">
                    <c:v>0.64</c:v>
                  </c:pt>
                  <c:pt idx="154">
                    <c:v>0.64</c:v>
                  </c:pt>
                  <c:pt idx="155">
                    <c:v>0.65</c:v>
                  </c:pt>
                  <c:pt idx="156">
                    <c:v>0.65</c:v>
                  </c:pt>
                  <c:pt idx="157">
                    <c:v>0.65</c:v>
                  </c:pt>
                  <c:pt idx="158">
                    <c:v>0.66</c:v>
                  </c:pt>
                  <c:pt idx="159">
                    <c:v>0.66</c:v>
                  </c:pt>
                  <c:pt idx="160">
                    <c:v>0.67</c:v>
                  </c:pt>
                  <c:pt idx="161">
                    <c:v>0.67</c:v>
                  </c:pt>
                  <c:pt idx="162">
                    <c:v>0.68</c:v>
                  </c:pt>
                  <c:pt idx="163">
                    <c:v>0.68</c:v>
                  </c:pt>
                  <c:pt idx="164">
                    <c:v>0.68</c:v>
                  </c:pt>
                  <c:pt idx="165">
                    <c:v>0.69</c:v>
                  </c:pt>
                  <c:pt idx="166">
                    <c:v>0.69</c:v>
                  </c:pt>
                  <c:pt idx="167">
                    <c:v>0.70</c:v>
                  </c:pt>
                  <c:pt idx="168">
                    <c:v>0.70</c:v>
                  </c:pt>
                  <c:pt idx="169">
                    <c:v>0.70</c:v>
                  </c:pt>
                  <c:pt idx="170">
                    <c:v>0.71</c:v>
                  </c:pt>
                  <c:pt idx="171">
                    <c:v>0.71</c:v>
                  </c:pt>
                  <c:pt idx="172">
                    <c:v>0.72</c:v>
                  </c:pt>
                  <c:pt idx="173">
                    <c:v>0.72</c:v>
                  </c:pt>
                  <c:pt idx="174">
                    <c:v>0.72</c:v>
                  </c:pt>
                  <c:pt idx="175">
                    <c:v>0.73</c:v>
                  </c:pt>
                  <c:pt idx="176">
                    <c:v>0.73</c:v>
                  </c:pt>
                  <c:pt idx="177">
                    <c:v>0.74</c:v>
                  </c:pt>
                  <c:pt idx="178">
                    <c:v>0.74</c:v>
                  </c:pt>
                  <c:pt idx="179">
                    <c:v>0.75</c:v>
                  </c:pt>
                  <c:pt idx="180">
                    <c:v>0.75</c:v>
                  </c:pt>
                  <c:pt idx="181">
                    <c:v>0.75</c:v>
                  </c:pt>
                  <c:pt idx="182">
                    <c:v>0.76</c:v>
                  </c:pt>
                  <c:pt idx="183">
                    <c:v>0.76</c:v>
                  </c:pt>
                  <c:pt idx="184">
                    <c:v>0.77</c:v>
                  </c:pt>
                  <c:pt idx="185">
                    <c:v>0.77</c:v>
                  </c:pt>
                  <c:pt idx="186">
                    <c:v>0.78</c:v>
                  </c:pt>
                  <c:pt idx="187">
                    <c:v>0.78</c:v>
                  </c:pt>
                  <c:pt idx="188">
                    <c:v>0.78</c:v>
                  </c:pt>
                  <c:pt idx="189">
                    <c:v>0.79</c:v>
                  </c:pt>
                  <c:pt idx="190">
                    <c:v>0.79</c:v>
                  </c:pt>
                  <c:pt idx="191">
                    <c:v>0.80</c:v>
                  </c:pt>
                  <c:pt idx="192">
                    <c:v>0.80</c:v>
                  </c:pt>
                  <c:pt idx="193">
                    <c:v>0.80</c:v>
                  </c:pt>
                  <c:pt idx="194">
                    <c:v>0.81</c:v>
                  </c:pt>
                  <c:pt idx="195">
                    <c:v>0.81</c:v>
                  </c:pt>
                  <c:pt idx="196">
                    <c:v>0.82</c:v>
                  </c:pt>
                  <c:pt idx="197">
                    <c:v>0.82</c:v>
                  </c:pt>
                  <c:pt idx="198">
                    <c:v>0.82</c:v>
                  </c:pt>
                  <c:pt idx="199">
                    <c:v>0.83</c:v>
                  </c:pt>
                  <c:pt idx="200">
                    <c:v>0.83</c:v>
                  </c:pt>
                  <c:pt idx="201">
                    <c:v>0.84</c:v>
                  </c:pt>
                  <c:pt idx="202">
                    <c:v>0.84</c:v>
                  </c:pt>
                  <c:pt idx="203">
                    <c:v>0.85</c:v>
                  </c:pt>
                  <c:pt idx="204">
                    <c:v>0.85</c:v>
                  </c:pt>
                  <c:pt idx="205">
                    <c:v>0.85</c:v>
                  </c:pt>
                  <c:pt idx="206">
                    <c:v>0.86</c:v>
                  </c:pt>
                  <c:pt idx="207">
                    <c:v>0.86</c:v>
                  </c:pt>
                  <c:pt idx="208">
                    <c:v>0.87</c:v>
                  </c:pt>
                  <c:pt idx="209">
                    <c:v>0.87</c:v>
                  </c:pt>
                  <c:pt idx="210">
                    <c:v>0.88</c:v>
                  </c:pt>
                  <c:pt idx="211">
                    <c:v>0.88</c:v>
                  </c:pt>
                  <c:pt idx="212">
                    <c:v>0.88</c:v>
                  </c:pt>
                  <c:pt idx="213">
                    <c:v>0.89</c:v>
                  </c:pt>
                  <c:pt idx="214">
                    <c:v>0.89</c:v>
                  </c:pt>
                  <c:pt idx="215">
                    <c:v>0.90</c:v>
                  </c:pt>
                  <c:pt idx="216">
                    <c:v>0.90</c:v>
                  </c:pt>
                  <c:pt idx="217">
                    <c:v>0.90</c:v>
                  </c:pt>
                  <c:pt idx="218">
                    <c:v>0.91</c:v>
                  </c:pt>
                  <c:pt idx="219">
                    <c:v>0.91</c:v>
                  </c:pt>
                  <c:pt idx="220">
                    <c:v>0.92</c:v>
                  </c:pt>
                  <c:pt idx="221">
                    <c:v>0.92</c:v>
                  </c:pt>
                  <c:pt idx="222">
                    <c:v>0.93</c:v>
                  </c:pt>
                  <c:pt idx="223">
                    <c:v>0.93</c:v>
                  </c:pt>
                  <c:pt idx="224">
                    <c:v>0.93</c:v>
                  </c:pt>
                  <c:pt idx="225">
                    <c:v>0.94</c:v>
                  </c:pt>
                  <c:pt idx="226">
                    <c:v>0.94</c:v>
                  </c:pt>
                  <c:pt idx="227">
                    <c:v>0.95</c:v>
                  </c:pt>
                  <c:pt idx="228">
                    <c:v>0.95</c:v>
                  </c:pt>
                  <c:pt idx="229">
                    <c:v>0.95</c:v>
                  </c:pt>
                  <c:pt idx="230">
                    <c:v>0.96</c:v>
                  </c:pt>
                  <c:pt idx="231">
                    <c:v>0.96</c:v>
                  </c:pt>
                  <c:pt idx="232">
                    <c:v>0.97</c:v>
                  </c:pt>
                  <c:pt idx="233">
                    <c:v>0.97</c:v>
                  </c:pt>
                  <c:pt idx="234">
                    <c:v>0.97</c:v>
                  </c:pt>
                  <c:pt idx="235">
                    <c:v>0.98</c:v>
                  </c:pt>
                  <c:pt idx="236">
                    <c:v>0.98</c:v>
                  </c:pt>
                  <c:pt idx="237">
                    <c:v>0.99</c:v>
                  </c:pt>
                  <c:pt idx="238">
                    <c:v>0.99</c:v>
                  </c:pt>
                  <c:pt idx="239">
                    <c:v>1.00</c:v>
                  </c:pt>
                  <c:pt idx="240">
                    <c:v>1.00</c:v>
                  </c:pt>
                </c:lvl>
              </c:multiLvlStrCache>
            </c:multiLvlStrRef>
          </c:cat>
          <c:val>
            <c:numRef>
              <c:f>Sheet1!$D$2:$D$242</c:f>
              <c:numCache>
                <c:formatCode>General</c:formatCode>
                <c:ptCount val="241"/>
                <c:pt idx="0">
                  <c:v>0</c:v>
                </c:pt>
                <c:pt idx="1">
                  <c:v>0.03140785260725489</c:v>
                </c:pt>
                <c:pt idx="2">
                  <c:v>0.06276727658227596</c:v>
                </c:pt>
                <c:pt idx="3">
                  <c:v>0.09402991796627012</c:v>
                </c:pt>
                <c:pt idx="4">
                  <c:v>0.1251475720321847</c:v>
                </c:pt>
                <c:pt idx="5">
                  <c:v>0.1560722576129026</c:v>
                </c:pt>
                <c:pt idx="6">
                  <c:v>0.18675629108472433</c:v>
                </c:pt>
                <c:pt idx="7">
                  <c:v>0.21715235989205942</c:v>
                </c:pt>
                <c:pt idx="8">
                  <c:v>0.24721359549995792</c:v>
                </c:pt>
                <c:pt idx="9">
                  <c:v>0.27689364566199437</c:v>
                </c:pt>
                <c:pt idx="10">
                  <c:v>0.30614674589207186</c:v>
                </c:pt>
                <c:pt idx="11">
                  <c:v>0.33492779002994244</c:v>
                </c:pt>
                <c:pt idx="12">
                  <c:v>0.3631923997916374</c:v>
                </c:pt>
                <c:pt idx="13">
                  <c:v>0.39089699319756394</c:v>
                </c:pt>
                <c:pt idx="14">
                  <c:v>0.4179988517727591</c:v>
                </c:pt>
                <c:pt idx="15">
                  <c:v>0.44445618641568174</c:v>
                </c:pt>
                <c:pt idx="16">
                  <c:v>0.4702282018339785</c:v>
                </c:pt>
                <c:pt idx="17">
                  <c:v>0.4952751594478672</c:v>
                </c:pt>
                <c:pt idx="18">
                  <c:v>0.519558438664147</c:v>
                </c:pt>
                <c:pt idx="19">
                  <c:v>0.5430405964263534</c:v>
                </c:pt>
                <c:pt idx="20">
                  <c:v>0.565685424949238</c:v>
                </c:pt>
                <c:pt idx="21">
                  <c:v>0.5874580075485485</c:v>
                </c:pt>
                <c:pt idx="22">
                  <c:v>0.6083247724800247</c:v>
                </c:pt>
                <c:pt idx="23">
                  <c:v>0.628253544704596</c:v>
                </c:pt>
                <c:pt idx="24">
                  <c:v>0.647213595499958</c:v>
                </c:pt>
                <c:pt idx="25">
                  <c:v>0.6651756898420362</c:v>
                </c:pt>
                <c:pt idx="26">
                  <c:v>0.6821121314832738</c:v>
                </c:pt>
                <c:pt idx="27">
                  <c:v>0.6979968056582377</c:v>
                </c:pt>
                <c:pt idx="28">
                  <c:v>0.7128052193506943</c:v>
                </c:pt>
                <c:pt idx="29">
                  <c:v>0.726514539060065</c:v>
                </c:pt>
                <c:pt idx="30">
                  <c:v>0.7391036260090295</c:v>
                </c:pt>
                <c:pt idx="31">
                  <c:v>0.7505530687379873</c:v>
                </c:pt>
                <c:pt idx="32">
                  <c:v>0.7608452130361228</c:v>
                </c:pt>
                <c:pt idx="33">
                  <c:v>0.7699641891629179</c:v>
                </c:pt>
                <c:pt idx="34">
                  <c:v>0.7778959363181412</c:v>
                </c:pt>
                <c:pt idx="35">
                  <c:v>0.7846282243225844</c:v>
                </c:pt>
                <c:pt idx="36">
                  <c:v>0.7901506724761103</c:v>
                </c:pt>
                <c:pt idx="37">
                  <c:v>0.7944547655639411</c:v>
                </c:pt>
                <c:pt idx="38">
                  <c:v>0.7975338669865024</c:v>
                </c:pt>
                <c:pt idx="39">
                  <c:v>0.7993832289925784</c:v>
                </c:pt>
                <c:pt idx="40">
                  <c:v>0.8</c:v>
                </c:pt>
                <c:pt idx="41">
                  <c:v>0.7993832289925784</c:v>
                </c:pt>
                <c:pt idx="42">
                  <c:v>0.7975338669865024</c:v>
                </c:pt>
                <c:pt idx="43">
                  <c:v>0.7944547655639411</c:v>
                </c:pt>
                <c:pt idx="44">
                  <c:v>0.7901506724761103</c:v>
                </c:pt>
                <c:pt idx="45">
                  <c:v>0.7846282243225844</c:v>
                </c:pt>
                <c:pt idx="46">
                  <c:v>0.7778959363181412</c:v>
                </c:pt>
                <c:pt idx="47">
                  <c:v>0.7699641891629179</c:v>
                </c:pt>
                <c:pt idx="48">
                  <c:v>0.760845213036123</c:v>
                </c:pt>
                <c:pt idx="49">
                  <c:v>0.7505530687379873</c:v>
                </c:pt>
                <c:pt idx="50">
                  <c:v>0.7391036260090295</c:v>
                </c:pt>
                <c:pt idx="51">
                  <c:v>0.7265145390600651</c:v>
                </c:pt>
                <c:pt idx="52">
                  <c:v>0.7128052193506944</c:v>
                </c:pt>
                <c:pt idx="53">
                  <c:v>0.6979968056582379</c:v>
                </c:pt>
                <c:pt idx="54">
                  <c:v>0.6821121314832739</c:v>
                </c:pt>
                <c:pt idx="55">
                  <c:v>0.6651756898420363</c:v>
                </c:pt>
                <c:pt idx="56">
                  <c:v>0.647213595499958</c:v>
                </c:pt>
                <c:pt idx="57">
                  <c:v>0.6282535447045962</c:v>
                </c:pt>
                <c:pt idx="58">
                  <c:v>0.6083247724800249</c:v>
                </c:pt>
                <c:pt idx="59">
                  <c:v>0.5874580075485486</c:v>
                </c:pt>
                <c:pt idx="60">
                  <c:v>0.5656854249492381</c:v>
                </c:pt>
                <c:pt idx="61">
                  <c:v>0.5430405964263536</c:v>
                </c:pt>
                <c:pt idx="62">
                  <c:v>0.5195584386641467</c:v>
                </c:pt>
                <c:pt idx="63">
                  <c:v>0.4952751594478671</c:v>
                </c:pt>
                <c:pt idx="64">
                  <c:v>0.4702282018339786</c:v>
                </c:pt>
                <c:pt idx="65">
                  <c:v>0.444456186415682</c:v>
                </c:pt>
                <c:pt idx="66">
                  <c:v>0.41799885177275914</c:v>
                </c:pt>
                <c:pt idx="67">
                  <c:v>0.3908969931975639</c:v>
                </c:pt>
                <c:pt idx="68">
                  <c:v>0.36319239979163753</c:v>
                </c:pt>
                <c:pt idx="69">
                  <c:v>0.3349277900299428</c:v>
                </c:pt>
                <c:pt idx="70">
                  <c:v>0.3061467458920719</c:v>
                </c:pt>
                <c:pt idx="71">
                  <c:v>0.2768936456619943</c:v>
                </c:pt>
                <c:pt idx="72">
                  <c:v>0.24721359549995803</c:v>
                </c:pt>
                <c:pt idx="73">
                  <c:v>0.2171523598920597</c:v>
                </c:pt>
                <c:pt idx="74">
                  <c:v>0.18675629108472444</c:v>
                </c:pt>
                <c:pt idx="75">
                  <c:v>0.1560722576129029</c:v>
                </c:pt>
                <c:pt idx="76">
                  <c:v>0.1251475720321848</c:v>
                </c:pt>
                <c:pt idx="77">
                  <c:v>0.09402991796627004</c:v>
                </c:pt>
                <c:pt idx="78">
                  <c:v>0.06276727658227606</c:v>
                </c:pt>
                <c:pt idx="79">
                  <c:v>0.03140785260725516</c:v>
                </c:pt>
                <c:pt idx="80">
                  <c:v>9.797174393178826e-17</c:v>
                </c:pt>
                <c:pt idx="81">
                  <c:v>-0.03140785260725497</c:v>
                </c:pt>
                <c:pt idx="82">
                  <c:v>-0.06276727658227586</c:v>
                </c:pt>
                <c:pt idx="83">
                  <c:v>-0.09402991796626985</c:v>
                </c:pt>
                <c:pt idx="84">
                  <c:v>-0.1251475720321846</c:v>
                </c:pt>
                <c:pt idx="85">
                  <c:v>-0.1560722576129027</c:v>
                </c:pt>
                <c:pt idx="86">
                  <c:v>-0.18675629108472425</c:v>
                </c:pt>
                <c:pt idx="87">
                  <c:v>-0.21715235989205917</c:v>
                </c:pt>
                <c:pt idx="88">
                  <c:v>-0.24721359549995753</c:v>
                </c:pt>
                <c:pt idx="89">
                  <c:v>-0.2768936456619945</c:v>
                </c:pt>
                <c:pt idx="90">
                  <c:v>-0.30614674589207175</c:v>
                </c:pt>
                <c:pt idx="91">
                  <c:v>-0.3349277900299422</c:v>
                </c:pt>
                <c:pt idx="92">
                  <c:v>-0.3631923997916377</c:v>
                </c:pt>
                <c:pt idx="93">
                  <c:v>-0.39089699319756405</c:v>
                </c:pt>
                <c:pt idx="94">
                  <c:v>-0.417998851772759</c:v>
                </c:pt>
                <c:pt idx="95">
                  <c:v>-0.4444561864156816</c:v>
                </c:pt>
                <c:pt idx="96">
                  <c:v>-0.47022820183397845</c:v>
                </c:pt>
                <c:pt idx="97">
                  <c:v>-0.49527515944786726</c:v>
                </c:pt>
                <c:pt idx="98">
                  <c:v>-0.5195584386641469</c:v>
                </c:pt>
                <c:pt idx="99">
                  <c:v>-0.5430405964263532</c:v>
                </c:pt>
                <c:pt idx="100">
                  <c:v>-0.565685424949238</c:v>
                </c:pt>
                <c:pt idx="101">
                  <c:v>-0.5874580075485485</c:v>
                </c:pt>
                <c:pt idx="102">
                  <c:v>-0.6083247724800245</c:v>
                </c:pt>
                <c:pt idx="103">
                  <c:v>-0.6282535447045958</c:v>
                </c:pt>
                <c:pt idx="104">
                  <c:v>-0.6472135954999579</c:v>
                </c:pt>
                <c:pt idx="105">
                  <c:v>-0.6651756898420362</c:v>
                </c:pt>
                <c:pt idx="106">
                  <c:v>-0.6821121314832735</c:v>
                </c:pt>
                <c:pt idx="107">
                  <c:v>-0.697996805658238</c:v>
                </c:pt>
                <c:pt idx="108">
                  <c:v>-0.7128052193506943</c:v>
                </c:pt>
                <c:pt idx="109">
                  <c:v>-0.7265145390600651</c:v>
                </c:pt>
                <c:pt idx="110">
                  <c:v>-0.7391036260090292</c:v>
                </c:pt>
                <c:pt idx="111">
                  <c:v>-0.7505530687379873</c:v>
                </c:pt>
                <c:pt idx="112">
                  <c:v>-0.7608452130361228</c:v>
                </c:pt>
                <c:pt idx="113">
                  <c:v>-0.7699641891629179</c:v>
                </c:pt>
                <c:pt idx="114">
                  <c:v>-0.7778959363181412</c:v>
                </c:pt>
                <c:pt idx="115">
                  <c:v>-0.7846282243225843</c:v>
                </c:pt>
                <c:pt idx="116">
                  <c:v>-0.7901506724761101</c:v>
                </c:pt>
                <c:pt idx="117">
                  <c:v>-0.7944547655639411</c:v>
                </c:pt>
                <c:pt idx="118">
                  <c:v>-0.7975338669865024</c:v>
                </c:pt>
                <c:pt idx="119">
                  <c:v>-0.7993832289925784</c:v>
                </c:pt>
                <c:pt idx="120">
                  <c:v>-0.8</c:v>
                </c:pt>
                <c:pt idx="121">
                  <c:v>-0.7993832289925784</c:v>
                </c:pt>
                <c:pt idx="122">
                  <c:v>-0.7975338669865025</c:v>
                </c:pt>
                <c:pt idx="123">
                  <c:v>-0.7944547655639411</c:v>
                </c:pt>
                <c:pt idx="124">
                  <c:v>-0.7901506724761101</c:v>
                </c:pt>
                <c:pt idx="125">
                  <c:v>-0.7846282243225844</c:v>
                </c:pt>
                <c:pt idx="126">
                  <c:v>-0.7778959363181412</c:v>
                </c:pt>
                <c:pt idx="127">
                  <c:v>-0.769964189162918</c:v>
                </c:pt>
                <c:pt idx="128">
                  <c:v>-0.760845213036123</c:v>
                </c:pt>
                <c:pt idx="129">
                  <c:v>-0.7505530687379873</c:v>
                </c:pt>
                <c:pt idx="130">
                  <c:v>-0.7391036260090296</c:v>
                </c:pt>
                <c:pt idx="131">
                  <c:v>-0.7265145390600652</c:v>
                </c:pt>
                <c:pt idx="132">
                  <c:v>-0.7128052193506944</c:v>
                </c:pt>
                <c:pt idx="133">
                  <c:v>-0.6979968056582377</c:v>
                </c:pt>
                <c:pt idx="134">
                  <c:v>-0.6821121314832737</c:v>
                </c:pt>
                <c:pt idx="135">
                  <c:v>-0.6651756898420365</c:v>
                </c:pt>
                <c:pt idx="136">
                  <c:v>-0.647213595499958</c:v>
                </c:pt>
                <c:pt idx="137">
                  <c:v>-0.6282535447045965</c:v>
                </c:pt>
                <c:pt idx="138">
                  <c:v>-0.6083247724800251</c:v>
                </c:pt>
                <c:pt idx="139">
                  <c:v>-0.5874580075485482</c:v>
                </c:pt>
                <c:pt idx="140">
                  <c:v>-0.5656854249492381</c:v>
                </c:pt>
                <c:pt idx="141">
                  <c:v>-0.5430405964263534</c:v>
                </c:pt>
                <c:pt idx="142">
                  <c:v>-0.5195584386641467</c:v>
                </c:pt>
                <c:pt idx="143">
                  <c:v>-0.4952751594478675</c:v>
                </c:pt>
                <c:pt idx="144">
                  <c:v>-0.47022820183397873</c:v>
                </c:pt>
                <c:pt idx="145">
                  <c:v>-0.4444561864156824</c:v>
                </c:pt>
                <c:pt idx="146">
                  <c:v>-0.4179988517727596</c:v>
                </c:pt>
                <c:pt idx="147">
                  <c:v>-0.39089699319756366</c:v>
                </c:pt>
                <c:pt idx="148">
                  <c:v>-0.3631923997916376</c:v>
                </c:pt>
                <c:pt idx="149">
                  <c:v>-0.3349277900299425</c:v>
                </c:pt>
                <c:pt idx="150">
                  <c:v>-0.30614674589207236</c:v>
                </c:pt>
                <c:pt idx="151">
                  <c:v>-0.27689364566199476</c:v>
                </c:pt>
                <c:pt idx="152">
                  <c:v>-0.2472135954999581</c:v>
                </c:pt>
                <c:pt idx="153">
                  <c:v>-0.21715235989206008</c:v>
                </c:pt>
                <c:pt idx="154">
                  <c:v>-0.18675629108472416</c:v>
                </c:pt>
                <c:pt idx="155">
                  <c:v>-0.1560722576129023</c:v>
                </c:pt>
                <c:pt idx="156">
                  <c:v>-0.1251475720321849</c:v>
                </c:pt>
                <c:pt idx="157">
                  <c:v>-0.09402991796627014</c:v>
                </c:pt>
                <c:pt idx="158">
                  <c:v>-0.0627672765822765</c:v>
                </c:pt>
                <c:pt idx="159">
                  <c:v>-0.03140785260725526</c:v>
                </c:pt>
                <c:pt idx="160">
                  <c:v>-1.9594348786357652e-16</c:v>
                </c:pt>
                <c:pt idx="161">
                  <c:v>0.03140785260725416</c:v>
                </c:pt>
                <c:pt idx="162">
                  <c:v>0.06276727658227611</c:v>
                </c:pt>
                <c:pt idx="163">
                  <c:v>0.09402991796627046</c:v>
                </c:pt>
                <c:pt idx="164">
                  <c:v>0.1251475720321845</c:v>
                </c:pt>
                <c:pt idx="165">
                  <c:v>0.1560722576129026</c:v>
                </c:pt>
                <c:pt idx="166">
                  <c:v>0.1867562910847238</c:v>
                </c:pt>
                <c:pt idx="167">
                  <c:v>0.21715235989205905</c:v>
                </c:pt>
                <c:pt idx="168">
                  <c:v>0.24721359549995775</c:v>
                </c:pt>
                <c:pt idx="169">
                  <c:v>0.27689364566199437</c:v>
                </c:pt>
                <c:pt idx="170">
                  <c:v>0.30614674589207197</c:v>
                </c:pt>
                <c:pt idx="171">
                  <c:v>0.3349277900299421</c:v>
                </c:pt>
                <c:pt idx="172">
                  <c:v>0.3631923997916373</c:v>
                </c:pt>
                <c:pt idx="173">
                  <c:v>0.39089699319756394</c:v>
                </c:pt>
                <c:pt idx="174">
                  <c:v>0.41799885177275864</c:v>
                </c:pt>
                <c:pt idx="175">
                  <c:v>0.4444561864156815</c:v>
                </c:pt>
                <c:pt idx="176">
                  <c:v>0.47022820183397784</c:v>
                </c:pt>
                <c:pt idx="177">
                  <c:v>0.4952751594478672</c:v>
                </c:pt>
                <c:pt idx="178">
                  <c:v>0.5195584386641471</c:v>
                </c:pt>
                <c:pt idx="179">
                  <c:v>0.543040596426353</c:v>
                </c:pt>
                <c:pt idx="180">
                  <c:v>0.5656854249492379</c:v>
                </c:pt>
                <c:pt idx="181">
                  <c:v>0.5874580075485485</c:v>
                </c:pt>
                <c:pt idx="182">
                  <c:v>0.6083247724800245</c:v>
                </c:pt>
                <c:pt idx="183">
                  <c:v>0.6282535447045957</c:v>
                </c:pt>
                <c:pt idx="184">
                  <c:v>0.6472135954999583</c:v>
                </c:pt>
                <c:pt idx="185">
                  <c:v>0.6651756898420362</c:v>
                </c:pt>
                <c:pt idx="186">
                  <c:v>0.6821121314832739</c:v>
                </c:pt>
                <c:pt idx="187">
                  <c:v>0.6979968056582375</c:v>
                </c:pt>
                <c:pt idx="188">
                  <c:v>0.7128052193506943</c:v>
                </c:pt>
                <c:pt idx="189">
                  <c:v>0.726514539060065</c:v>
                </c:pt>
                <c:pt idx="190">
                  <c:v>0.7391036260090292</c:v>
                </c:pt>
                <c:pt idx="191">
                  <c:v>0.7505530687379872</c:v>
                </c:pt>
                <c:pt idx="192">
                  <c:v>0.7608452130361228</c:v>
                </c:pt>
                <c:pt idx="193">
                  <c:v>0.7699641891629179</c:v>
                </c:pt>
                <c:pt idx="194">
                  <c:v>0.7778959363181414</c:v>
                </c:pt>
                <c:pt idx="195">
                  <c:v>0.7846282243225843</c:v>
                </c:pt>
                <c:pt idx="196">
                  <c:v>0.7901506724761101</c:v>
                </c:pt>
                <c:pt idx="197">
                  <c:v>0.794454765563941</c:v>
                </c:pt>
                <c:pt idx="198">
                  <c:v>0.7975338669865024</c:v>
                </c:pt>
                <c:pt idx="199">
                  <c:v>0.7993832289925784</c:v>
                </c:pt>
                <c:pt idx="200">
                  <c:v>0.8</c:v>
                </c:pt>
                <c:pt idx="201">
                  <c:v>0.7993832289925784</c:v>
                </c:pt>
                <c:pt idx="202">
                  <c:v>0.7975338669865024</c:v>
                </c:pt>
                <c:pt idx="203">
                  <c:v>0.7944547655639411</c:v>
                </c:pt>
                <c:pt idx="204">
                  <c:v>0.7901506724761104</c:v>
                </c:pt>
                <c:pt idx="205">
                  <c:v>0.7846282243225846</c:v>
                </c:pt>
                <c:pt idx="206">
                  <c:v>0.7778959363181415</c:v>
                </c:pt>
                <c:pt idx="207">
                  <c:v>0.769964189162918</c:v>
                </c:pt>
                <c:pt idx="208">
                  <c:v>0.760845213036123</c:v>
                </c:pt>
                <c:pt idx="209">
                  <c:v>0.7505530687379873</c:v>
                </c:pt>
                <c:pt idx="210">
                  <c:v>0.7391036260090295</c:v>
                </c:pt>
                <c:pt idx="211">
                  <c:v>0.7265145390600649</c:v>
                </c:pt>
                <c:pt idx="212">
                  <c:v>0.7128052193506949</c:v>
                </c:pt>
                <c:pt idx="213">
                  <c:v>0.6979968056582382</c:v>
                </c:pt>
                <c:pt idx="214">
                  <c:v>0.6821121314832734</c:v>
                </c:pt>
                <c:pt idx="215">
                  <c:v>0.6651756898420365</c:v>
                </c:pt>
                <c:pt idx="216">
                  <c:v>0.647213595499958</c:v>
                </c:pt>
                <c:pt idx="217">
                  <c:v>0.628253544704596</c:v>
                </c:pt>
                <c:pt idx="218">
                  <c:v>0.6083247724800247</c:v>
                </c:pt>
                <c:pt idx="219">
                  <c:v>0.5874580075485483</c:v>
                </c:pt>
                <c:pt idx="220">
                  <c:v>0.5656854249492387</c:v>
                </c:pt>
                <c:pt idx="221">
                  <c:v>0.5430405964263539</c:v>
                </c:pt>
                <c:pt idx="222">
                  <c:v>0.5195584386641474</c:v>
                </c:pt>
                <c:pt idx="223">
                  <c:v>0.49527515944786754</c:v>
                </c:pt>
                <c:pt idx="224">
                  <c:v>0.47022820183397873</c:v>
                </c:pt>
                <c:pt idx="225">
                  <c:v>0.44445618641568185</c:v>
                </c:pt>
                <c:pt idx="226">
                  <c:v>0.4179988517727591</c:v>
                </c:pt>
                <c:pt idx="227">
                  <c:v>0.390896993197565</c:v>
                </c:pt>
                <c:pt idx="228">
                  <c:v>0.36319239979163837</c:v>
                </c:pt>
                <c:pt idx="229">
                  <c:v>0.33492779002994194</c:v>
                </c:pt>
                <c:pt idx="230">
                  <c:v>0.3061467458920724</c:v>
                </c:pt>
                <c:pt idx="231">
                  <c:v>0.2768936456619948</c:v>
                </c:pt>
                <c:pt idx="232">
                  <c:v>0.24721359549995825</c:v>
                </c:pt>
                <c:pt idx="233">
                  <c:v>0.2171523598920595</c:v>
                </c:pt>
                <c:pt idx="234">
                  <c:v>0.18675629108472427</c:v>
                </c:pt>
                <c:pt idx="235">
                  <c:v>0.15607225761290378</c:v>
                </c:pt>
                <c:pt idx="236">
                  <c:v>0.12514757203218568</c:v>
                </c:pt>
                <c:pt idx="237">
                  <c:v>0.09402991796626953</c:v>
                </c:pt>
                <c:pt idx="238">
                  <c:v>0.0627672765822766</c:v>
                </c:pt>
                <c:pt idx="239">
                  <c:v>0.031407852607255364</c:v>
                </c:pt>
                <c:pt idx="240">
                  <c:v>2.9391523179536476e-16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time (arbitrary units)</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40"/>
      </c:catAx>
      <c:valAx>
        <c:axId val="2094734552"/>
        <c:scaling>
          <c:orientation val="minMax"/>
          <c:max val="1.5"/>
          <c:min val="-1.5"/>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5"/>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radio signal: energy at the carrier (bin 20)</c:v>
                </c:pt>
              </c:strCache>
            </c:strRef>
          </c:tx>
          <c:spPr>
            <a:solidFill>
              <a:srgbClr val="2EC4B6"/>
            </a:solidFill>
            <a:effectLst/>
          </c:spPr>
          <c:invertIfNegative val="0"/>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dPt>
            <c:idx val="0"/>
            <c:invertIfNegative val="0"/>
            <c:bubble3D val="0"/>
            <c:spPr>
              <a:solidFill>
                <a:srgbClr val="2EC4B6"/>
              </a:solidFill>
              <a:effectLst/>
            </c:spPr>
          </c:dPt>
          <c:dPt>
            <c:idx val="1"/>
            <c:invertIfNegative val="0"/>
            <c:bubble3D val="0"/>
            <c:spPr>
              <a:solidFill>
                <a:srgbClr val="E76F51"/>
              </a:solidFill>
              <a:effectLst/>
            </c:spPr>
          </c:dPt>
          <c:dPt>
            <c:idx val="2"/>
            <c:invertIfNegative val="0"/>
            <c:bubble3D val="0"/>
            <c:spPr>
              <a:solidFill>
                <a:srgbClr val="FFB703"/>
              </a:solidFill>
              <a:effectLst/>
            </c:spPr>
          </c:dPt>
          <c:dPt>
            <c:idx val="3"/>
            <c:invertIfNegative val="0"/>
            <c:bubble3D val="0"/>
            <c:spPr>
              <a:solidFill>
                <a:srgbClr val="0B1F3A"/>
              </a:solidFill>
              <a:effectLst/>
            </c:spPr>
          </c:dPt>
          <c:dPt>
            <c:idx val="4"/>
            <c:invertIfNegative val="0"/>
            <c:bubble3D val="0"/>
            <c:spPr>
              <a:solidFill>
                <a:srgbClr val="5B6B7F"/>
              </a:solidFill>
              <a:effectLst/>
            </c:spPr>
          </c:dPt>
          <c:dPt>
            <c:idx val="5"/>
            <c:invertIfNegative val="0"/>
            <c:bubble3D val="0"/>
            <c:spPr>
              <a:solidFill>
                <a:srgbClr val="2EC4B6"/>
              </a:solidFill>
              <a:effectLst/>
            </c:spPr>
          </c:dPt>
          <c:dPt>
            <c:idx val="6"/>
            <c:invertIfNegative val="0"/>
            <c:bubble3D val="0"/>
            <c:spPr>
              <a:solidFill>
                <a:srgbClr val="E76F51"/>
              </a:solidFill>
              <a:effectLst/>
            </c:spPr>
          </c:dPt>
          <c:dPt>
            <c:idx val="7"/>
            <c:invertIfNegative val="0"/>
            <c:bubble3D val="0"/>
            <c:spPr>
              <a:solidFill>
                <a:srgbClr val="FFB703"/>
              </a:solidFill>
              <a:effectLst/>
            </c:spPr>
          </c:dPt>
          <c:dPt>
            <c:idx val="8"/>
            <c:invertIfNegative val="0"/>
            <c:bubble3D val="0"/>
            <c:spPr>
              <a:solidFill>
                <a:srgbClr val="0B1F3A"/>
              </a:solidFill>
              <a:effectLst/>
            </c:spPr>
          </c:dPt>
          <c:dPt>
            <c:idx val="9"/>
            <c:invertIfNegative val="0"/>
            <c:bubble3D val="0"/>
            <c:spPr>
              <a:solidFill>
                <a:srgbClr val="5B6B7F"/>
              </a:solidFill>
              <a:effectLst/>
            </c:spPr>
          </c:dPt>
          <c:dPt>
            <c:idx val="10"/>
            <c:invertIfNegative val="0"/>
            <c:bubble3D val="0"/>
            <c:spPr>
              <a:solidFill>
                <a:srgbClr val="2EC4B6"/>
              </a:solidFill>
              <a:effectLst/>
            </c:spPr>
          </c:dPt>
          <c:dPt>
            <c:idx val="11"/>
            <c:invertIfNegative val="0"/>
            <c:bubble3D val="0"/>
            <c:spPr>
              <a:solidFill>
                <a:srgbClr val="E76F51"/>
              </a:solidFill>
              <a:effectLst/>
            </c:spPr>
          </c:dPt>
          <c:dPt>
            <c:idx val="12"/>
            <c:invertIfNegative val="0"/>
            <c:bubble3D val="0"/>
            <c:spPr>
              <a:solidFill>
                <a:srgbClr val="FFB703"/>
              </a:solidFill>
              <a:effectLst/>
            </c:spPr>
          </c:dPt>
          <c:dPt>
            <c:idx val="13"/>
            <c:invertIfNegative val="0"/>
            <c:bubble3D val="0"/>
            <c:spPr>
              <a:solidFill>
                <a:srgbClr val="0B1F3A"/>
              </a:solidFill>
              <a:effectLst/>
            </c:spPr>
          </c:dPt>
          <c:dPt>
            <c:idx val="14"/>
            <c:invertIfNegative val="0"/>
            <c:bubble3D val="0"/>
            <c:spPr>
              <a:solidFill>
                <a:srgbClr val="5B6B7F"/>
              </a:solidFill>
              <a:effectLst/>
            </c:spPr>
          </c:dPt>
          <c:dPt>
            <c:idx val="15"/>
            <c:invertIfNegative val="0"/>
            <c:bubble3D val="0"/>
            <c:spPr>
              <a:solidFill>
                <a:srgbClr val="2EC4B6"/>
              </a:solidFill>
              <a:effectLst/>
            </c:spPr>
          </c:dPt>
          <c:dPt>
            <c:idx val="16"/>
            <c:invertIfNegative val="0"/>
            <c:bubble3D val="0"/>
            <c:spPr>
              <a:solidFill>
                <a:srgbClr val="E76F51"/>
              </a:solidFill>
              <a:effectLst/>
            </c:spPr>
          </c:dPt>
          <c:dPt>
            <c:idx val="17"/>
            <c:invertIfNegative val="0"/>
            <c:bubble3D val="0"/>
            <c:spPr>
              <a:solidFill>
                <a:srgbClr val="FFB703"/>
              </a:solidFill>
              <a:effectLst/>
            </c:spPr>
          </c:dPt>
          <c:dPt>
            <c:idx val="18"/>
            <c:invertIfNegative val="0"/>
            <c:bubble3D val="0"/>
            <c:spPr>
              <a:solidFill>
                <a:srgbClr val="0B1F3A"/>
              </a:solidFill>
              <a:effectLst/>
            </c:spPr>
          </c:dPt>
          <c:dPt>
            <c:idx val="19"/>
            <c:invertIfNegative val="0"/>
            <c:bubble3D val="0"/>
            <c:spPr>
              <a:solidFill>
                <a:srgbClr val="5B6B7F"/>
              </a:solidFill>
              <a:effectLst/>
            </c:spPr>
          </c:dPt>
          <c:dPt>
            <c:idx val="20"/>
            <c:invertIfNegative val="0"/>
            <c:bubble3D val="0"/>
            <c:spPr>
              <a:solidFill>
                <a:srgbClr val="2EC4B6"/>
              </a:solidFill>
              <a:effectLst/>
            </c:spPr>
          </c:dPt>
          <c:dPt>
            <c:idx val="21"/>
            <c:invertIfNegative val="0"/>
            <c:bubble3D val="0"/>
            <c:spPr>
              <a:solidFill>
                <a:srgbClr val="E76F51"/>
              </a:solidFill>
              <a:effectLst/>
            </c:spPr>
          </c:dPt>
          <c:dPt>
            <c:idx val="22"/>
            <c:invertIfNegative val="0"/>
            <c:bubble3D val="0"/>
            <c:spPr>
              <a:solidFill>
                <a:srgbClr val="FFB703"/>
              </a:solidFill>
              <a:effectLst/>
            </c:spPr>
          </c:dPt>
          <c:dPt>
            <c:idx val="23"/>
            <c:invertIfNegative val="0"/>
            <c:bubble3D val="0"/>
            <c:spPr>
              <a:solidFill>
                <a:srgbClr val="0B1F3A"/>
              </a:solidFill>
              <a:effectLst/>
            </c:spPr>
          </c:dPt>
          <c:dPt>
            <c:idx val="24"/>
            <c:invertIfNegative val="0"/>
            <c:bubble3D val="0"/>
            <c:spPr>
              <a:solidFill>
                <a:srgbClr val="5B6B7F"/>
              </a:solidFill>
              <a:effectLst/>
            </c:spPr>
          </c:dPt>
          <c:dPt>
            <c:idx val="25"/>
            <c:invertIfNegative val="0"/>
            <c:bubble3D val="0"/>
            <c:spPr>
              <a:solidFill>
                <a:srgbClr val="2EC4B6"/>
              </a:solidFill>
              <a:effectLst/>
            </c:spPr>
          </c:dPt>
          <c:dPt>
            <c:idx val="26"/>
            <c:invertIfNegative val="0"/>
            <c:bubble3D val="0"/>
            <c:spPr>
              <a:solidFill>
                <a:srgbClr val="E76F51"/>
              </a:solidFill>
              <a:effectLst/>
            </c:spPr>
          </c:dPt>
          <c:dPt>
            <c:idx val="27"/>
            <c:invertIfNegative val="0"/>
            <c:bubble3D val="0"/>
            <c:spPr>
              <a:solidFill>
                <a:srgbClr val="FFB703"/>
              </a:solidFill>
              <a:effectLst/>
            </c:spPr>
          </c:dPt>
          <c:dPt>
            <c:idx val="28"/>
            <c:invertIfNegative val="0"/>
            <c:bubble3D val="0"/>
            <c:spPr>
              <a:solidFill>
                <a:srgbClr val="0B1F3A"/>
              </a:solidFill>
              <a:effectLst/>
            </c:spPr>
          </c:dPt>
          <c:dPt>
            <c:idx val="29"/>
            <c:invertIfNegative val="0"/>
            <c:bubble3D val="0"/>
            <c:spPr>
              <a:solidFill>
                <a:srgbClr val="5B6B7F"/>
              </a:solidFill>
              <a:effectLst/>
            </c:spPr>
          </c:dPt>
          <c:dPt>
            <c:idx val="30"/>
            <c:invertIfNegative val="0"/>
            <c:bubble3D val="0"/>
            <c:spPr>
              <a:solidFill>
                <a:srgbClr val="2EC4B6"/>
              </a:solidFill>
              <a:effectLst/>
            </c:spPr>
          </c:dPt>
          <c:dPt>
            <c:idx val="31"/>
            <c:invertIfNegative val="0"/>
            <c:bubble3D val="0"/>
            <c:spPr>
              <a:solidFill>
                <a:srgbClr val="E76F51"/>
              </a:solidFill>
              <a:effectLst/>
            </c:spPr>
          </c:dPt>
          <c:dPt>
            <c:idx val="32"/>
            <c:invertIfNegative val="0"/>
            <c:bubble3D val="0"/>
            <c:spPr>
              <a:solidFill>
                <a:srgbClr val="FFB703"/>
              </a:solidFill>
              <a:effectLst/>
            </c:spPr>
          </c:dPt>
          <c:dPt>
            <c:idx val="33"/>
            <c:invertIfNegative val="0"/>
            <c:bubble3D val="0"/>
            <c:spPr>
              <a:solidFill>
                <a:srgbClr val="0B1F3A"/>
              </a:solidFill>
              <a:effectLst/>
            </c:spPr>
          </c:dPt>
          <c:dPt>
            <c:idx val="34"/>
            <c:invertIfNegative val="0"/>
            <c:bubble3D val="0"/>
            <c:spPr>
              <a:solidFill>
                <a:srgbClr val="5B6B7F"/>
              </a:solidFill>
              <a:effectLst/>
            </c:spPr>
          </c:dPt>
          <c:dPt>
            <c:idx val="35"/>
            <c:invertIfNegative val="0"/>
            <c:bubble3D val="0"/>
            <c:spPr>
              <a:solidFill>
                <a:srgbClr val="2EC4B6"/>
              </a:solidFill>
              <a:effectLst/>
            </c:spPr>
          </c:dPt>
          <c:dPt>
            <c:idx val="36"/>
            <c:invertIfNegative val="0"/>
            <c:bubble3D val="0"/>
            <c:spPr>
              <a:solidFill>
                <a:srgbClr val="E76F51"/>
              </a:solidFill>
              <a:effectLst/>
            </c:spPr>
          </c:dPt>
          <c:dPt>
            <c:idx val="37"/>
            <c:invertIfNegative val="0"/>
            <c:bubble3D val="0"/>
            <c:spPr>
              <a:solidFill>
                <a:srgbClr val="FFB703"/>
              </a:solidFill>
              <a:effectLst/>
            </c:spPr>
          </c:dPt>
          <c:dPt>
            <c:idx val="38"/>
            <c:invertIfNegative val="0"/>
            <c:bubble3D val="0"/>
            <c:spPr>
              <a:solidFill>
                <a:srgbClr val="0B1F3A"/>
              </a:solidFill>
              <a:effectLst/>
            </c:spPr>
          </c:dPt>
          <c:dPt>
            <c:idx val="39"/>
            <c:invertIfNegative val="0"/>
            <c:bubble3D val="0"/>
            <c:spPr>
              <a:solidFill>
                <a:srgbClr val="5B6B7F"/>
              </a:solidFill>
              <a:effectLst/>
            </c:spPr>
          </c:dPt>
          <c:dPt>
            <c:idx val="40"/>
            <c:invertIfNegative val="0"/>
            <c:bubble3D val="0"/>
            <c:spPr>
              <a:solidFill>
                <a:srgbClr val="2EC4B6"/>
              </a:solidFill>
              <a:effectLst/>
            </c:spPr>
          </c:dPt>
          <c:dPt>
            <c:idx val="41"/>
            <c:invertIfNegative val="0"/>
            <c:bubble3D val="0"/>
            <c:spPr>
              <a:solidFill>
                <a:srgbClr val="E76F51"/>
              </a:solidFill>
              <a:effectLst/>
            </c:spPr>
          </c:dPt>
          <c:dPt>
            <c:idx val="42"/>
            <c:invertIfNegative val="0"/>
            <c:bubble3D val="0"/>
            <c:spPr>
              <a:solidFill>
                <a:srgbClr val="FFB703"/>
              </a:solidFill>
              <a:effectLst/>
            </c:spPr>
          </c:dPt>
          <c:dPt>
            <c:idx val="43"/>
            <c:invertIfNegative val="0"/>
            <c:bubble3D val="0"/>
            <c:spPr>
              <a:solidFill>
                <a:srgbClr val="0B1F3A"/>
              </a:solidFill>
              <a:effectLst/>
            </c:spPr>
          </c:dPt>
          <c:dPt>
            <c:idx val="44"/>
            <c:invertIfNegative val="0"/>
            <c:bubble3D val="0"/>
            <c:spPr>
              <a:solidFill>
                <a:srgbClr val="5B6B7F"/>
              </a:solidFill>
              <a:effectLst/>
            </c:spPr>
          </c:dPt>
          <c:dPt>
            <c:idx val="45"/>
            <c:invertIfNegative val="0"/>
            <c:bubble3D val="0"/>
            <c:spPr>
              <a:solidFill>
                <a:srgbClr val="2EC4B6"/>
              </a:solidFill>
              <a:effectLst/>
            </c:spPr>
          </c:dPt>
          <c:dPt>
            <c:idx val="46"/>
            <c:invertIfNegative val="0"/>
            <c:bubble3D val="0"/>
            <c:spPr>
              <a:solidFill>
                <a:srgbClr val="E76F51"/>
              </a:solidFill>
              <a:effectLst/>
            </c:spPr>
          </c:dPt>
          <c:dPt>
            <c:idx val="47"/>
            <c:invertIfNegative val="0"/>
            <c:bubble3D val="0"/>
            <c:spPr>
              <a:solidFill>
                <a:srgbClr val="FFB703"/>
              </a:solidFill>
              <a:effectLst/>
            </c:spPr>
          </c:dPt>
          <c:dPt>
            <c:idx val="48"/>
            <c:invertIfNegative val="0"/>
            <c:bubble3D val="0"/>
            <c:spPr>
              <a:solidFill>
                <a:srgbClr val="0B1F3A"/>
              </a:solidFill>
              <a:effectLst/>
            </c:spPr>
          </c:dPt>
          <c:dPt>
            <c:idx val="49"/>
            <c:invertIfNegative val="0"/>
            <c:bubble3D val="0"/>
            <c:spPr>
              <a:solidFill>
                <a:srgbClr val="5B6B7F"/>
              </a:solidFill>
              <a:effectLst/>
            </c:spPr>
          </c:dPt>
          <c:dPt>
            <c:idx val="50"/>
            <c:invertIfNegative val="0"/>
            <c:bubble3D val="0"/>
            <c:spPr>
              <a:solidFill>
                <a:srgbClr val="2EC4B6"/>
              </a:solidFill>
              <a:effectLst/>
            </c:spPr>
          </c:dPt>
          <c:dPt>
            <c:idx val="51"/>
            <c:invertIfNegative val="0"/>
            <c:bubble3D val="0"/>
            <c:spPr>
              <a:solidFill>
                <a:srgbClr val="E76F51"/>
              </a:solidFill>
              <a:effectLst/>
            </c:spPr>
          </c:dPt>
          <c:dPt>
            <c:idx val="52"/>
            <c:invertIfNegative val="0"/>
            <c:bubble3D val="0"/>
            <c:spPr>
              <a:solidFill>
                <a:srgbClr val="FFB703"/>
              </a:solidFill>
              <a:effectLst/>
            </c:spPr>
          </c:dPt>
          <c:dPt>
            <c:idx val="53"/>
            <c:invertIfNegative val="0"/>
            <c:bubble3D val="0"/>
            <c:spPr>
              <a:solidFill>
                <a:srgbClr val="0B1F3A"/>
              </a:solidFill>
              <a:effectLst/>
            </c:spPr>
          </c:dPt>
          <c:dPt>
            <c:idx val="54"/>
            <c:invertIfNegative val="0"/>
            <c:bubble3D val="0"/>
            <c:spPr>
              <a:solidFill>
                <a:srgbClr val="5B6B7F"/>
              </a:solidFill>
              <a:effectLst/>
            </c:spPr>
          </c:dPt>
          <c:dPt>
            <c:idx val="55"/>
            <c:invertIfNegative val="0"/>
            <c:bubble3D val="0"/>
            <c:spPr>
              <a:solidFill>
                <a:srgbClr val="2EC4B6"/>
              </a:solidFill>
              <a:effectLst/>
            </c:spPr>
          </c:dPt>
          <c:dPt>
            <c:idx val="56"/>
            <c:invertIfNegative val="0"/>
            <c:bubble3D val="0"/>
            <c:spPr>
              <a:solidFill>
                <a:srgbClr val="E76F51"/>
              </a:solidFill>
              <a:effectLst/>
            </c:spPr>
          </c:dPt>
          <c:dPt>
            <c:idx val="57"/>
            <c:invertIfNegative val="0"/>
            <c:bubble3D val="0"/>
            <c:spPr>
              <a:solidFill>
                <a:srgbClr val="FFB703"/>
              </a:solidFill>
              <a:effectLst/>
            </c:spPr>
          </c:dPt>
          <c:dPt>
            <c:idx val="58"/>
            <c:invertIfNegative val="0"/>
            <c:bubble3D val="0"/>
            <c:spPr>
              <a:solidFill>
                <a:srgbClr val="0B1F3A"/>
              </a:solidFill>
              <a:effectLst/>
            </c:spPr>
          </c:dPt>
          <c:dPt>
            <c:idx val="59"/>
            <c:invertIfNegative val="0"/>
            <c:bubble3D val="0"/>
            <c:spPr>
              <a:solidFill>
                <a:srgbClr val="5B6B7F"/>
              </a:solidFill>
              <a:effectLst/>
            </c:spPr>
          </c:dPt>
          <c:dPt>
            <c:idx val="60"/>
            <c:invertIfNegative val="0"/>
            <c:bubble3D val="0"/>
            <c:spPr>
              <a:solidFill>
                <a:srgbClr val="2EC4B6"/>
              </a:solidFill>
              <a:effectLst/>
            </c:spPr>
          </c:dPt>
          <c:dPt>
            <c:idx val="61"/>
            <c:invertIfNegative val="0"/>
            <c:bubble3D val="0"/>
            <c:spPr>
              <a:solidFill>
                <a:srgbClr val="E76F51"/>
              </a:solidFill>
              <a:effectLst/>
            </c:spPr>
          </c:dPt>
          <c:dPt>
            <c:idx val="62"/>
            <c:invertIfNegative val="0"/>
            <c:bubble3D val="0"/>
            <c:spPr>
              <a:solidFill>
                <a:srgbClr val="FFB703"/>
              </a:solidFill>
              <a:effectLst/>
            </c:spPr>
          </c:dPt>
          <c:dPt>
            <c:idx val="63"/>
            <c:invertIfNegative val="0"/>
            <c:bubble3D val="0"/>
            <c:spPr>
              <a:solidFill>
                <a:srgbClr val="0B1F3A"/>
              </a:solidFill>
              <a:effectLst/>
            </c:spPr>
          </c:dPt>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Sheet1!$B$2:$B$65</c:f>
              <c:numCache>
                <c:formatCode>General</c:formatCode>
                <c:ptCount val="64"/>
                <c:pt idx="0">
                  <c:v>1.3441007783036113e-16</c:v>
                </c:pt>
                <c:pt idx="1">
                  <c:v>9.189846792973059e-17</c:v>
                </c:pt>
                <c:pt idx="2">
                  <c:v>3.8225106414196433e-16</c:v>
                </c:pt>
                <c:pt idx="3">
                  <c:v>1.5626362228722367e-16</c:v>
                </c:pt>
                <c:pt idx="4">
                  <c:v>3.5863893021805046e-16</c:v>
                </c:pt>
                <c:pt idx="5">
                  <c:v>1.955540267851254e-16</c:v>
                </c:pt>
                <c:pt idx="6">
                  <c:v>4.04691341887311e-16</c:v>
                </c:pt>
                <c:pt idx="7">
                  <c:v>7.495529186863328e-17</c:v>
                </c:pt>
                <c:pt idx="8">
                  <c:v>4.717743738380305e-16</c:v>
                </c:pt>
                <c:pt idx="9">
                  <c:v>6.778830681016338e-17</c:v>
                </c:pt>
                <c:pt idx="10">
                  <c:v>1.2084099262149453e-15</c:v>
                </c:pt>
                <c:pt idx="11">
                  <c:v>1.369730989437826e-15</c:v>
                </c:pt>
                <c:pt idx="12">
                  <c:v>1.678935005039309e-16</c:v>
                </c:pt>
                <c:pt idx="13">
                  <c:v>1.368650439592164e-15</c:v>
                </c:pt>
                <c:pt idx="14">
                  <c:v>1.0286501631394525e-15</c:v>
                </c:pt>
                <c:pt idx="15">
                  <c:v>2.0747447677367984e-16</c:v>
                </c:pt>
                <c:pt idx="16">
                  <c:v>3.7906807105877377e-16</c:v>
                </c:pt>
                <c:pt idx="17">
                  <c:v>8.448037683096274e-16</c:v>
                </c:pt>
                <c:pt idx="18">
                  <c:v>0.24999999999999928</c:v>
                </c:pt>
                <c:pt idx="19">
                  <c:v>8.305504145619125e-16</c:v>
                </c:pt>
                <c:pt idx="20">
                  <c:v>0.9999999999999998</c:v>
                </c:pt>
                <c:pt idx="21">
                  <c:v>9.29075495620192e-16</c:v>
                </c:pt>
                <c:pt idx="22">
                  <c:v>0.2500000000000001</c:v>
                </c:pt>
                <c:pt idx="23">
                  <c:v>8.402756421404488e-16</c:v>
                </c:pt>
                <c:pt idx="24">
                  <c:v>3.8474330570479305e-17</c:v>
                </c:pt>
                <c:pt idx="25">
                  <c:v>1.7186565258890055e-16</c:v>
                </c:pt>
                <c:pt idx="26">
                  <c:v>3.276091812182262e-16</c:v>
                </c:pt>
                <c:pt idx="27">
                  <c:v>3.7729787203334704e-16</c:v>
                </c:pt>
                <c:pt idx="28">
                  <c:v>3.4800047865427227e-16</c:v>
                </c:pt>
                <c:pt idx="29">
                  <c:v>3.8705352302950105e-16</c:v>
                </c:pt>
                <c:pt idx="30">
                  <c:v>3.2472262097901016e-16</c:v>
                </c:pt>
                <c:pt idx="31">
                  <c:v>1.2397923960859094e-16</c:v>
                </c:pt>
                <c:pt idx="32">
                  <c:v>1.7090125394155692e-16</c:v>
                </c:pt>
                <c:pt idx="33">
                  <c:v>1.2397923960859104e-16</c:v>
                </c:pt>
                <c:pt idx="34">
                  <c:v>3.1040766935793474e-16</c:v>
                </c:pt>
                <c:pt idx="35">
                  <c:v>3.87053523029501e-16</c:v>
                </c:pt>
                <c:pt idx="36">
                  <c:v>3.648109471685249e-16</c:v>
                </c:pt>
                <c:pt idx="37">
                  <c:v>3.7729787203334684e-16</c:v>
                </c:pt>
                <c:pt idx="38">
                  <c:v>3.331318655043594e-16</c:v>
                </c:pt>
                <c:pt idx="39">
                  <c:v>1.7186565258890035e-16</c:v>
                </c:pt>
                <c:pt idx="40">
                  <c:v>3.8474330570479323e-17</c:v>
                </c:pt>
                <c:pt idx="41">
                  <c:v>8.4027564214044885e-16</c:v>
                </c:pt>
                <c:pt idx="42">
                  <c:v>0.2500000000000001</c:v>
                </c:pt>
                <c:pt idx="43">
                  <c:v>9.29075495620192e-16</c:v>
                </c:pt>
                <c:pt idx="44">
                  <c:v>0.9999999999999998</c:v>
                </c:pt>
                <c:pt idx="45">
                  <c:v>8.305504145619127e-16</c:v>
                </c:pt>
                <c:pt idx="46">
                  <c:v>0.24999999999999928</c:v>
                </c:pt>
                <c:pt idx="47">
                  <c:v>8.448037683096276e-16</c:v>
                </c:pt>
                <c:pt idx="48">
                  <c:v>3.7906807105877377e-16</c:v>
                </c:pt>
                <c:pt idx="49">
                  <c:v>2.0747447677367984e-16</c:v>
                </c:pt>
                <c:pt idx="50">
                  <c:v>1.0715643125963274e-15</c:v>
                </c:pt>
                <c:pt idx="51">
                  <c:v>1.368650439592164e-15</c:v>
                </c:pt>
                <c:pt idx="52">
                  <c:v>2.39860727370059e-16</c:v>
                </c:pt>
                <c:pt idx="53">
                  <c:v>1.3697309894378263e-15</c:v>
                </c:pt>
                <c:pt idx="54">
                  <c:v>1.2025909510107636e-15</c:v>
                </c:pt>
                <c:pt idx="55">
                  <c:v>6.778830681016329e-17</c:v>
                </c:pt>
                <c:pt idx="56">
                  <c:v>4.717743738380305e-16</c:v>
                </c:pt>
                <c:pt idx="57">
                  <c:v>7.49552918686332e-17</c:v>
                </c:pt>
                <c:pt idx="58">
                  <c:v>3.9138796709953255e-16</c:v>
                </c:pt>
                <c:pt idx="59">
                  <c:v>1.9555402678512548e-16</c:v>
                </c:pt>
                <c:pt idx="60">
                  <c:v>3.4822451064285497e-16</c:v>
                </c:pt>
                <c:pt idx="61">
                  <c:v>1.5626362228722357e-16</c:v>
                </c:pt>
                <c:pt idx="62">
                  <c:v>3.7401369800967466e-16</c:v>
                </c:pt>
                <c:pt idx="63">
                  <c:v>9.189846792973053e-17</c:v>
                </c:pt>
              </c:numCache>
            </c:numRef>
          </c:val>
        </c:ser>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8"/>
      </c:catAx>
      <c:valAx>
        <c:axId val="2094734552"/>
        <c:scaling>
          <c:orientation val="minMax"/>
          <c:max val="1.5"/>
          <c:min val="0"/>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after I/Q mixing: same information near 0</c:v>
                </c:pt>
              </c:strCache>
            </c:strRef>
          </c:tx>
          <c:spPr>
            <a:solidFill>
              <a:srgbClr val="E76F51"/>
            </a:solidFill>
            <a:effectLst/>
          </c:spPr>
          <c:invertIfNegative val="0"/>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cat>
            <c:multiLvlStrRef>
              <c:f>Sheet1!$A$2:$A$65</c:f>
              <c:multiLvlStrCache>
                <c:ptCount val="64"/>
                <c:lvl>
                  <c:pt idx="0">
                    <c:v>-32</c:v>
                  </c:pt>
                  <c:pt idx="1">
                    <c:v>-31</c:v>
                  </c:pt>
                  <c:pt idx="2">
                    <c:v>-30</c:v>
                  </c:pt>
                  <c:pt idx="3">
                    <c:v>-29</c:v>
                  </c:pt>
                  <c:pt idx="4">
                    <c:v>-28</c:v>
                  </c:pt>
                  <c:pt idx="5">
                    <c:v>-27</c:v>
                  </c:pt>
                  <c:pt idx="6">
                    <c:v>-26</c:v>
                  </c:pt>
                  <c:pt idx="7">
                    <c:v>-25</c:v>
                  </c:pt>
                  <c:pt idx="8">
                    <c:v>-24</c:v>
                  </c:pt>
                  <c:pt idx="9">
                    <c:v>-23</c:v>
                  </c:pt>
                  <c:pt idx="10">
                    <c:v>-22</c:v>
                  </c:pt>
                  <c:pt idx="11">
                    <c:v>-21</c:v>
                  </c:pt>
                  <c:pt idx="12">
                    <c:v>-20</c:v>
                  </c:pt>
                  <c:pt idx="13">
                    <c:v>-19</c:v>
                  </c:pt>
                  <c:pt idx="14">
                    <c:v>-18</c:v>
                  </c:pt>
                  <c:pt idx="15">
                    <c:v>-17</c:v>
                  </c:pt>
                  <c:pt idx="16">
                    <c:v>-16</c:v>
                  </c:pt>
                  <c:pt idx="17">
                    <c:v>-15</c:v>
                  </c:pt>
                  <c:pt idx="18">
                    <c:v>-14</c:v>
                  </c:pt>
                  <c:pt idx="19">
                    <c:v>-13</c:v>
                  </c:pt>
                  <c:pt idx="20">
                    <c:v>-12</c:v>
                  </c:pt>
                  <c:pt idx="21">
                    <c:v>-11</c:v>
                  </c:pt>
                  <c:pt idx="22">
                    <c:v>-10</c:v>
                  </c:pt>
                  <c:pt idx="23">
                    <c:v>-9</c:v>
                  </c:pt>
                  <c:pt idx="24">
                    <c:v>-8</c:v>
                  </c:pt>
                  <c:pt idx="25">
                    <c:v>-7</c:v>
                  </c:pt>
                  <c:pt idx="26">
                    <c:v>-6</c:v>
                  </c:pt>
                  <c:pt idx="27">
                    <c:v>-5</c:v>
                  </c:pt>
                  <c:pt idx="28">
                    <c:v>-4</c:v>
                  </c:pt>
                  <c:pt idx="29">
                    <c:v>-3</c:v>
                  </c:pt>
                  <c:pt idx="30">
                    <c:v>-2</c:v>
                  </c:pt>
                  <c:pt idx="31">
                    <c:v>-1</c:v>
                  </c:pt>
                  <c:pt idx="32">
                    <c:v>0</c:v>
                  </c:pt>
                  <c:pt idx="33">
                    <c:v>1</c:v>
                  </c:pt>
                  <c:pt idx="34">
                    <c:v>2</c:v>
                  </c:pt>
                  <c:pt idx="35">
                    <c:v>3</c:v>
                  </c:pt>
                  <c:pt idx="36">
                    <c:v>4</c:v>
                  </c:pt>
                  <c:pt idx="37">
                    <c:v>5</c:v>
                  </c:pt>
                  <c:pt idx="38">
                    <c:v>6</c:v>
                  </c:pt>
                  <c:pt idx="39">
                    <c:v>7</c:v>
                  </c:pt>
                  <c:pt idx="40">
                    <c:v>8</c:v>
                  </c:pt>
                  <c:pt idx="41">
                    <c:v>9</c:v>
                  </c:pt>
                  <c:pt idx="42">
                    <c:v>10</c:v>
                  </c:pt>
                  <c:pt idx="43">
                    <c:v>11</c:v>
                  </c:pt>
                  <c:pt idx="44">
                    <c:v>12</c:v>
                  </c:pt>
                  <c:pt idx="45">
                    <c:v>13</c:v>
                  </c:pt>
                  <c:pt idx="46">
                    <c:v>14</c:v>
                  </c:pt>
                  <c:pt idx="47">
                    <c:v>15</c:v>
                  </c:pt>
                  <c:pt idx="48">
                    <c:v>16</c:v>
                  </c:pt>
                  <c:pt idx="49">
                    <c:v>17</c:v>
                  </c:pt>
                  <c:pt idx="50">
                    <c:v>18</c:v>
                  </c:pt>
                  <c:pt idx="51">
                    <c:v>19</c:v>
                  </c:pt>
                  <c:pt idx="52">
                    <c:v>20</c:v>
                  </c:pt>
                  <c:pt idx="53">
                    <c:v>21</c:v>
                  </c:pt>
                  <c:pt idx="54">
                    <c:v>22</c:v>
                  </c:pt>
                  <c:pt idx="55">
                    <c:v>23</c:v>
                  </c:pt>
                  <c:pt idx="56">
                    <c:v>24</c:v>
                  </c:pt>
                  <c:pt idx="57">
                    <c:v>25</c:v>
                  </c:pt>
                  <c:pt idx="58">
                    <c:v>26</c:v>
                  </c:pt>
                  <c:pt idx="59">
                    <c:v>27</c:v>
                  </c:pt>
                  <c:pt idx="60">
                    <c:v>28</c:v>
                  </c:pt>
                  <c:pt idx="61">
                    <c:v>29</c:v>
                  </c:pt>
                  <c:pt idx="62">
                    <c:v>30</c:v>
                  </c:pt>
                  <c:pt idx="63">
                    <c:v>31</c:v>
                  </c:pt>
                </c:lvl>
              </c:multiLvlStrCache>
            </c:multiLvlStrRef>
          </c:cat>
          <c:val>
            <c:numRef>
              <c:f>Sheet1!$B$2:$B$65</c:f>
              <c:numCache>
                <c:formatCode>General</c:formatCode>
                <c:ptCount val="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1.7332525590316573e-16</c:v>
                </c:pt>
                <c:pt idx="25">
                  <c:v>2.481311237999135e-15</c:v>
                </c:pt>
                <c:pt idx="26">
                  <c:v>2.3149053484304394e-15</c:v>
                </c:pt>
                <c:pt idx="27">
                  <c:v>2.521286606342163e-16</c:v>
                </c:pt>
                <c:pt idx="28">
                  <c:v>7.368575328619258e-16</c:v>
                </c:pt>
                <c:pt idx="29">
                  <c:v>1.935475343140375e-16</c:v>
                </c:pt>
                <c:pt idx="30">
                  <c:v>0.2499999999999994</c:v>
                </c:pt>
                <c:pt idx="31">
                  <c:v>4.0701700408736776e-16</c:v>
                </c:pt>
                <c:pt idx="32">
                  <c:v>0.9999999999999996</c:v>
                </c:pt>
                <c:pt idx="33">
                  <c:v>1.1314211218444734e-16</c:v>
                </c:pt>
                <c:pt idx="34">
                  <c:v>0.24999999999999944</c:v>
                </c:pt>
                <c:pt idx="35">
                  <c:v>2.016283497028802e-16</c:v>
                </c:pt>
                <c:pt idx="36">
                  <c:v>1.071685855618158e-16</c:v>
                </c:pt>
                <c:pt idx="37">
                  <c:v>9.504932781484418e-17</c:v>
                </c:pt>
                <c:pt idx="38">
                  <c:v>2.394811482477942e-16</c:v>
                </c:pt>
                <c:pt idx="39">
                  <c:v>3.8728577589493686e-16</c:v>
                </c:pt>
                <c:pt idx="40">
                  <c:v>2.970726805786089e-16</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numCache>
            </c:numRef>
          </c:val>
        </c:ser>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8"/>
      </c:catAx>
      <c:valAx>
        <c:axId val="2094734552"/>
        <c:scaling>
          <c:orientation val="minMax"/>
          <c:max val="1.5"/>
          <c:min val="0"/>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x[n]: readings at 12 kSPS</c:v>
                </c:pt>
              </c:strCache>
            </c:strRef>
          </c:tx>
          <c:spPr>
            <a:solidFill>
              <a:srgbClr val="0B1F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Sheet1!$A$2:$A$434</c:f>
              <c:multiLvlStrCache>
                <c:ptCount val="433"/>
                <c:lvl>
                  <c:pt idx="0">
                    <c:v>0.00</c:v>
                  </c:pt>
                  <c:pt idx="1">
                    <c:v>0.01</c:v>
                  </c:pt>
                  <c:pt idx="2">
                    <c:v>0.01</c:v>
                  </c:pt>
                  <c:pt idx="3">
                    <c:v>0.02</c:v>
                  </c:pt>
                  <c:pt idx="4">
                    <c:v>0.03</c:v>
                  </c:pt>
                  <c:pt idx="5">
                    <c:v>0.03</c:v>
                  </c:pt>
                  <c:pt idx="6">
                    <c:v>0.04</c:v>
                  </c:pt>
                  <c:pt idx="7">
                    <c:v>0.05</c:v>
                  </c:pt>
                  <c:pt idx="8">
                    <c:v>0.06</c:v>
                  </c:pt>
                  <c:pt idx="9">
                    <c:v>0.06</c:v>
                  </c:pt>
                  <c:pt idx="10">
                    <c:v>0.07</c:v>
                  </c:pt>
                  <c:pt idx="11">
                    <c:v>0.08</c:v>
                  </c:pt>
                  <c:pt idx="12">
                    <c:v>0.08</c:v>
                  </c:pt>
                  <c:pt idx="13">
                    <c:v>0.09</c:v>
                  </c:pt>
                  <c:pt idx="14">
                    <c:v>0.10</c:v>
                  </c:pt>
                  <c:pt idx="15">
                    <c:v>0.10</c:v>
                  </c:pt>
                  <c:pt idx="16">
                    <c:v>0.11</c:v>
                  </c:pt>
                  <c:pt idx="17">
                    <c:v>0.12</c:v>
                  </c:pt>
                  <c:pt idx="18">
                    <c:v>0.13</c:v>
                  </c:pt>
                  <c:pt idx="19">
                    <c:v>0.13</c:v>
                  </c:pt>
                  <c:pt idx="20">
                    <c:v>0.14</c:v>
                  </c:pt>
                  <c:pt idx="21">
                    <c:v>0.15</c:v>
                  </c:pt>
                  <c:pt idx="22">
                    <c:v>0.15</c:v>
                  </c:pt>
                  <c:pt idx="23">
                    <c:v>0.16</c:v>
                  </c:pt>
                  <c:pt idx="24">
                    <c:v>0.17</c:v>
                  </c:pt>
                  <c:pt idx="25">
                    <c:v>0.17</c:v>
                  </c:pt>
                  <c:pt idx="26">
                    <c:v>0.18</c:v>
                  </c:pt>
                  <c:pt idx="27">
                    <c:v>0.19</c:v>
                  </c:pt>
                  <c:pt idx="28">
                    <c:v>0.19</c:v>
                  </c:pt>
                  <c:pt idx="29">
                    <c:v>0.20</c:v>
                  </c:pt>
                  <c:pt idx="30">
                    <c:v>0.21</c:v>
                  </c:pt>
                  <c:pt idx="31">
                    <c:v>0.22</c:v>
                  </c:pt>
                  <c:pt idx="32">
                    <c:v>0.22</c:v>
                  </c:pt>
                  <c:pt idx="33">
                    <c:v>0.23</c:v>
                  </c:pt>
                  <c:pt idx="34">
                    <c:v>0.24</c:v>
                  </c:pt>
                  <c:pt idx="35">
                    <c:v>0.24</c:v>
                  </c:pt>
                  <c:pt idx="36">
                    <c:v>0.25</c:v>
                  </c:pt>
                  <c:pt idx="37">
                    <c:v>0.26</c:v>
                  </c:pt>
                  <c:pt idx="38">
                    <c:v>0.26</c:v>
                  </c:pt>
                  <c:pt idx="39">
                    <c:v>0.27</c:v>
                  </c:pt>
                  <c:pt idx="40">
                    <c:v>0.28</c:v>
                  </c:pt>
                  <c:pt idx="41">
                    <c:v>0.28</c:v>
                  </c:pt>
                  <c:pt idx="42">
                    <c:v>0.29</c:v>
                  </c:pt>
                  <c:pt idx="43">
                    <c:v>0.30</c:v>
                  </c:pt>
                  <c:pt idx="44">
                    <c:v>0.31</c:v>
                  </c:pt>
                  <c:pt idx="45">
                    <c:v>0.31</c:v>
                  </c:pt>
                  <c:pt idx="46">
                    <c:v>0.32</c:v>
                  </c:pt>
                  <c:pt idx="47">
                    <c:v>0.33</c:v>
                  </c:pt>
                  <c:pt idx="48">
                    <c:v>0.33</c:v>
                  </c:pt>
                  <c:pt idx="49">
                    <c:v>0.34</c:v>
                  </c:pt>
                  <c:pt idx="50">
                    <c:v>0.35</c:v>
                  </c:pt>
                  <c:pt idx="51">
                    <c:v>0.35</c:v>
                  </c:pt>
                  <c:pt idx="52">
                    <c:v>0.36</c:v>
                  </c:pt>
                  <c:pt idx="53">
                    <c:v>0.37</c:v>
                  </c:pt>
                  <c:pt idx="54">
                    <c:v>0.38</c:v>
                  </c:pt>
                  <c:pt idx="55">
                    <c:v>0.38</c:v>
                  </c:pt>
                  <c:pt idx="56">
                    <c:v>0.39</c:v>
                  </c:pt>
                  <c:pt idx="57">
                    <c:v>0.40</c:v>
                  </c:pt>
                  <c:pt idx="58">
                    <c:v>0.40</c:v>
                  </c:pt>
                  <c:pt idx="59">
                    <c:v>0.41</c:v>
                  </c:pt>
                  <c:pt idx="60">
                    <c:v>0.42</c:v>
                  </c:pt>
                  <c:pt idx="61">
                    <c:v>0.42</c:v>
                  </c:pt>
                  <c:pt idx="62">
                    <c:v>0.43</c:v>
                  </c:pt>
                  <c:pt idx="63">
                    <c:v>0.44</c:v>
                  </c:pt>
                  <c:pt idx="64">
                    <c:v>0.44</c:v>
                  </c:pt>
                  <c:pt idx="65">
                    <c:v>0.45</c:v>
                  </c:pt>
                  <c:pt idx="66">
                    <c:v>0.46</c:v>
                  </c:pt>
                  <c:pt idx="67">
                    <c:v>0.47</c:v>
                  </c:pt>
                  <c:pt idx="68">
                    <c:v>0.47</c:v>
                  </c:pt>
                  <c:pt idx="69">
                    <c:v>0.48</c:v>
                  </c:pt>
                  <c:pt idx="70">
                    <c:v>0.49</c:v>
                  </c:pt>
                  <c:pt idx="71">
                    <c:v>0.49</c:v>
                  </c:pt>
                  <c:pt idx="72">
                    <c:v>0.50</c:v>
                  </c:pt>
                  <c:pt idx="73">
                    <c:v>0.51</c:v>
                  </c:pt>
                  <c:pt idx="74">
                    <c:v>0.51</c:v>
                  </c:pt>
                  <c:pt idx="75">
                    <c:v>0.52</c:v>
                  </c:pt>
                  <c:pt idx="76">
                    <c:v>0.53</c:v>
                  </c:pt>
                  <c:pt idx="77">
                    <c:v>0.53</c:v>
                  </c:pt>
                  <c:pt idx="78">
                    <c:v>0.54</c:v>
                  </c:pt>
                  <c:pt idx="79">
                    <c:v>0.55</c:v>
                  </c:pt>
                  <c:pt idx="80">
                    <c:v>0.56</c:v>
                  </c:pt>
                  <c:pt idx="81">
                    <c:v>0.56</c:v>
                  </c:pt>
                  <c:pt idx="82">
                    <c:v>0.57</c:v>
                  </c:pt>
                  <c:pt idx="83">
                    <c:v>0.58</c:v>
                  </c:pt>
                  <c:pt idx="84">
                    <c:v>0.58</c:v>
                  </c:pt>
                  <c:pt idx="85">
                    <c:v>0.59</c:v>
                  </c:pt>
                  <c:pt idx="86">
                    <c:v>0.60</c:v>
                  </c:pt>
                  <c:pt idx="87">
                    <c:v>0.60</c:v>
                  </c:pt>
                  <c:pt idx="88">
                    <c:v>0.61</c:v>
                  </c:pt>
                  <c:pt idx="89">
                    <c:v>0.62</c:v>
                  </c:pt>
                  <c:pt idx="90">
                    <c:v>0.63</c:v>
                  </c:pt>
                  <c:pt idx="91">
                    <c:v>0.63</c:v>
                  </c:pt>
                  <c:pt idx="92">
                    <c:v>0.64</c:v>
                  </c:pt>
                  <c:pt idx="93">
                    <c:v>0.65</c:v>
                  </c:pt>
                  <c:pt idx="94">
                    <c:v>0.65</c:v>
                  </c:pt>
                  <c:pt idx="95">
                    <c:v>0.66</c:v>
                  </c:pt>
                  <c:pt idx="96">
                    <c:v>0.67</c:v>
                  </c:pt>
                  <c:pt idx="97">
                    <c:v>0.67</c:v>
                  </c:pt>
                  <c:pt idx="98">
                    <c:v>0.68</c:v>
                  </c:pt>
                  <c:pt idx="99">
                    <c:v>0.69</c:v>
                  </c:pt>
                  <c:pt idx="100">
                    <c:v>0.69</c:v>
                  </c:pt>
                  <c:pt idx="101">
                    <c:v>0.70</c:v>
                  </c:pt>
                  <c:pt idx="102">
                    <c:v>0.71</c:v>
                  </c:pt>
                  <c:pt idx="103">
                    <c:v>0.72</c:v>
                  </c:pt>
                  <c:pt idx="104">
                    <c:v>0.72</c:v>
                  </c:pt>
                  <c:pt idx="105">
                    <c:v>0.73</c:v>
                  </c:pt>
                  <c:pt idx="106">
                    <c:v>0.74</c:v>
                  </c:pt>
                  <c:pt idx="107">
                    <c:v>0.74</c:v>
                  </c:pt>
                  <c:pt idx="108">
                    <c:v>0.75</c:v>
                  </c:pt>
                  <c:pt idx="109">
                    <c:v>0.76</c:v>
                  </c:pt>
                  <c:pt idx="110">
                    <c:v>0.76</c:v>
                  </c:pt>
                  <c:pt idx="111">
                    <c:v>0.77</c:v>
                  </c:pt>
                  <c:pt idx="112">
                    <c:v>0.78</c:v>
                  </c:pt>
                  <c:pt idx="113">
                    <c:v>0.78</c:v>
                  </c:pt>
                  <c:pt idx="114">
                    <c:v>0.79</c:v>
                  </c:pt>
                  <c:pt idx="115">
                    <c:v>0.80</c:v>
                  </c:pt>
                  <c:pt idx="116">
                    <c:v>0.81</c:v>
                  </c:pt>
                  <c:pt idx="117">
                    <c:v>0.81</c:v>
                  </c:pt>
                  <c:pt idx="118">
                    <c:v>0.82</c:v>
                  </c:pt>
                  <c:pt idx="119">
                    <c:v>0.83</c:v>
                  </c:pt>
                  <c:pt idx="120">
                    <c:v>0.83</c:v>
                  </c:pt>
                  <c:pt idx="121">
                    <c:v>0.84</c:v>
                  </c:pt>
                  <c:pt idx="122">
                    <c:v>0.85</c:v>
                  </c:pt>
                  <c:pt idx="123">
                    <c:v>0.85</c:v>
                  </c:pt>
                  <c:pt idx="124">
                    <c:v>0.86</c:v>
                  </c:pt>
                  <c:pt idx="125">
                    <c:v>0.87</c:v>
                  </c:pt>
                  <c:pt idx="126">
                    <c:v>0.88</c:v>
                  </c:pt>
                  <c:pt idx="127">
                    <c:v>0.88</c:v>
                  </c:pt>
                  <c:pt idx="128">
                    <c:v>0.89</c:v>
                  </c:pt>
                  <c:pt idx="129">
                    <c:v>0.90</c:v>
                  </c:pt>
                  <c:pt idx="130">
                    <c:v>0.90</c:v>
                  </c:pt>
                  <c:pt idx="131">
                    <c:v>0.91</c:v>
                  </c:pt>
                  <c:pt idx="132">
                    <c:v>0.92</c:v>
                  </c:pt>
                  <c:pt idx="133">
                    <c:v>0.92</c:v>
                  </c:pt>
                  <c:pt idx="134">
                    <c:v>0.93</c:v>
                  </c:pt>
                  <c:pt idx="135">
                    <c:v>0.94</c:v>
                  </c:pt>
                  <c:pt idx="136">
                    <c:v>0.94</c:v>
                  </c:pt>
                  <c:pt idx="137">
                    <c:v>0.95</c:v>
                  </c:pt>
                  <c:pt idx="138">
                    <c:v>0.96</c:v>
                  </c:pt>
                  <c:pt idx="139">
                    <c:v>0.97</c:v>
                  </c:pt>
                  <c:pt idx="140">
                    <c:v>0.97</c:v>
                  </c:pt>
                  <c:pt idx="141">
                    <c:v>0.98</c:v>
                  </c:pt>
                  <c:pt idx="142">
                    <c:v>0.99</c:v>
                  </c:pt>
                  <c:pt idx="143">
                    <c:v>0.99</c:v>
                  </c:pt>
                  <c:pt idx="144">
                    <c:v>1.00</c:v>
                  </c:pt>
                  <c:pt idx="145">
                    <c:v>1.01</c:v>
                  </c:pt>
                  <c:pt idx="146">
                    <c:v>1.01</c:v>
                  </c:pt>
                  <c:pt idx="147">
                    <c:v>1.02</c:v>
                  </c:pt>
                  <c:pt idx="148">
                    <c:v>1.03</c:v>
                  </c:pt>
                  <c:pt idx="149">
                    <c:v>1.03</c:v>
                  </c:pt>
                  <c:pt idx="150">
                    <c:v>1.04</c:v>
                  </c:pt>
                  <c:pt idx="151">
                    <c:v>1.05</c:v>
                  </c:pt>
                  <c:pt idx="152">
                    <c:v>1.06</c:v>
                  </c:pt>
                  <c:pt idx="153">
                    <c:v>1.06</c:v>
                  </c:pt>
                  <c:pt idx="154">
                    <c:v>1.07</c:v>
                  </c:pt>
                  <c:pt idx="155">
                    <c:v>1.08</c:v>
                  </c:pt>
                  <c:pt idx="156">
                    <c:v>1.08</c:v>
                  </c:pt>
                  <c:pt idx="157">
                    <c:v>1.09</c:v>
                  </c:pt>
                  <c:pt idx="158">
                    <c:v>1.10</c:v>
                  </c:pt>
                  <c:pt idx="159">
                    <c:v>1.10</c:v>
                  </c:pt>
                  <c:pt idx="160">
                    <c:v>1.11</c:v>
                  </c:pt>
                  <c:pt idx="161">
                    <c:v>1.12</c:v>
                  </c:pt>
                  <c:pt idx="162">
                    <c:v>1.13</c:v>
                  </c:pt>
                  <c:pt idx="163">
                    <c:v>1.13</c:v>
                  </c:pt>
                  <c:pt idx="164">
                    <c:v>1.14</c:v>
                  </c:pt>
                  <c:pt idx="165">
                    <c:v>1.15</c:v>
                  </c:pt>
                  <c:pt idx="166">
                    <c:v>1.15</c:v>
                  </c:pt>
                  <c:pt idx="167">
                    <c:v>1.16</c:v>
                  </c:pt>
                  <c:pt idx="168">
                    <c:v>1.17</c:v>
                  </c:pt>
                  <c:pt idx="169">
                    <c:v>1.17</c:v>
                  </c:pt>
                  <c:pt idx="170">
                    <c:v>1.18</c:v>
                  </c:pt>
                  <c:pt idx="171">
                    <c:v>1.19</c:v>
                  </c:pt>
                  <c:pt idx="172">
                    <c:v>1.19</c:v>
                  </c:pt>
                  <c:pt idx="173">
                    <c:v>1.20</c:v>
                  </c:pt>
                  <c:pt idx="174">
                    <c:v>1.21</c:v>
                  </c:pt>
                  <c:pt idx="175">
                    <c:v>1.22</c:v>
                  </c:pt>
                  <c:pt idx="176">
                    <c:v>1.22</c:v>
                  </c:pt>
                  <c:pt idx="177">
                    <c:v>1.23</c:v>
                  </c:pt>
                  <c:pt idx="178">
                    <c:v>1.24</c:v>
                  </c:pt>
                  <c:pt idx="179">
                    <c:v>1.24</c:v>
                  </c:pt>
                  <c:pt idx="180">
                    <c:v>1.25</c:v>
                  </c:pt>
                  <c:pt idx="181">
                    <c:v>1.26</c:v>
                  </c:pt>
                  <c:pt idx="182">
                    <c:v>1.26</c:v>
                  </c:pt>
                  <c:pt idx="183">
                    <c:v>1.27</c:v>
                  </c:pt>
                  <c:pt idx="184">
                    <c:v>1.28</c:v>
                  </c:pt>
                  <c:pt idx="185">
                    <c:v>1.28</c:v>
                  </c:pt>
                  <c:pt idx="186">
                    <c:v>1.29</c:v>
                  </c:pt>
                  <c:pt idx="187">
                    <c:v>1.30</c:v>
                  </c:pt>
                  <c:pt idx="188">
                    <c:v>1.31</c:v>
                  </c:pt>
                  <c:pt idx="189">
                    <c:v>1.31</c:v>
                  </c:pt>
                  <c:pt idx="190">
                    <c:v>1.32</c:v>
                  </c:pt>
                  <c:pt idx="191">
                    <c:v>1.33</c:v>
                  </c:pt>
                  <c:pt idx="192">
                    <c:v>1.33</c:v>
                  </c:pt>
                  <c:pt idx="193">
                    <c:v>1.34</c:v>
                  </c:pt>
                  <c:pt idx="194">
                    <c:v>1.35</c:v>
                  </c:pt>
                  <c:pt idx="195">
                    <c:v>1.35</c:v>
                  </c:pt>
                  <c:pt idx="196">
                    <c:v>1.36</c:v>
                  </c:pt>
                  <c:pt idx="197">
                    <c:v>1.37</c:v>
                  </c:pt>
                  <c:pt idx="198">
                    <c:v>1.38</c:v>
                  </c:pt>
                  <c:pt idx="199">
                    <c:v>1.38</c:v>
                  </c:pt>
                  <c:pt idx="200">
                    <c:v>1.39</c:v>
                  </c:pt>
                  <c:pt idx="201">
                    <c:v>1.40</c:v>
                  </c:pt>
                  <c:pt idx="202">
                    <c:v>1.40</c:v>
                  </c:pt>
                  <c:pt idx="203">
                    <c:v>1.41</c:v>
                  </c:pt>
                  <c:pt idx="204">
                    <c:v>1.42</c:v>
                  </c:pt>
                  <c:pt idx="205">
                    <c:v>1.42</c:v>
                  </c:pt>
                  <c:pt idx="206">
                    <c:v>1.43</c:v>
                  </c:pt>
                  <c:pt idx="207">
                    <c:v>1.44</c:v>
                  </c:pt>
                  <c:pt idx="208">
                    <c:v>1.44</c:v>
                  </c:pt>
                  <c:pt idx="209">
                    <c:v>1.45</c:v>
                  </c:pt>
                  <c:pt idx="210">
                    <c:v>1.46</c:v>
                  </c:pt>
                  <c:pt idx="211">
                    <c:v>1.47</c:v>
                  </c:pt>
                  <c:pt idx="212">
                    <c:v>1.47</c:v>
                  </c:pt>
                  <c:pt idx="213">
                    <c:v>1.48</c:v>
                  </c:pt>
                  <c:pt idx="214">
                    <c:v>1.49</c:v>
                  </c:pt>
                  <c:pt idx="215">
                    <c:v>1.49</c:v>
                  </c:pt>
                  <c:pt idx="216">
                    <c:v>1.50</c:v>
                  </c:pt>
                  <c:pt idx="217">
                    <c:v>1.51</c:v>
                  </c:pt>
                  <c:pt idx="218">
                    <c:v>1.51</c:v>
                  </c:pt>
                  <c:pt idx="219">
                    <c:v>1.52</c:v>
                  </c:pt>
                  <c:pt idx="220">
                    <c:v>1.53</c:v>
                  </c:pt>
                  <c:pt idx="221">
                    <c:v>1.53</c:v>
                  </c:pt>
                  <c:pt idx="222">
                    <c:v>1.54</c:v>
                  </c:pt>
                  <c:pt idx="223">
                    <c:v>1.55</c:v>
                  </c:pt>
                  <c:pt idx="224">
                    <c:v>1.56</c:v>
                  </c:pt>
                  <c:pt idx="225">
                    <c:v>1.56</c:v>
                  </c:pt>
                  <c:pt idx="226">
                    <c:v>1.57</c:v>
                  </c:pt>
                  <c:pt idx="227">
                    <c:v>1.58</c:v>
                  </c:pt>
                  <c:pt idx="228">
                    <c:v>1.58</c:v>
                  </c:pt>
                  <c:pt idx="229">
                    <c:v>1.59</c:v>
                  </c:pt>
                  <c:pt idx="230">
                    <c:v>1.60</c:v>
                  </c:pt>
                  <c:pt idx="231">
                    <c:v>1.60</c:v>
                  </c:pt>
                  <c:pt idx="232">
                    <c:v>1.61</c:v>
                  </c:pt>
                  <c:pt idx="233">
                    <c:v>1.62</c:v>
                  </c:pt>
                  <c:pt idx="234">
                    <c:v>1.63</c:v>
                  </c:pt>
                  <c:pt idx="235">
                    <c:v>1.63</c:v>
                  </c:pt>
                  <c:pt idx="236">
                    <c:v>1.64</c:v>
                  </c:pt>
                  <c:pt idx="237">
                    <c:v>1.65</c:v>
                  </c:pt>
                  <c:pt idx="238">
                    <c:v>1.65</c:v>
                  </c:pt>
                  <c:pt idx="239">
                    <c:v>1.66</c:v>
                  </c:pt>
                  <c:pt idx="240">
                    <c:v>1.67</c:v>
                  </c:pt>
                  <c:pt idx="241">
                    <c:v>1.67</c:v>
                  </c:pt>
                  <c:pt idx="242">
                    <c:v>1.68</c:v>
                  </c:pt>
                  <c:pt idx="243">
                    <c:v>1.69</c:v>
                  </c:pt>
                  <c:pt idx="244">
                    <c:v>1.69</c:v>
                  </c:pt>
                  <c:pt idx="245">
                    <c:v>1.70</c:v>
                  </c:pt>
                  <c:pt idx="246">
                    <c:v>1.71</c:v>
                  </c:pt>
                  <c:pt idx="247">
                    <c:v>1.72</c:v>
                  </c:pt>
                  <c:pt idx="248">
                    <c:v>1.72</c:v>
                  </c:pt>
                  <c:pt idx="249">
                    <c:v>1.73</c:v>
                  </c:pt>
                  <c:pt idx="250">
                    <c:v>1.74</c:v>
                  </c:pt>
                  <c:pt idx="251">
                    <c:v>1.74</c:v>
                  </c:pt>
                  <c:pt idx="252">
                    <c:v>1.75</c:v>
                  </c:pt>
                  <c:pt idx="253">
                    <c:v>1.76</c:v>
                  </c:pt>
                  <c:pt idx="254">
                    <c:v>1.76</c:v>
                  </c:pt>
                  <c:pt idx="255">
                    <c:v>1.77</c:v>
                  </c:pt>
                  <c:pt idx="256">
                    <c:v>1.78</c:v>
                  </c:pt>
                  <c:pt idx="257">
                    <c:v>1.78</c:v>
                  </c:pt>
                  <c:pt idx="258">
                    <c:v>1.79</c:v>
                  </c:pt>
                  <c:pt idx="259">
                    <c:v>1.80</c:v>
                  </c:pt>
                  <c:pt idx="260">
                    <c:v>1.81</c:v>
                  </c:pt>
                  <c:pt idx="261">
                    <c:v>1.81</c:v>
                  </c:pt>
                  <c:pt idx="262">
                    <c:v>1.82</c:v>
                  </c:pt>
                  <c:pt idx="263">
                    <c:v>1.83</c:v>
                  </c:pt>
                  <c:pt idx="264">
                    <c:v>1.83</c:v>
                  </c:pt>
                  <c:pt idx="265">
                    <c:v>1.84</c:v>
                  </c:pt>
                  <c:pt idx="266">
                    <c:v>1.85</c:v>
                  </c:pt>
                  <c:pt idx="267">
                    <c:v>1.85</c:v>
                  </c:pt>
                  <c:pt idx="268">
                    <c:v>1.86</c:v>
                  </c:pt>
                  <c:pt idx="269">
                    <c:v>1.87</c:v>
                  </c:pt>
                  <c:pt idx="270">
                    <c:v>1.88</c:v>
                  </c:pt>
                  <c:pt idx="271">
                    <c:v>1.88</c:v>
                  </c:pt>
                  <c:pt idx="272">
                    <c:v>1.89</c:v>
                  </c:pt>
                  <c:pt idx="273">
                    <c:v>1.90</c:v>
                  </c:pt>
                  <c:pt idx="274">
                    <c:v>1.90</c:v>
                  </c:pt>
                  <c:pt idx="275">
                    <c:v>1.91</c:v>
                  </c:pt>
                  <c:pt idx="276">
                    <c:v>1.92</c:v>
                  </c:pt>
                  <c:pt idx="277">
                    <c:v>1.92</c:v>
                  </c:pt>
                  <c:pt idx="278">
                    <c:v>1.93</c:v>
                  </c:pt>
                  <c:pt idx="279">
                    <c:v>1.94</c:v>
                  </c:pt>
                  <c:pt idx="280">
                    <c:v>1.94</c:v>
                  </c:pt>
                  <c:pt idx="281">
                    <c:v>1.95</c:v>
                  </c:pt>
                  <c:pt idx="282">
                    <c:v>1.96</c:v>
                  </c:pt>
                  <c:pt idx="283">
                    <c:v>1.97</c:v>
                  </c:pt>
                  <c:pt idx="284">
                    <c:v>1.97</c:v>
                  </c:pt>
                  <c:pt idx="285">
                    <c:v>1.98</c:v>
                  </c:pt>
                  <c:pt idx="286">
                    <c:v>1.99</c:v>
                  </c:pt>
                  <c:pt idx="287">
                    <c:v>1.99</c:v>
                  </c:pt>
                  <c:pt idx="288">
                    <c:v>2.00</c:v>
                  </c:pt>
                  <c:pt idx="289">
                    <c:v>2.01</c:v>
                  </c:pt>
                  <c:pt idx="290">
                    <c:v>2.01</c:v>
                  </c:pt>
                  <c:pt idx="291">
                    <c:v>2.02</c:v>
                  </c:pt>
                  <c:pt idx="292">
                    <c:v>2.03</c:v>
                  </c:pt>
                  <c:pt idx="293">
                    <c:v>2.03</c:v>
                  </c:pt>
                  <c:pt idx="294">
                    <c:v>2.04</c:v>
                  </c:pt>
                  <c:pt idx="295">
                    <c:v>2.05</c:v>
                  </c:pt>
                  <c:pt idx="296">
                    <c:v>2.06</c:v>
                  </c:pt>
                  <c:pt idx="297">
                    <c:v>2.06</c:v>
                  </c:pt>
                  <c:pt idx="298">
                    <c:v>2.07</c:v>
                  </c:pt>
                  <c:pt idx="299">
                    <c:v>2.08</c:v>
                  </c:pt>
                  <c:pt idx="300">
                    <c:v>2.08</c:v>
                  </c:pt>
                  <c:pt idx="301">
                    <c:v>2.09</c:v>
                  </c:pt>
                  <c:pt idx="302">
                    <c:v>2.10</c:v>
                  </c:pt>
                  <c:pt idx="303">
                    <c:v>2.10</c:v>
                  </c:pt>
                  <c:pt idx="304">
                    <c:v>2.11</c:v>
                  </c:pt>
                  <c:pt idx="305">
                    <c:v>2.12</c:v>
                  </c:pt>
                  <c:pt idx="306">
                    <c:v>2.13</c:v>
                  </c:pt>
                  <c:pt idx="307">
                    <c:v>2.13</c:v>
                  </c:pt>
                  <c:pt idx="308">
                    <c:v>2.14</c:v>
                  </c:pt>
                  <c:pt idx="309">
                    <c:v>2.15</c:v>
                  </c:pt>
                  <c:pt idx="310">
                    <c:v>2.15</c:v>
                  </c:pt>
                  <c:pt idx="311">
                    <c:v>2.16</c:v>
                  </c:pt>
                  <c:pt idx="312">
                    <c:v>2.17</c:v>
                  </c:pt>
                  <c:pt idx="313">
                    <c:v>2.17</c:v>
                  </c:pt>
                  <c:pt idx="314">
                    <c:v>2.18</c:v>
                  </c:pt>
                  <c:pt idx="315">
                    <c:v>2.19</c:v>
                  </c:pt>
                  <c:pt idx="316">
                    <c:v>2.19</c:v>
                  </c:pt>
                  <c:pt idx="317">
                    <c:v>2.20</c:v>
                  </c:pt>
                  <c:pt idx="318">
                    <c:v>2.21</c:v>
                  </c:pt>
                  <c:pt idx="319">
                    <c:v>2.22</c:v>
                  </c:pt>
                  <c:pt idx="320">
                    <c:v>2.22</c:v>
                  </c:pt>
                  <c:pt idx="321">
                    <c:v>2.23</c:v>
                  </c:pt>
                  <c:pt idx="322">
                    <c:v>2.24</c:v>
                  </c:pt>
                  <c:pt idx="323">
                    <c:v>2.24</c:v>
                  </c:pt>
                  <c:pt idx="324">
                    <c:v>2.25</c:v>
                  </c:pt>
                  <c:pt idx="325">
                    <c:v>2.26</c:v>
                  </c:pt>
                  <c:pt idx="326">
                    <c:v>2.26</c:v>
                  </c:pt>
                  <c:pt idx="327">
                    <c:v>2.27</c:v>
                  </c:pt>
                  <c:pt idx="328">
                    <c:v>2.28</c:v>
                  </c:pt>
                  <c:pt idx="329">
                    <c:v>2.28</c:v>
                  </c:pt>
                  <c:pt idx="330">
                    <c:v>2.29</c:v>
                  </c:pt>
                  <c:pt idx="331">
                    <c:v>2.30</c:v>
                  </c:pt>
                  <c:pt idx="332">
                    <c:v>2.31</c:v>
                  </c:pt>
                  <c:pt idx="333">
                    <c:v>2.31</c:v>
                  </c:pt>
                  <c:pt idx="334">
                    <c:v>2.32</c:v>
                  </c:pt>
                  <c:pt idx="335">
                    <c:v>2.33</c:v>
                  </c:pt>
                  <c:pt idx="336">
                    <c:v>2.33</c:v>
                  </c:pt>
                  <c:pt idx="337">
                    <c:v>2.34</c:v>
                  </c:pt>
                  <c:pt idx="338">
                    <c:v>2.35</c:v>
                  </c:pt>
                  <c:pt idx="339">
                    <c:v>2.35</c:v>
                  </c:pt>
                  <c:pt idx="340">
                    <c:v>2.36</c:v>
                  </c:pt>
                  <c:pt idx="341">
                    <c:v>2.37</c:v>
                  </c:pt>
                  <c:pt idx="342">
                    <c:v>2.38</c:v>
                  </c:pt>
                  <c:pt idx="343">
                    <c:v>2.38</c:v>
                  </c:pt>
                  <c:pt idx="344">
                    <c:v>2.39</c:v>
                  </c:pt>
                  <c:pt idx="345">
                    <c:v>2.40</c:v>
                  </c:pt>
                  <c:pt idx="346">
                    <c:v>2.40</c:v>
                  </c:pt>
                  <c:pt idx="347">
                    <c:v>2.41</c:v>
                  </c:pt>
                  <c:pt idx="348">
                    <c:v>2.42</c:v>
                  </c:pt>
                  <c:pt idx="349">
                    <c:v>2.42</c:v>
                  </c:pt>
                  <c:pt idx="350">
                    <c:v>2.43</c:v>
                  </c:pt>
                  <c:pt idx="351">
                    <c:v>2.44</c:v>
                  </c:pt>
                  <c:pt idx="352">
                    <c:v>2.44</c:v>
                  </c:pt>
                  <c:pt idx="353">
                    <c:v>2.45</c:v>
                  </c:pt>
                  <c:pt idx="354">
                    <c:v>2.46</c:v>
                  </c:pt>
                  <c:pt idx="355">
                    <c:v>2.47</c:v>
                  </c:pt>
                  <c:pt idx="356">
                    <c:v>2.47</c:v>
                  </c:pt>
                  <c:pt idx="357">
                    <c:v>2.48</c:v>
                  </c:pt>
                  <c:pt idx="358">
                    <c:v>2.49</c:v>
                  </c:pt>
                  <c:pt idx="359">
                    <c:v>2.49</c:v>
                  </c:pt>
                  <c:pt idx="360">
                    <c:v>2.50</c:v>
                  </c:pt>
                  <c:pt idx="361">
                    <c:v>2.51</c:v>
                  </c:pt>
                  <c:pt idx="362">
                    <c:v>2.51</c:v>
                  </c:pt>
                  <c:pt idx="363">
                    <c:v>2.52</c:v>
                  </c:pt>
                  <c:pt idx="364">
                    <c:v>2.53</c:v>
                  </c:pt>
                  <c:pt idx="365">
                    <c:v>2.53</c:v>
                  </c:pt>
                  <c:pt idx="366">
                    <c:v>2.54</c:v>
                  </c:pt>
                  <c:pt idx="367">
                    <c:v>2.55</c:v>
                  </c:pt>
                  <c:pt idx="368">
                    <c:v>2.56</c:v>
                  </c:pt>
                  <c:pt idx="369">
                    <c:v>2.56</c:v>
                  </c:pt>
                  <c:pt idx="370">
                    <c:v>2.57</c:v>
                  </c:pt>
                  <c:pt idx="371">
                    <c:v>2.58</c:v>
                  </c:pt>
                  <c:pt idx="372">
                    <c:v>2.58</c:v>
                  </c:pt>
                  <c:pt idx="373">
                    <c:v>2.59</c:v>
                  </c:pt>
                  <c:pt idx="374">
                    <c:v>2.60</c:v>
                  </c:pt>
                  <c:pt idx="375">
                    <c:v>2.60</c:v>
                  </c:pt>
                  <c:pt idx="376">
                    <c:v>2.61</c:v>
                  </c:pt>
                  <c:pt idx="377">
                    <c:v>2.62</c:v>
                  </c:pt>
                  <c:pt idx="378">
                    <c:v>2.63</c:v>
                  </c:pt>
                  <c:pt idx="379">
                    <c:v>2.63</c:v>
                  </c:pt>
                  <c:pt idx="380">
                    <c:v>2.64</c:v>
                  </c:pt>
                  <c:pt idx="381">
                    <c:v>2.65</c:v>
                  </c:pt>
                  <c:pt idx="382">
                    <c:v>2.65</c:v>
                  </c:pt>
                  <c:pt idx="383">
                    <c:v>2.66</c:v>
                  </c:pt>
                  <c:pt idx="384">
                    <c:v>2.67</c:v>
                  </c:pt>
                  <c:pt idx="385">
                    <c:v>2.67</c:v>
                  </c:pt>
                  <c:pt idx="386">
                    <c:v>2.68</c:v>
                  </c:pt>
                  <c:pt idx="387">
                    <c:v>2.69</c:v>
                  </c:pt>
                  <c:pt idx="388">
                    <c:v>2.69</c:v>
                  </c:pt>
                  <c:pt idx="389">
                    <c:v>2.70</c:v>
                  </c:pt>
                  <c:pt idx="390">
                    <c:v>2.71</c:v>
                  </c:pt>
                  <c:pt idx="391">
                    <c:v>2.72</c:v>
                  </c:pt>
                  <c:pt idx="392">
                    <c:v>2.72</c:v>
                  </c:pt>
                  <c:pt idx="393">
                    <c:v>2.73</c:v>
                  </c:pt>
                  <c:pt idx="394">
                    <c:v>2.74</c:v>
                  </c:pt>
                  <c:pt idx="395">
                    <c:v>2.74</c:v>
                  </c:pt>
                  <c:pt idx="396">
                    <c:v>2.75</c:v>
                  </c:pt>
                  <c:pt idx="397">
                    <c:v>2.76</c:v>
                  </c:pt>
                  <c:pt idx="398">
                    <c:v>2.76</c:v>
                  </c:pt>
                  <c:pt idx="399">
                    <c:v>2.77</c:v>
                  </c:pt>
                  <c:pt idx="400">
                    <c:v>2.78</c:v>
                  </c:pt>
                  <c:pt idx="401">
                    <c:v>2.78</c:v>
                  </c:pt>
                  <c:pt idx="402">
                    <c:v>2.79</c:v>
                  </c:pt>
                  <c:pt idx="403">
                    <c:v>2.80</c:v>
                  </c:pt>
                  <c:pt idx="404">
                    <c:v>2.81</c:v>
                  </c:pt>
                  <c:pt idx="405">
                    <c:v>2.81</c:v>
                  </c:pt>
                  <c:pt idx="406">
                    <c:v>2.82</c:v>
                  </c:pt>
                  <c:pt idx="407">
                    <c:v>2.83</c:v>
                  </c:pt>
                  <c:pt idx="408">
                    <c:v>2.83</c:v>
                  </c:pt>
                  <c:pt idx="409">
                    <c:v>2.84</c:v>
                  </c:pt>
                  <c:pt idx="410">
                    <c:v>2.85</c:v>
                  </c:pt>
                  <c:pt idx="411">
                    <c:v>2.85</c:v>
                  </c:pt>
                  <c:pt idx="412">
                    <c:v>2.86</c:v>
                  </c:pt>
                  <c:pt idx="413">
                    <c:v>2.87</c:v>
                  </c:pt>
                  <c:pt idx="414">
                    <c:v>2.88</c:v>
                  </c:pt>
                  <c:pt idx="415">
                    <c:v>2.88</c:v>
                  </c:pt>
                  <c:pt idx="416">
                    <c:v>2.89</c:v>
                  </c:pt>
                  <c:pt idx="417">
                    <c:v>2.90</c:v>
                  </c:pt>
                  <c:pt idx="418">
                    <c:v>2.90</c:v>
                  </c:pt>
                  <c:pt idx="419">
                    <c:v>2.91</c:v>
                  </c:pt>
                  <c:pt idx="420">
                    <c:v>2.92</c:v>
                  </c:pt>
                  <c:pt idx="421">
                    <c:v>2.92</c:v>
                  </c:pt>
                  <c:pt idx="422">
                    <c:v>2.93</c:v>
                  </c:pt>
                  <c:pt idx="423">
                    <c:v>2.94</c:v>
                  </c:pt>
                  <c:pt idx="424">
                    <c:v>2.94</c:v>
                  </c:pt>
                  <c:pt idx="425">
                    <c:v>2.95</c:v>
                  </c:pt>
                  <c:pt idx="426">
                    <c:v>2.96</c:v>
                  </c:pt>
                  <c:pt idx="427">
                    <c:v>2.97</c:v>
                  </c:pt>
                  <c:pt idx="428">
                    <c:v>2.97</c:v>
                  </c:pt>
                  <c:pt idx="429">
                    <c:v>2.98</c:v>
                  </c:pt>
                  <c:pt idx="430">
                    <c:v>2.99</c:v>
                  </c:pt>
                  <c:pt idx="431">
                    <c:v>2.99</c:v>
                  </c:pt>
                  <c:pt idx="432">
                    <c:v>3.00</c:v>
                  </c:pt>
                </c:lvl>
              </c:multiLvlStrCache>
            </c:multiLvlStrRef>
          </c:cat>
          <c:val>
            <c:numRef>
              <c:f>Sheet1!$B$2:$B$434</c:f>
              <c:numCache>
                <c:formatCode>General</c:formatCode>
                <c:ptCount val="433"/>
                <c:pt idx="0">
                  <c:v>1</c:v>
                </c:pt>
                <c:pt idx="1">
                  <c:v>0</c:v>
                </c:pt>
                <c:pt idx="2">
                  <c:v>0</c:v>
                </c:pt>
                <c:pt idx="3">
                  <c:v>0</c:v>
                </c:pt>
                <c:pt idx="4">
                  <c:v>0</c:v>
                </c:pt>
                <c:pt idx="5">
                  <c:v>0</c:v>
                </c:pt>
                <c:pt idx="6">
                  <c:v>0</c:v>
                </c:pt>
                <c:pt idx="7">
                  <c:v>0</c:v>
                </c:pt>
                <c:pt idx="8">
                  <c:v>0</c:v>
                </c:pt>
                <c:pt idx="9">
                  <c:v>0</c:v>
                </c:pt>
                <c:pt idx="10">
                  <c:v>0</c:v>
                </c:pt>
                <c:pt idx="11">
                  <c:v>0</c:v>
                </c:pt>
                <c:pt idx="12">
                  <c:v>0.8660254037844387</c:v>
                </c:pt>
                <c:pt idx="13">
                  <c:v>0</c:v>
                </c:pt>
                <c:pt idx="14">
                  <c:v>0</c:v>
                </c:pt>
                <c:pt idx="15">
                  <c:v>0</c:v>
                </c:pt>
                <c:pt idx="16">
                  <c:v>0</c:v>
                </c:pt>
                <c:pt idx="17">
                  <c:v>0</c:v>
                </c:pt>
                <c:pt idx="18">
                  <c:v>0</c:v>
                </c:pt>
                <c:pt idx="19">
                  <c:v>0</c:v>
                </c:pt>
                <c:pt idx="20">
                  <c:v>0</c:v>
                </c:pt>
                <c:pt idx="21">
                  <c:v>0</c:v>
                </c:pt>
                <c:pt idx="22">
                  <c:v>0</c:v>
                </c:pt>
                <c:pt idx="23">
                  <c:v>0</c:v>
                </c:pt>
                <c:pt idx="24">
                  <c:v>0.5000000000000001</c:v>
                </c:pt>
                <c:pt idx="25">
                  <c:v>0</c:v>
                </c:pt>
                <c:pt idx="26">
                  <c:v>0</c:v>
                </c:pt>
                <c:pt idx="27">
                  <c:v>0</c:v>
                </c:pt>
                <c:pt idx="28">
                  <c:v>0</c:v>
                </c:pt>
                <c:pt idx="29">
                  <c:v>0</c:v>
                </c:pt>
                <c:pt idx="30">
                  <c:v>0</c:v>
                </c:pt>
                <c:pt idx="31">
                  <c:v>0</c:v>
                </c:pt>
                <c:pt idx="32">
                  <c:v>0</c:v>
                </c:pt>
                <c:pt idx="33">
                  <c:v>0</c:v>
                </c:pt>
                <c:pt idx="34">
                  <c:v>0</c:v>
                </c:pt>
                <c:pt idx="35">
                  <c:v>0</c:v>
                </c:pt>
                <c:pt idx="36">
                  <c:v>6.123233995736766e-17</c:v>
                </c:pt>
                <c:pt idx="37">
                  <c:v>0</c:v>
                </c:pt>
                <c:pt idx="38">
                  <c:v>0</c:v>
                </c:pt>
                <c:pt idx="39">
                  <c:v>0</c:v>
                </c:pt>
                <c:pt idx="40">
                  <c:v>0</c:v>
                </c:pt>
                <c:pt idx="41">
                  <c:v>0</c:v>
                </c:pt>
                <c:pt idx="42">
                  <c:v>0</c:v>
                </c:pt>
                <c:pt idx="43">
                  <c:v>0</c:v>
                </c:pt>
                <c:pt idx="44">
                  <c:v>0</c:v>
                </c:pt>
                <c:pt idx="45">
                  <c:v>0</c:v>
                </c:pt>
                <c:pt idx="46">
                  <c:v>0</c:v>
                </c:pt>
                <c:pt idx="47">
                  <c:v>0</c:v>
                </c:pt>
                <c:pt idx="48">
                  <c:v>-0.4999999999999998</c:v>
                </c:pt>
                <c:pt idx="49">
                  <c:v>0</c:v>
                </c:pt>
                <c:pt idx="50">
                  <c:v>0</c:v>
                </c:pt>
                <c:pt idx="51">
                  <c:v>0</c:v>
                </c:pt>
                <c:pt idx="52">
                  <c:v>0</c:v>
                </c:pt>
                <c:pt idx="53">
                  <c:v>0</c:v>
                </c:pt>
                <c:pt idx="54">
                  <c:v>0</c:v>
                </c:pt>
                <c:pt idx="55">
                  <c:v>0</c:v>
                </c:pt>
                <c:pt idx="56">
                  <c:v>0</c:v>
                </c:pt>
                <c:pt idx="57">
                  <c:v>0</c:v>
                </c:pt>
                <c:pt idx="58">
                  <c:v>0</c:v>
                </c:pt>
                <c:pt idx="59">
                  <c:v>0</c:v>
                </c:pt>
                <c:pt idx="60">
                  <c:v>-0.8660254037844387</c:v>
                </c:pt>
                <c:pt idx="61">
                  <c:v>0</c:v>
                </c:pt>
                <c:pt idx="62">
                  <c:v>0</c:v>
                </c:pt>
                <c:pt idx="63">
                  <c:v>0</c:v>
                </c:pt>
                <c:pt idx="64">
                  <c:v>0</c:v>
                </c:pt>
                <c:pt idx="65">
                  <c:v>0</c:v>
                </c:pt>
                <c:pt idx="66">
                  <c:v>0</c:v>
                </c:pt>
                <c:pt idx="67">
                  <c:v>0</c:v>
                </c:pt>
                <c:pt idx="68">
                  <c:v>0</c:v>
                </c:pt>
                <c:pt idx="69">
                  <c:v>0</c:v>
                </c:pt>
                <c:pt idx="70">
                  <c:v>0</c:v>
                </c:pt>
                <c:pt idx="71">
                  <c:v>0</c:v>
                </c:pt>
                <c:pt idx="72">
                  <c:v>-1</c:v>
                </c:pt>
                <c:pt idx="73">
                  <c:v>0</c:v>
                </c:pt>
                <c:pt idx="74">
                  <c:v>0</c:v>
                </c:pt>
                <c:pt idx="75">
                  <c:v>0</c:v>
                </c:pt>
                <c:pt idx="76">
                  <c:v>0</c:v>
                </c:pt>
                <c:pt idx="77">
                  <c:v>0</c:v>
                </c:pt>
                <c:pt idx="78">
                  <c:v>0</c:v>
                </c:pt>
                <c:pt idx="79">
                  <c:v>0</c:v>
                </c:pt>
                <c:pt idx="80">
                  <c:v>0</c:v>
                </c:pt>
                <c:pt idx="81">
                  <c:v>0</c:v>
                </c:pt>
                <c:pt idx="82">
                  <c:v>0</c:v>
                </c:pt>
                <c:pt idx="83">
                  <c:v>0</c:v>
                </c:pt>
                <c:pt idx="84">
                  <c:v>-0.8660254037844388</c:v>
                </c:pt>
                <c:pt idx="85">
                  <c:v>0</c:v>
                </c:pt>
                <c:pt idx="86">
                  <c:v>0</c:v>
                </c:pt>
                <c:pt idx="87">
                  <c:v>0</c:v>
                </c:pt>
                <c:pt idx="88">
                  <c:v>0</c:v>
                </c:pt>
                <c:pt idx="89">
                  <c:v>0</c:v>
                </c:pt>
                <c:pt idx="90">
                  <c:v>0</c:v>
                </c:pt>
                <c:pt idx="91">
                  <c:v>0</c:v>
                </c:pt>
                <c:pt idx="92">
                  <c:v>0</c:v>
                </c:pt>
                <c:pt idx="93">
                  <c:v>0</c:v>
                </c:pt>
                <c:pt idx="94">
                  <c:v>0</c:v>
                </c:pt>
                <c:pt idx="95">
                  <c:v>0</c:v>
                </c:pt>
                <c:pt idx="96">
                  <c:v>-0.5000000000000004</c:v>
                </c:pt>
                <c:pt idx="97">
                  <c:v>0</c:v>
                </c:pt>
                <c:pt idx="98">
                  <c:v>0</c:v>
                </c:pt>
                <c:pt idx="99">
                  <c:v>0</c:v>
                </c:pt>
                <c:pt idx="100">
                  <c:v>0</c:v>
                </c:pt>
                <c:pt idx="101">
                  <c:v>0</c:v>
                </c:pt>
                <c:pt idx="102">
                  <c:v>0</c:v>
                </c:pt>
                <c:pt idx="103">
                  <c:v>0</c:v>
                </c:pt>
                <c:pt idx="104">
                  <c:v>0</c:v>
                </c:pt>
                <c:pt idx="105">
                  <c:v>0</c:v>
                </c:pt>
                <c:pt idx="106">
                  <c:v>0</c:v>
                </c:pt>
                <c:pt idx="107">
                  <c:v>0</c:v>
                </c:pt>
                <c:pt idx="108">
                  <c:v>-1.8369701987210297e-16</c:v>
                </c:pt>
                <c:pt idx="109">
                  <c:v>0</c:v>
                </c:pt>
                <c:pt idx="110">
                  <c:v>0</c:v>
                </c:pt>
                <c:pt idx="111">
                  <c:v>0</c:v>
                </c:pt>
                <c:pt idx="112">
                  <c:v>0</c:v>
                </c:pt>
                <c:pt idx="113">
                  <c:v>0</c:v>
                </c:pt>
                <c:pt idx="114">
                  <c:v>0</c:v>
                </c:pt>
                <c:pt idx="115">
                  <c:v>0</c:v>
                </c:pt>
                <c:pt idx="116">
                  <c:v>0</c:v>
                </c:pt>
                <c:pt idx="117">
                  <c:v>0</c:v>
                </c:pt>
                <c:pt idx="118">
                  <c:v>0</c:v>
                </c:pt>
                <c:pt idx="119">
                  <c:v>0</c:v>
                </c:pt>
                <c:pt idx="120">
                  <c:v>0.5000000000000001</c:v>
                </c:pt>
                <c:pt idx="121">
                  <c:v>0</c:v>
                </c:pt>
                <c:pt idx="122">
                  <c:v>0</c:v>
                </c:pt>
                <c:pt idx="123">
                  <c:v>0</c:v>
                </c:pt>
                <c:pt idx="124">
                  <c:v>0</c:v>
                </c:pt>
                <c:pt idx="125">
                  <c:v>0</c:v>
                </c:pt>
                <c:pt idx="126">
                  <c:v>0</c:v>
                </c:pt>
                <c:pt idx="127">
                  <c:v>0</c:v>
                </c:pt>
                <c:pt idx="128">
                  <c:v>0</c:v>
                </c:pt>
                <c:pt idx="129">
                  <c:v>0</c:v>
                </c:pt>
                <c:pt idx="130">
                  <c:v>0</c:v>
                </c:pt>
                <c:pt idx="131">
                  <c:v>0</c:v>
                </c:pt>
                <c:pt idx="132">
                  <c:v>0.8660254037844384</c:v>
                </c:pt>
                <c:pt idx="133">
                  <c:v>0</c:v>
                </c:pt>
                <c:pt idx="134">
                  <c:v>0</c:v>
                </c:pt>
                <c:pt idx="135">
                  <c:v>0</c:v>
                </c:pt>
                <c:pt idx="136">
                  <c:v>0</c:v>
                </c:pt>
                <c:pt idx="137">
                  <c:v>0</c:v>
                </c:pt>
                <c:pt idx="138">
                  <c:v>0</c:v>
                </c:pt>
                <c:pt idx="139">
                  <c:v>0</c:v>
                </c:pt>
                <c:pt idx="140">
                  <c:v>0</c:v>
                </c:pt>
                <c:pt idx="141">
                  <c:v>0</c:v>
                </c:pt>
                <c:pt idx="142">
                  <c:v>0</c:v>
                </c:pt>
                <c:pt idx="143">
                  <c:v>0</c:v>
                </c:pt>
                <c:pt idx="144">
                  <c:v>1</c:v>
                </c:pt>
                <c:pt idx="145">
                  <c:v>0</c:v>
                </c:pt>
                <c:pt idx="146">
                  <c:v>0</c:v>
                </c:pt>
                <c:pt idx="147">
                  <c:v>0</c:v>
                </c:pt>
                <c:pt idx="148">
                  <c:v>0</c:v>
                </c:pt>
                <c:pt idx="149">
                  <c:v>0</c:v>
                </c:pt>
                <c:pt idx="150">
                  <c:v>0</c:v>
                </c:pt>
                <c:pt idx="151">
                  <c:v>0</c:v>
                </c:pt>
                <c:pt idx="152">
                  <c:v>0</c:v>
                </c:pt>
                <c:pt idx="153">
                  <c:v>0</c:v>
                </c:pt>
                <c:pt idx="154">
                  <c:v>0</c:v>
                </c:pt>
                <c:pt idx="155">
                  <c:v>0</c:v>
                </c:pt>
                <c:pt idx="156">
                  <c:v>0.866025403784439</c:v>
                </c:pt>
                <c:pt idx="157">
                  <c:v>0</c:v>
                </c:pt>
                <c:pt idx="158">
                  <c:v>0</c:v>
                </c:pt>
                <c:pt idx="159">
                  <c:v>0</c:v>
                </c:pt>
                <c:pt idx="160">
                  <c:v>0</c:v>
                </c:pt>
                <c:pt idx="161">
                  <c:v>0</c:v>
                </c:pt>
                <c:pt idx="162">
                  <c:v>0</c:v>
                </c:pt>
                <c:pt idx="163">
                  <c:v>0</c:v>
                </c:pt>
                <c:pt idx="164">
                  <c:v>0</c:v>
                </c:pt>
                <c:pt idx="165">
                  <c:v>0</c:v>
                </c:pt>
                <c:pt idx="166">
                  <c:v>0</c:v>
                </c:pt>
                <c:pt idx="167">
                  <c:v>0</c:v>
                </c:pt>
                <c:pt idx="168">
                  <c:v>0.5000000000000006</c:v>
                </c:pt>
                <c:pt idx="169">
                  <c:v>0</c:v>
                </c:pt>
                <c:pt idx="170">
                  <c:v>0</c:v>
                </c:pt>
                <c:pt idx="171">
                  <c:v>0</c:v>
                </c:pt>
                <c:pt idx="172">
                  <c:v>0</c:v>
                </c:pt>
                <c:pt idx="173">
                  <c:v>0</c:v>
                </c:pt>
                <c:pt idx="174">
                  <c:v>0</c:v>
                </c:pt>
                <c:pt idx="175">
                  <c:v>0</c:v>
                </c:pt>
                <c:pt idx="176">
                  <c:v>0</c:v>
                </c:pt>
                <c:pt idx="177">
                  <c:v>0</c:v>
                </c:pt>
                <c:pt idx="178">
                  <c:v>0</c:v>
                </c:pt>
                <c:pt idx="179">
                  <c:v>0</c:v>
                </c:pt>
                <c:pt idx="180">
                  <c:v>3.061616997868383e-16</c:v>
                </c:pt>
                <c:pt idx="181">
                  <c:v>0</c:v>
                </c:pt>
                <c:pt idx="182">
                  <c:v>0</c:v>
                </c:pt>
                <c:pt idx="183">
                  <c:v>0</c:v>
                </c:pt>
                <c:pt idx="184">
                  <c:v>0</c:v>
                </c:pt>
                <c:pt idx="185">
                  <c:v>0</c:v>
                </c:pt>
                <c:pt idx="186">
                  <c:v>0</c:v>
                </c:pt>
                <c:pt idx="187">
                  <c:v>0</c:v>
                </c:pt>
                <c:pt idx="188">
                  <c:v>0</c:v>
                </c:pt>
                <c:pt idx="189">
                  <c:v>0</c:v>
                </c:pt>
                <c:pt idx="190">
                  <c:v>0</c:v>
                </c:pt>
                <c:pt idx="191">
                  <c:v>0</c:v>
                </c:pt>
                <c:pt idx="192">
                  <c:v>-0.4999999999999992</c:v>
                </c:pt>
                <c:pt idx="193">
                  <c:v>0</c:v>
                </c:pt>
                <c:pt idx="194">
                  <c:v>0</c:v>
                </c:pt>
                <c:pt idx="195">
                  <c:v>0</c:v>
                </c:pt>
                <c:pt idx="196">
                  <c:v>0</c:v>
                </c:pt>
                <c:pt idx="197">
                  <c:v>0</c:v>
                </c:pt>
                <c:pt idx="198">
                  <c:v>0</c:v>
                </c:pt>
                <c:pt idx="199">
                  <c:v>0</c:v>
                </c:pt>
                <c:pt idx="200">
                  <c:v>0</c:v>
                </c:pt>
                <c:pt idx="201">
                  <c:v>0</c:v>
                </c:pt>
                <c:pt idx="202">
                  <c:v>0</c:v>
                </c:pt>
                <c:pt idx="203">
                  <c:v>0</c:v>
                </c:pt>
                <c:pt idx="204">
                  <c:v>-0.8660254037844388</c:v>
                </c:pt>
                <c:pt idx="205">
                  <c:v>0</c:v>
                </c:pt>
                <c:pt idx="206">
                  <c:v>0</c:v>
                </c:pt>
                <c:pt idx="207">
                  <c:v>0</c:v>
                </c:pt>
                <c:pt idx="208">
                  <c:v>0</c:v>
                </c:pt>
                <c:pt idx="209">
                  <c:v>0</c:v>
                </c:pt>
                <c:pt idx="210">
                  <c:v>0</c:v>
                </c:pt>
                <c:pt idx="211">
                  <c:v>0</c:v>
                </c:pt>
                <c:pt idx="212">
                  <c:v>0</c:v>
                </c:pt>
                <c:pt idx="213">
                  <c:v>0</c:v>
                </c:pt>
                <c:pt idx="214">
                  <c:v>0</c:v>
                </c:pt>
                <c:pt idx="215">
                  <c:v>0</c:v>
                </c:pt>
                <c:pt idx="216">
                  <c:v>-1</c:v>
                </c:pt>
                <c:pt idx="217">
                  <c:v>0</c:v>
                </c:pt>
                <c:pt idx="218">
                  <c:v>0</c:v>
                </c:pt>
                <c:pt idx="219">
                  <c:v>0</c:v>
                </c:pt>
                <c:pt idx="220">
                  <c:v>0</c:v>
                </c:pt>
                <c:pt idx="221">
                  <c:v>0</c:v>
                </c:pt>
                <c:pt idx="222">
                  <c:v>0</c:v>
                </c:pt>
                <c:pt idx="223">
                  <c:v>0</c:v>
                </c:pt>
                <c:pt idx="224">
                  <c:v>0</c:v>
                </c:pt>
                <c:pt idx="225">
                  <c:v>0</c:v>
                </c:pt>
                <c:pt idx="226">
                  <c:v>0</c:v>
                </c:pt>
                <c:pt idx="227">
                  <c:v>0</c:v>
                </c:pt>
                <c:pt idx="228">
                  <c:v>-0.8660254037844392</c:v>
                </c:pt>
                <c:pt idx="229">
                  <c:v>0</c:v>
                </c:pt>
                <c:pt idx="230">
                  <c:v>0</c:v>
                </c:pt>
                <c:pt idx="231">
                  <c:v>0</c:v>
                </c:pt>
                <c:pt idx="232">
                  <c:v>0</c:v>
                </c:pt>
                <c:pt idx="233">
                  <c:v>0</c:v>
                </c:pt>
                <c:pt idx="234">
                  <c:v>0</c:v>
                </c:pt>
                <c:pt idx="235">
                  <c:v>0</c:v>
                </c:pt>
                <c:pt idx="236">
                  <c:v>0</c:v>
                </c:pt>
                <c:pt idx="237">
                  <c:v>0</c:v>
                </c:pt>
                <c:pt idx="238">
                  <c:v>0</c:v>
                </c:pt>
                <c:pt idx="239">
                  <c:v>0</c:v>
                </c:pt>
                <c:pt idx="240">
                  <c:v>-0.49999999999999983</c:v>
                </c:pt>
                <c:pt idx="241">
                  <c:v>0</c:v>
                </c:pt>
                <c:pt idx="242">
                  <c:v>0</c:v>
                </c:pt>
                <c:pt idx="243">
                  <c:v>0</c:v>
                </c:pt>
                <c:pt idx="244">
                  <c:v>0</c:v>
                </c:pt>
                <c:pt idx="245">
                  <c:v>0</c:v>
                </c:pt>
                <c:pt idx="246">
                  <c:v>0</c:v>
                </c:pt>
                <c:pt idx="247">
                  <c:v>0</c:v>
                </c:pt>
                <c:pt idx="248">
                  <c:v>0</c:v>
                </c:pt>
                <c:pt idx="249">
                  <c:v>0</c:v>
                </c:pt>
                <c:pt idx="250">
                  <c:v>0</c:v>
                </c:pt>
                <c:pt idx="251">
                  <c:v>0</c:v>
                </c:pt>
                <c:pt idx="252">
                  <c:v>-4.286263797015736e-16</c:v>
                </c:pt>
                <c:pt idx="253">
                  <c:v>0</c:v>
                </c:pt>
                <c:pt idx="254">
                  <c:v>0</c:v>
                </c:pt>
                <c:pt idx="255">
                  <c:v>0</c:v>
                </c:pt>
                <c:pt idx="256">
                  <c:v>0</c:v>
                </c:pt>
                <c:pt idx="257">
                  <c:v>0</c:v>
                </c:pt>
                <c:pt idx="258">
                  <c:v>0</c:v>
                </c:pt>
                <c:pt idx="259">
                  <c:v>0</c:v>
                </c:pt>
                <c:pt idx="260">
                  <c:v>0</c:v>
                </c:pt>
                <c:pt idx="261">
                  <c:v>0</c:v>
                </c:pt>
                <c:pt idx="262">
                  <c:v>0</c:v>
                </c:pt>
                <c:pt idx="263">
                  <c:v>0</c:v>
                </c:pt>
                <c:pt idx="264">
                  <c:v>0.4999999999999991</c:v>
                </c:pt>
                <c:pt idx="265">
                  <c:v>0</c:v>
                </c:pt>
                <c:pt idx="266">
                  <c:v>0</c:v>
                </c:pt>
                <c:pt idx="267">
                  <c:v>0</c:v>
                </c:pt>
                <c:pt idx="268">
                  <c:v>0</c:v>
                </c:pt>
                <c:pt idx="269">
                  <c:v>0</c:v>
                </c:pt>
                <c:pt idx="270">
                  <c:v>0</c:v>
                </c:pt>
                <c:pt idx="271">
                  <c:v>0</c:v>
                </c:pt>
                <c:pt idx="272">
                  <c:v>0</c:v>
                </c:pt>
                <c:pt idx="273">
                  <c:v>0</c:v>
                </c:pt>
                <c:pt idx="274">
                  <c:v>0</c:v>
                </c:pt>
                <c:pt idx="275">
                  <c:v>0</c:v>
                </c:pt>
                <c:pt idx="276">
                  <c:v>0.8660254037844378</c:v>
                </c:pt>
                <c:pt idx="277">
                  <c:v>0</c:v>
                </c:pt>
                <c:pt idx="278">
                  <c:v>0</c:v>
                </c:pt>
                <c:pt idx="279">
                  <c:v>0</c:v>
                </c:pt>
                <c:pt idx="280">
                  <c:v>0</c:v>
                </c:pt>
                <c:pt idx="281">
                  <c:v>0</c:v>
                </c:pt>
                <c:pt idx="282">
                  <c:v>0</c:v>
                </c:pt>
                <c:pt idx="283">
                  <c:v>0</c:v>
                </c:pt>
                <c:pt idx="284">
                  <c:v>0</c:v>
                </c:pt>
                <c:pt idx="285">
                  <c:v>0</c:v>
                </c:pt>
                <c:pt idx="286">
                  <c:v>0</c:v>
                </c:pt>
                <c:pt idx="287">
                  <c:v>0</c:v>
                </c:pt>
                <c:pt idx="288">
                  <c:v>1</c:v>
                </c:pt>
                <c:pt idx="289">
                  <c:v>0</c:v>
                </c:pt>
                <c:pt idx="290">
                  <c:v>0</c:v>
                </c:pt>
                <c:pt idx="291">
                  <c:v>0</c:v>
                </c:pt>
                <c:pt idx="292">
                  <c:v>0</c:v>
                </c:pt>
                <c:pt idx="293">
                  <c:v>0</c:v>
                </c:pt>
                <c:pt idx="294">
                  <c:v>0</c:v>
                </c:pt>
                <c:pt idx="295">
                  <c:v>0</c:v>
                </c:pt>
                <c:pt idx="296">
                  <c:v>0</c:v>
                </c:pt>
                <c:pt idx="297">
                  <c:v>0</c:v>
                </c:pt>
                <c:pt idx="298">
                  <c:v>0</c:v>
                </c:pt>
                <c:pt idx="299">
                  <c:v>0</c:v>
                </c:pt>
                <c:pt idx="300">
                  <c:v>0.8660254037844392</c:v>
                </c:pt>
                <c:pt idx="301">
                  <c:v>0</c:v>
                </c:pt>
                <c:pt idx="302">
                  <c:v>0</c:v>
                </c:pt>
                <c:pt idx="303">
                  <c:v>0</c:v>
                </c:pt>
                <c:pt idx="304">
                  <c:v>0</c:v>
                </c:pt>
                <c:pt idx="305">
                  <c:v>0</c:v>
                </c:pt>
                <c:pt idx="306">
                  <c:v>0</c:v>
                </c:pt>
                <c:pt idx="307">
                  <c:v>0</c:v>
                </c:pt>
                <c:pt idx="308">
                  <c:v>0</c:v>
                </c:pt>
                <c:pt idx="309">
                  <c:v>0</c:v>
                </c:pt>
                <c:pt idx="310">
                  <c:v>0</c:v>
                </c:pt>
                <c:pt idx="311">
                  <c:v>0</c:v>
                </c:pt>
                <c:pt idx="312">
                  <c:v>0.5000000000000014</c:v>
                </c:pt>
                <c:pt idx="313">
                  <c:v>0</c:v>
                </c:pt>
                <c:pt idx="314">
                  <c:v>0</c:v>
                </c:pt>
                <c:pt idx="315">
                  <c:v>0</c:v>
                </c:pt>
                <c:pt idx="316">
                  <c:v>0</c:v>
                </c:pt>
                <c:pt idx="317">
                  <c:v>0</c:v>
                </c:pt>
                <c:pt idx="318">
                  <c:v>0</c:v>
                </c:pt>
                <c:pt idx="319">
                  <c:v>0</c:v>
                </c:pt>
                <c:pt idx="320">
                  <c:v>0</c:v>
                </c:pt>
                <c:pt idx="321">
                  <c:v>0</c:v>
                </c:pt>
                <c:pt idx="322">
                  <c:v>0</c:v>
                </c:pt>
                <c:pt idx="323">
                  <c:v>0</c:v>
                </c:pt>
                <c:pt idx="324">
                  <c:v>2.3274478990165594e-15</c:v>
                </c:pt>
                <c:pt idx="325">
                  <c:v>0</c:v>
                </c:pt>
                <c:pt idx="326">
                  <c:v>0</c:v>
                </c:pt>
                <c:pt idx="327">
                  <c:v>0</c:v>
                </c:pt>
                <c:pt idx="328">
                  <c:v>0</c:v>
                </c:pt>
                <c:pt idx="329">
                  <c:v>0</c:v>
                </c:pt>
                <c:pt idx="330">
                  <c:v>0</c:v>
                </c:pt>
                <c:pt idx="331">
                  <c:v>0</c:v>
                </c:pt>
                <c:pt idx="332">
                  <c:v>0</c:v>
                </c:pt>
                <c:pt idx="333">
                  <c:v>0</c:v>
                </c:pt>
                <c:pt idx="334">
                  <c:v>0</c:v>
                </c:pt>
                <c:pt idx="335">
                  <c:v>0</c:v>
                </c:pt>
                <c:pt idx="336">
                  <c:v>-0.499999999999999</c:v>
                </c:pt>
                <c:pt idx="337">
                  <c:v>0</c:v>
                </c:pt>
                <c:pt idx="338">
                  <c:v>0</c:v>
                </c:pt>
                <c:pt idx="339">
                  <c:v>0</c:v>
                </c:pt>
                <c:pt idx="340">
                  <c:v>0</c:v>
                </c:pt>
                <c:pt idx="341">
                  <c:v>0</c:v>
                </c:pt>
                <c:pt idx="342">
                  <c:v>0</c:v>
                </c:pt>
                <c:pt idx="343">
                  <c:v>0</c:v>
                </c:pt>
                <c:pt idx="344">
                  <c:v>0</c:v>
                </c:pt>
                <c:pt idx="345">
                  <c:v>0</c:v>
                </c:pt>
                <c:pt idx="346">
                  <c:v>0</c:v>
                </c:pt>
                <c:pt idx="347">
                  <c:v>0</c:v>
                </c:pt>
                <c:pt idx="348">
                  <c:v>-0.8660254037844386</c:v>
                </c:pt>
                <c:pt idx="349">
                  <c:v>0</c:v>
                </c:pt>
                <c:pt idx="350">
                  <c:v>0</c:v>
                </c:pt>
                <c:pt idx="351">
                  <c:v>0</c:v>
                </c:pt>
                <c:pt idx="352">
                  <c:v>0</c:v>
                </c:pt>
                <c:pt idx="353">
                  <c:v>0</c:v>
                </c:pt>
                <c:pt idx="354">
                  <c:v>0</c:v>
                </c:pt>
                <c:pt idx="355">
                  <c:v>0</c:v>
                </c:pt>
                <c:pt idx="356">
                  <c:v>0</c:v>
                </c:pt>
                <c:pt idx="357">
                  <c:v>0</c:v>
                </c:pt>
                <c:pt idx="358">
                  <c:v>0</c:v>
                </c:pt>
                <c:pt idx="359">
                  <c:v>0</c:v>
                </c:pt>
                <c:pt idx="360">
                  <c:v>-1</c:v>
                </c:pt>
                <c:pt idx="361">
                  <c:v>0</c:v>
                </c:pt>
                <c:pt idx="362">
                  <c:v>0</c:v>
                </c:pt>
                <c:pt idx="363">
                  <c:v>0</c:v>
                </c:pt>
                <c:pt idx="364">
                  <c:v>0</c:v>
                </c:pt>
                <c:pt idx="365">
                  <c:v>0</c:v>
                </c:pt>
                <c:pt idx="366">
                  <c:v>0</c:v>
                </c:pt>
                <c:pt idx="367">
                  <c:v>0</c:v>
                </c:pt>
                <c:pt idx="368">
                  <c:v>0</c:v>
                </c:pt>
                <c:pt idx="369">
                  <c:v>0</c:v>
                </c:pt>
                <c:pt idx="370">
                  <c:v>0</c:v>
                </c:pt>
                <c:pt idx="371">
                  <c:v>0</c:v>
                </c:pt>
                <c:pt idx="372">
                  <c:v>-0.8660254037844393</c:v>
                </c:pt>
                <c:pt idx="373">
                  <c:v>0</c:v>
                </c:pt>
                <c:pt idx="374">
                  <c:v>0</c:v>
                </c:pt>
                <c:pt idx="375">
                  <c:v>0</c:v>
                </c:pt>
                <c:pt idx="376">
                  <c:v>0</c:v>
                </c:pt>
                <c:pt idx="377">
                  <c:v>0</c:v>
                </c:pt>
                <c:pt idx="378">
                  <c:v>0</c:v>
                </c:pt>
                <c:pt idx="379">
                  <c:v>0</c:v>
                </c:pt>
                <c:pt idx="380">
                  <c:v>0</c:v>
                </c:pt>
                <c:pt idx="381">
                  <c:v>0</c:v>
                </c:pt>
                <c:pt idx="382">
                  <c:v>0</c:v>
                </c:pt>
                <c:pt idx="383">
                  <c:v>0</c:v>
                </c:pt>
                <c:pt idx="384">
                  <c:v>-0.5000000000000016</c:v>
                </c:pt>
                <c:pt idx="385">
                  <c:v>0</c:v>
                </c:pt>
                <c:pt idx="386">
                  <c:v>0</c:v>
                </c:pt>
                <c:pt idx="387">
                  <c:v>0</c:v>
                </c:pt>
                <c:pt idx="388">
                  <c:v>0</c:v>
                </c:pt>
                <c:pt idx="389">
                  <c:v>0</c:v>
                </c:pt>
                <c:pt idx="390">
                  <c:v>0</c:v>
                </c:pt>
                <c:pt idx="391">
                  <c:v>0</c:v>
                </c:pt>
                <c:pt idx="392">
                  <c:v>0</c:v>
                </c:pt>
                <c:pt idx="393">
                  <c:v>0</c:v>
                </c:pt>
                <c:pt idx="394">
                  <c:v>0</c:v>
                </c:pt>
                <c:pt idx="395">
                  <c:v>0</c:v>
                </c:pt>
                <c:pt idx="396">
                  <c:v>-2.4499125789312946e-15</c:v>
                </c:pt>
                <c:pt idx="397">
                  <c:v>0</c:v>
                </c:pt>
                <c:pt idx="398">
                  <c:v>0</c:v>
                </c:pt>
                <c:pt idx="399">
                  <c:v>0</c:v>
                </c:pt>
                <c:pt idx="400">
                  <c:v>0</c:v>
                </c:pt>
                <c:pt idx="401">
                  <c:v>0</c:v>
                </c:pt>
                <c:pt idx="402">
                  <c:v>0</c:v>
                </c:pt>
                <c:pt idx="403">
                  <c:v>0</c:v>
                </c:pt>
                <c:pt idx="404">
                  <c:v>0</c:v>
                </c:pt>
                <c:pt idx="405">
                  <c:v>0</c:v>
                </c:pt>
                <c:pt idx="406">
                  <c:v>0</c:v>
                </c:pt>
                <c:pt idx="407">
                  <c:v>0</c:v>
                </c:pt>
                <c:pt idx="408">
                  <c:v>0.5000000000000004</c:v>
                </c:pt>
                <c:pt idx="409">
                  <c:v>0</c:v>
                </c:pt>
                <c:pt idx="410">
                  <c:v>0</c:v>
                </c:pt>
                <c:pt idx="411">
                  <c:v>0</c:v>
                </c:pt>
                <c:pt idx="412">
                  <c:v>0</c:v>
                </c:pt>
                <c:pt idx="413">
                  <c:v>0</c:v>
                </c:pt>
                <c:pt idx="414">
                  <c:v>0</c:v>
                </c:pt>
                <c:pt idx="415">
                  <c:v>0</c:v>
                </c:pt>
                <c:pt idx="416">
                  <c:v>0</c:v>
                </c:pt>
                <c:pt idx="417">
                  <c:v>0</c:v>
                </c:pt>
                <c:pt idx="418">
                  <c:v>0</c:v>
                </c:pt>
                <c:pt idx="419">
                  <c:v>0</c:v>
                </c:pt>
                <c:pt idx="420">
                  <c:v>0.8660254037844386</c:v>
                </c:pt>
                <c:pt idx="421">
                  <c:v>0</c:v>
                </c:pt>
                <c:pt idx="422">
                  <c:v>0</c:v>
                </c:pt>
                <c:pt idx="423">
                  <c:v>0</c:v>
                </c:pt>
                <c:pt idx="424">
                  <c:v>0</c:v>
                </c:pt>
                <c:pt idx="425">
                  <c:v>0</c:v>
                </c:pt>
                <c:pt idx="426">
                  <c:v>0</c:v>
                </c:pt>
                <c:pt idx="427">
                  <c:v>0</c:v>
                </c:pt>
                <c:pt idx="428">
                  <c:v>0</c:v>
                </c:pt>
                <c:pt idx="429">
                  <c:v>0</c:v>
                </c:pt>
                <c:pt idx="430">
                  <c:v>0</c:v>
                </c:pt>
                <c:pt idx="431">
                  <c:v>0</c:v>
                </c:pt>
                <c:pt idx="432">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0"/>
        <c:overlap val="0"/>
        <c:axId val="2094734554"/>
        <c:axId val="2094734552"/>
        <c:axId val="2094734556"/>
      </c:barChart>
      <c:lineChart>
        <c:varyColors val="0"/>
        <c:ser>
          <c:idx val="1"/>
          <c:order val="1"/>
          <c:tx>
            <c:strRef>
              <c:f>Sheet1!$C$1</c:f>
              <c:strCache>
                <c:ptCount val="1"/>
                <c:pt idx="0">
                  <c:v>x(t): 1 kHz wave</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2EC4B6"/>
                </a:solidFill>
                <a:prstDash val="solid"/>
                <a:round/>
              </a:ln>
              <a:effectLst/>
            </c:spPr>
          </c:marker>
          <c:cat>
            <c:multiLvlStrRef>
              <c:f>Sheet1!$A$2:$A$434</c:f>
              <c:multiLvlStrCache>
                <c:ptCount val="433"/>
                <c:lvl>
                  <c:pt idx="0">
                    <c:v>0.00</c:v>
                  </c:pt>
                  <c:pt idx="1">
                    <c:v>0.01</c:v>
                  </c:pt>
                  <c:pt idx="2">
                    <c:v>0.01</c:v>
                  </c:pt>
                  <c:pt idx="3">
                    <c:v>0.02</c:v>
                  </c:pt>
                  <c:pt idx="4">
                    <c:v>0.03</c:v>
                  </c:pt>
                  <c:pt idx="5">
                    <c:v>0.03</c:v>
                  </c:pt>
                  <c:pt idx="6">
                    <c:v>0.04</c:v>
                  </c:pt>
                  <c:pt idx="7">
                    <c:v>0.05</c:v>
                  </c:pt>
                  <c:pt idx="8">
                    <c:v>0.06</c:v>
                  </c:pt>
                  <c:pt idx="9">
                    <c:v>0.06</c:v>
                  </c:pt>
                  <c:pt idx="10">
                    <c:v>0.07</c:v>
                  </c:pt>
                  <c:pt idx="11">
                    <c:v>0.08</c:v>
                  </c:pt>
                  <c:pt idx="12">
                    <c:v>0.08</c:v>
                  </c:pt>
                  <c:pt idx="13">
                    <c:v>0.09</c:v>
                  </c:pt>
                  <c:pt idx="14">
                    <c:v>0.10</c:v>
                  </c:pt>
                  <c:pt idx="15">
                    <c:v>0.10</c:v>
                  </c:pt>
                  <c:pt idx="16">
                    <c:v>0.11</c:v>
                  </c:pt>
                  <c:pt idx="17">
                    <c:v>0.12</c:v>
                  </c:pt>
                  <c:pt idx="18">
                    <c:v>0.13</c:v>
                  </c:pt>
                  <c:pt idx="19">
                    <c:v>0.13</c:v>
                  </c:pt>
                  <c:pt idx="20">
                    <c:v>0.14</c:v>
                  </c:pt>
                  <c:pt idx="21">
                    <c:v>0.15</c:v>
                  </c:pt>
                  <c:pt idx="22">
                    <c:v>0.15</c:v>
                  </c:pt>
                  <c:pt idx="23">
                    <c:v>0.16</c:v>
                  </c:pt>
                  <c:pt idx="24">
                    <c:v>0.17</c:v>
                  </c:pt>
                  <c:pt idx="25">
                    <c:v>0.17</c:v>
                  </c:pt>
                  <c:pt idx="26">
                    <c:v>0.18</c:v>
                  </c:pt>
                  <c:pt idx="27">
                    <c:v>0.19</c:v>
                  </c:pt>
                  <c:pt idx="28">
                    <c:v>0.19</c:v>
                  </c:pt>
                  <c:pt idx="29">
                    <c:v>0.20</c:v>
                  </c:pt>
                  <c:pt idx="30">
                    <c:v>0.21</c:v>
                  </c:pt>
                  <c:pt idx="31">
                    <c:v>0.22</c:v>
                  </c:pt>
                  <c:pt idx="32">
                    <c:v>0.22</c:v>
                  </c:pt>
                  <c:pt idx="33">
                    <c:v>0.23</c:v>
                  </c:pt>
                  <c:pt idx="34">
                    <c:v>0.24</c:v>
                  </c:pt>
                  <c:pt idx="35">
                    <c:v>0.24</c:v>
                  </c:pt>
                  <c:pt idx="36">
                    <c:v>0.25</c:v>
                  </c:pt>
                  <c:pt idx="37">
                    <c:v>0.26</c:v>
                  </c:pt>
                  <c:pt idx="38">
                    <c:v>0.26</c:v>
                  </c:pt>
                  <c:pt idx="39">
                    <c:v>0.27</c:v>
                  </c:pt>
                  <c:pt idx="40">
                    <c:v>0.28</c:v>
                  </c:pt>
                  <c:pt idx="41">
                    <c:v>0.28</c:v>
                  </c:pt>
                  <c:pt idx="42">
                    <c:v>0.29</c:v>
                  </c:pt>
                  <c:pt idx="43">
                    <c:v>0.30</c:v>
                  </c:pt>
                  <c:pt idx="44">
                    <c:v>0.31</c:v>
                  </c:pt>
                  <c:pt idx="45">
                    <c:v>0.31</c:v>
                  </c:pt>
                  <c:pt idx="46">
                    <c:v>0.32</c:v>
                  </c:pt>
                  <c:pt idx="47">
                    <c:v>0.33</c:v>
                  </c:pt>
                  <c:pt idx="48">
                    <c:v>0.33</c:v>
                  </c:pt>
                  <c:pt idx="49">
                    <c:v>0.34</c:v>
                  </c:pt>
                  <c:pt idx="50">
                    <c:v>0.35</c:v>
                  </c:pt>
                  <c:pt idx="51">
                    <c:v>0.35</c:v>
                  </c:pt>
                  <c:pt idx="52">
                    <c:v>0.36</c:v>
                  </c:pt>
                  <c:pt idx="53">
                    <c:v>0.37</c:v>
                  </c:pt>
                  <c:pt idx="54">
                    <c:v>0.38</c:v>
                  </c:pt>
                  <c:pt idx="55">
                    <c:v>0.38</c:v>
                  </c:pt>
                  <c:pt idx="56">
                    <c:v>0.39</c:v>
                  </c:pt>
                  <c:pt idx="57">
                    <c:v>0.40</c:v>
                  </c:pt>
                  <c:pt idx="58">
                    <c:v>0.40</c:v>
                  </c:pt>
                  <c:pt idx="59">
                    <c:v>0.41</c:v>
                  </c:pt>
                  <c:pt idx="60">
                    <c:v>0.42</c:v>
                  </c:pt>
                  <c:pt idx="61">
                    <c:v>0.42</c:v>
                  </c:pt>
                  <c:pt idx="62">
                    <c:v>0.43</c:v>
                  </c:pt>
                  <c:pt idx="63">
                    <c:v>0.44</c:v>
                  </c:pt>
                  <c:pt idx="64">
                    <c:v>0.44</c:v>
                  </c:pt>
                  <c:pt idx="65">
                    <c:v>0.45</c:v>
                  </c:pt>
                  <c:pt idx="66">
                    <c:v>0.46</c:v>
                  </c:pt>
                  <c:pt idx="67">
                    <c:v>0.47</c:v>
                  </c:pt>
                  <c:pt idx="68">
                    <c:v>0.47</c:v>
                  </c:pt>
                  <c:pt idx="69">
                    <c:v>0.48</c:v>
                  </c:pt>
                  <c:pt idx="70">
                    <c:v>0.49</c:v>
                  </c:pt>
                  <c:pt idx="71">
                    <c:v>0.49</c:v>
                  </c:pt>
                  <c:pt idx="72">
                    <c:v>0.50</c:v>
                  </c:pt>
                  <c:pt idx="73">
                    <c:v>0.51</c:v>
                  </c:pt>
                  <c:pt idx="74">
                    <c:v>0.51</c:v>
                  </c:pt>
                  <c:pt idx="75">
                    <c:v>0.52</c:v>
                  </c:pt>
                  <c:pt idx="76">
                    <c:v>0.53</c:v>
                  </c:pt>
                  <c:pt idx="77">
                    <c:v>0.53</c:v>
                  </c:pt>
                  <c:pt idx="78">
                    <c:v>0.54</c:v>
                  </c:pt>
                  <c:pt idx="79">
                    <c:v>0.55</c:v>
                  </c:pt>
                  <c:pt idx="80">
                    <c:v>0.56</c:v>
                  </c:pt>
                  <c:pt idx="81">
                    <c:v>0.56</c:v>
                  </c:pt>
                  <c:pt idx="82">
                    <c:v>0.57</c:v>
                  </c:pt>
                  <c:pt idx="83">
                    <c:v>0.58</c:v>
                  </c:pt>
                  <c:pt idx="84">
                    <c:v>0.58</c:v>
                  </c:pt>
                  <c:pt idx="85">
                    <c:v>0.59</c:v>
                  </c:pt>
                  <c:pt idx="86">
                    <c:v>0.60</c:v>
                  </c:pt>
                  <c:pt idx="87">
                    <c:v>0.60</c:v>
                  </c:pt>
                  <c:pt idx="88">
                    <c:v>0.61</c:v>
                  </c:pt>
                  <c:pt idx="89">
                    <c:v>0.62</c:v>
                  </c:pt>
                  <c:pt idx="90">
                    <c:v>0.63</c:v>
                  </c:pt>
                  <c:pt idx="91">
                    <c:v>0.63</c:v>
                  </c:pt>
                  <c:pt idx="92">
                    <c:v>0.64</c:v>
                  </c:pt>
                  <c:pt idx="93">
                    <c:v>0.65</c:v>
                  </c:pt>
                  <c:pt idx="94">
                    <c:v>0.65</c:v>
                  </c:pt>
                  <c:pt idx="95">
                    <c:v>0.66</c:v>
                  </c:pt>
                  <c:pt idx="96">
                    <c:v>0.67</c:v>
                  </c:pt>
                  <c:pt idx="97">
                    <c:v>0.67</c:v>
                  </c:pt>
                  <c:pt idx="98">
                    <c:v>0.68</c:v>
                  </c:pt>
                  <c:pt idx="99">
                    <c:v>0.69</c:v>
                  </c:pt>
                  <c:pt idx="100">
                    <c:v>0.69</c:v>
                  </c:pt>
                  <c:pt idx="101">
                    <c:v>0.70</c:v>
                  </c:pt>
                  <c:pt idx="102">
                    <c:v>0.71</c:v>
                  </c:pt>
                  <c:pt idx="103">
                    <c:v>0.72</c:v>
                  </c:pt>
                  <c:pt idx="104">
                    <c:v>0.72</c:v>
                  </c:pt>
                  <c:pt idx="105">
                    <c:v>0.73</c:v>
                  </c:pt>
                  <c:pt idx="106">
                    <c:v>0.74</c:v>
                  </c:pt>
                  <c:pt idx="107">
                    <c:v>0.74</c:v>
                  </c:pt>
                  <c:pt idx="108">
                    <c:v>0.75</c:v>
                  </c:pt>
                  <c:pt idx="109">
                    <c:v>0.76</c:v>
                  </c:pt>
                  <c:pt idx="110">
                    <c:v>0.76</c:v>
                  </c:pt>
                  <c:pt idx="111">
                    <c:v>0.77</c:v>
                  </c:pt>
                  <c:pt idx="112">
                    <c:v>0.78</c:v>
                  </c:pt>
                  <c:pt idx="113">
                    <c:v>0.78</c:v>
                  </c:pt>
                  <c:pt idx="114">
                    <c:v>0.79</c:v>
                  </c:pt>
                  <c:pt idx="115">
                    <c:v>0.80</c:v>
                  </c:pt>
                  <c:pt idx="116">
                    <c:v>0.81</c:v>
                  </c:pt>
                  <c:pt idx="117">
                    <c:v>0.81</c:v>
                  </c:pt>
                  <c:pt idx="118">
                    <c:v>0.82</c:v>
                  </c:pt>
                  <c:pt idx="119">
                    <c:v>0.83</c:v>
                  </c:pt>
                  <c:pt idx="120">
                    <c:v>0.83</c:v>
                  </c:pt>
                  <c:pt idx="121">
                    <c:v>0.84</c:v>
                  </c:pt>
                  <c:pt idx="122">
                    <c:v>0.85</c:v>
                  </c:pt>
                  <c:pt idx="123">
                    <c:v>0.85</c:v>
                  </c:pt>
                  <c:pt idx="124">
                    <c:v>0.86</c:v>
                  </c:pt>
                  <c:pt idx="125">
                    <c:v>0.87</c:v>
                  </c:pt>
                  <c:pt idx="126">
                    <c:v>0.88</c:v>
                  </c:pt>
                  <c:pt idx="127">
                    <c:v>0.88</c:v>
                  </c:pt>
                  <c:pt idx="128">
                    <c:v>0.89</c:v>
                  </c:pt>
                  <c:pt idx="129">
                    <c:v>0.90</c:v>
                  </c:pt>
                  <c:pt idx="130">
                    <c:v>0.90</c:v>
                  </c:pt>
                  <c:pt idx="131">
                    <c:v>0.91</c:v>
                  </c:pt>
                  <c:pt idx="132">
                    <c:v>0.92</c:v>
                  </c:pt>
                  <c:pt idx="133">
                    <c:v>0.92</c:v>
                  </c:pt>
                  <c:pt idx="134">
                    <c:v>0.93</c:v>
                  </c:pt>
                  <c:pt idx="135">
                    <c:v>0.94</c:v>
                  </c:pt>
                  <c:pt idx="136">
                    <c:v>0.94</c:v>
                  </c:pt>
                  <c:pt idx="137">
                    <c:v>0.95</c:v>
                  </c:pt>
                  <c:pt idx="138">
                    <c:v>0.96</c:v>
                  </c:pt>
                  <c:pt idx="139">
                    <c:v>0.97</c:v>
                  </c:pt>
                  <c:pt idx="140">
                    <c:v>0.97</c:v>
                  </c:pt>
                  <c:pt idx="141">
                    <c:v>0.98</c:v>
                  </c:pt>
                  <c:pt idx="142">
                    <c:v>0.99</c:v>
                  </c:pt>
                  <c:pt idx="143">
                    <c:v>0.99</c:v>
                  </c:pt>
                  <c:pt idx="144">
                    <c:v>1.00</c:v>
                  </c:pt>
                  <c:pt idx="145">
                    <c:v>1.01</c:v>
                  </c:pt>
                  <c:pt idx="146">
                    <c:v>1.01</c:v>
                  </c:pt>
                  <c:pt idx="147">
                    <c:v>1.02</c:v>
                  </c:pt>
                  <c:pt idx="148">
                    <c:v>1.03</c:v>
                  </c:pt>
                  <c:pt idx="149">
                    <c:v>1.03</c:v>
                  </c:pt>
                  <c:pt idx="150">
                    <c:v>1.04</c:v>
                  </c:pt>
                  <c:pt idx="151">
                    <c:v>1.05</c:v>
                  </c:pt>
                  <c:pt idx="152">
                    <c:v>1.06</c:v>
                  </c:pt>
                  <c:pt idx="153">
                    <c:v>1.06</c:v>
                  </c:pt>
                  <c:pt idx="154">
                    <c:v>1.07</c:v>
                  </c:pt>
                  <c:pt idx="155">
                    <c:v>1.08</c:v>
                  </c:pt>
                  <c:pt idx="156">
                    <c:v>1.08</c:v>
                  </c:pt>
                  <c:pt idx="157">
                    <c:v>1.09</c:v>
                  </c:pt>
                  <c:pt idx="158">
                    <c:v>1.10</c:v>
                  </c:pt>
                  <c:pt idx="159">
                    <c:v>1.10</c:v>
                  </c:pt>
                  <c:pt idx="160">
                    <c:v>1.11</c:v>
                  </c:pt>
                  <c:pt idx="161">
                    <c:v>1.12</c:v>
                  </c:pt>
                  <c:pt idx="162">
                    <c:v>1.13</c:v>
                  </c:pt>
                  <c:pt idx="163">
                    <c:v>1.13</c:v>
                  </c:pt>
                  <c:pt idx="164">
                    <c:v>1.14</c:v>
                  </c:pt>
                  <c:pt idx="165">
                    <c:v>1.15</c:v>
                  </c:pt>
                  <c:pt idx="166">
                    <c:v>1.15</c:v>
                  </c:pt>
                  <c:pt idx="167">
                    <c:v>1.16</c:v>
                  </c:pt>
                  <c:pt idx="168">
                    <c:v>1.17</c:v>
                  </c:pt>
                  <c:pt idx="169">
                    <c:v>1.17</c:v>
                  </c:pt>
                  <c:pt idx="170">
                    <c:v>1.18</c:v>
                  </c:pt>
                  <c:pt idx="171">
                    <c:v>1.19</c:v>
                  </c:pt>
                  <c:pt idx="172">
                    <c:v>1.19</c:v>
                  </c:pt>
                  <c:pt idx="173">
                    <c:v>1.20</c:v>
                  </c:pt>
                  <c:pt idx="174">
                    <c:v>1.21</c:v>
                  </c:pt>
                  <c:pt idx="175">
                    <c:v>1.22</c:v>
                  </c:pt>
                  <c:pt idx="176">
                    <c:v>1.22</c:v>
                  </c:pt>
                  <c:pt idx="177">
                    <c:v>1.23</c:v>
                  </c:pt>
                  <c:pt idx="178">
                    <c:v>1.24</c:v>
                  </c:pt>
                  <c:pt idx="179">
                    <c:v>1.24</c:v>
                  </c:pt>
                  <c:pt idx="180">
                    <c:v>1.25</c:v>
                  </c:pt>
                  <c:pt idx="181">
                    <c:v>1.26</c:v>
                  </c:pt>
                  <c:pt idx="182">
                    <c:v>1.26</c:v>
                  </c:pt>
                  <c:pt idx="183">
                    <c:v>1.27</c:v>
                  </c:pt>
                  <c:pt idx="184">
                    <c:v>1.28</c:v>
                  </c:pt>
                  <c:pt idx="185">
                    <c:v>1.28</c:v>
                  </c:pt>
                  <c:pt idx="186">
                    <c:v>1.29</c:v>
                  </c:pt>
                  <c:pt idx="187">
                    <c:v>1.30</c:v>
                  </c:pt>
                  <c:pt idx="188">
                    <c:v>1.31</c:v>
                  </c:pt>
                  <c:pt idx="189">
                    <c:v>1.31</c:v>
                  </c:pt>
                  <c:pt idx="190">
                    <c:v>1.32</c:v>
                  </c:pt>
                  <c:pt idx="191">
                    <c:v>1.33</c:v>
                  </c:pt>
                  <c:pt idx="192">
                    <c:v>1.33</c:v>
                  </c:pt>
                  <c:pt idx="193">
                    <c:v>1.34</c:v>
                  </c:pt>
                  <c:pt idx="194">
                    <c:v>1.35</c:v>
                  </c:pt>
                  <c:pt idx="195">
                    <c:v>1.35</c:v>
                  </c:pt>
                  <c:pt idx="196">
                    <c:v>1.36</c:v>
                  </c:pt>
                  <c:pt idx="197">
                    <c:v>1.37</c:v>
                  </c:pt>
                  <c:pt idx="198">
                    <c:v>1.38</c:v>
                  </c:pt>
                  <c:pt idx="199">
                    <c:v>1.38</c:v>
                  </c:pt>
                  <c:pt idx="200">
                    <c:v>1.39</c:v>
                  </c:pt>
                  <c:pt idx="201">
                    <c:v>1.40</c:v>
                  </c:pt>
                  <c:pt idx="202">
                    <c:v>1.40</c:v>
                  </c:pt>
                  <c:pt idx="203">
                    <c:v>1.41</c:v>
                  </c:pt>
                  <c:pt idx="204">
                    <c:v>1.42</c:v>
                  </c:pt>
                  <c:pt idx="205">
                    <c:v>1.42</c:v>
                  </c:pt>
                  <c:pt idx="206">
                    <c:v>1.43</c:v>
                  </c:pt>
                  <c:pt idx="207">
                    <c:v>1.44</c:v>
                  </c:pt>
                  <c:pt idx="208">
                    <c:v>1.44</c:v>
                  </c:pt>
                  <c:pt idx="209">
                    <c:v>1.45</c:v>
                  </c:pt>
                  <c:pt idx="210">
                    <c:v>1.46</c:v>
                  </c:pt>
                  <c:pt idx="211">
                    <c:v>1.47</c:v>
                  </c:pt>
                  <c:pt idx="212">
                    <c:v>1.47</c:v>
                  </c:pt>
                  <c:pt idx="213">
                    <c:v>1.48</c:v>
                  </c:pt>
                  <c:pt idx="214">
                    <c:v>1.49</c:v>
                  </c:pt>
                  <c:pt idx="215">
                    <c:v>1.49</c:v>
                  </c:pt>
                  <c:pt idx="216">
                    <c:v>1.50</c:v>
                  </c:pt>
                  <c:pt idx="217">
                    <c:v>1.51</c:v>
                  </c:pt>
                  <c:pt idx="218">
                    <c:v>1.51</c:v>
                  </c:pt>
                  <c:pt idx="219">
                    <c:v>1.52</c:v>
                  </c:pt>
                  <c:pt idx="220">
                    <c:v>1.53</c:v>
                  </c:pt>
                  <c:pt idx="221">
                    <c:v>1.53</c:v>
                  </c:pt>
                  <c:pt idx="222">
                    <c:v>1.54</c:v>
                  </c:pt>
                  <c:pt idx="223">
                    <c:v>1.55</c:v>
                  </c:pt>
                  <c:pt idx="224">
                    <c:v>1.56</c:v>
                  </c:pt>
                  <c:pt idx="225">
                    <c:v>1.56</c:v>
                  </c:pt>
                  <c:pt idx="226">
                    <c:v>1.57</c:v>
                  </c:pt>
                  <c:pt idx="227">
                    <c:v>1.58</c:v>
                  </c:pt>
                  <c:pt idx="228">
                    <c:v>1.58</c:v>
                  </c:pt>
                  <c:pt idx="229">
                    <c:v>1.59</c:v>
                  </c:pt>
                  <c:pt idx="230">
                    <c:v>1.60</c:v>
                  </c:pt>
                  <c:pt idx="231">
                    <c:v>1.60</c:v>
                  </c:pt>
                  <c:pt idx="232">
                    <c:v>1.61</c:v>
                  </c:pt>
                  <c:pt idx="233">
                    <c:v>1.62</c:v>
                  </c:pt>
                  <c:pt idx="234">
                    <c:v>1.63</c:v>
                  </c:pt>
                  <c:pt idx="235">
                    <c:v>1.63</c:v>
                  </c:pt>
                  <c:pt idx="236">
                    <c:v>1.64</c:v>
                  </c:pt>
                  <c:pt idx="237">
                    <c:v>1.65</c:v>
                  </c:pt>
                  <c:pt idx="238">
                    <c:v>1.65</c:v>
                  </c:pt>
                  <c:pt idx="239">
                    <c:v>1.66</c:v>
                  </c:pt>
                  <c:pt idx="240">
                    <c:v>1.67</c:v>
                  </c:pt>
                  <c:pt idx="241">
                    <c:v>1.67</c:v>
                  </c:pt>
                  <c:pt idx="242">
                    <c:v>1.68</c:v>
                  </c:pt>
                  <c:pt idx="243">
                    <c:v>1.69</c:v>
                  </c:pt>
                  <c:pt idx="244">
                    <c:v>1.69</c:v>
                  </c:pt>
                  <c:pt idx="245">
                    <c:v>1.70</c:v>
                  </c:pt>
                  <c:pt idx="246">
                    <c:v>1.71</c:v>
                  </c:pt>
                  <c:pt idx="247">
                    <c:v>1.72</c:v>
                  </c:pt>
                  <c:pt idx="248">
                    <c:v>1.72</c:v>
                  </c:pt>
                  <c:pt idx="249">
                    <c:v>1.73</c:v>
                  </c:pt>
                  <c:pt idx="250">
                    <c:v>1.74</c:v>
                  </c:pt>
                  <c:pt idx="251">
                    <c:v>1.74</c:v>
                  </c:pt>
                  <c:pt idx="252">
                    <c:v>1.75</c:v>
                  </c:pt>
                  <c:pt idx="253">
                    <c:v>1.76</c:v>
                  </c:pt>
                  <c:pt idx="254">
                    <c:v>1.76</c:v>
                  </c:pt>
                  <c:pt idx="255">
                    <c:v>1.77</c:v>
                  </c:pt>
                  <c:pt idx="256">
                    <c:v>1.78</c:v>
                  </c:pt>
                  <c:pt idx="257">
                    <c:v>1.78</c:v>
                  </c:pt>
                  <c:pt idx="258">
                    <c:v>1.79</c:v>
                  </c:pt>
                  <c:pt idx="259">
                    <c:v>1.80</c:v>
                  </c:pt>
                  <c:pt idx="260">
                    <c:v>1.81</c:v>
                  </c:pt>
                  <c:pt idx="261">
                    <c:v>1.81</c:v>
                  </c:pt>
                  <c:pt idx="262">
                    <c:v>1.82</c:v>
                  </c:pt>
                  <c:pt idx="263">
                    <c:v>1.83</c:v>
                  </c:pt>
                  <c:pt idx="264">
                    <c:v>1.83</c:v>
                  </c:pt>
                  <c:pt idx="265">
                    <c:v>1.84</c:v>
                  </c:pt>
                  <c:pt idx="266">
                    <c:v>1.85</c:v>
                  </c:pt>
                  <c:pt idx="267">
                    <c:v>1.85</c:v>
                  </c:pt>
                  <c:pt idx="268">
                    <c:v>1.86</c:v>
                  </c:pt>
                  <c:pt idx="269">
                    <c:v>1.87</c:v>
                  </c:pt>
                  <c:pt idx="270">
                    <c:v>1.88</c:v>
                  </c:pt>
                  <c:pt idx="271">
                    <c:v>1.88</c:v>
                  </c:pt>
                  <c:pt idx="272">
                    <c:v>1.89</c:v>
                  </c:pt>
                  <c:pt idx="273">
                    <c:v>1.90</c:v>
                  </c:pt>
                  <c:pt idx="274">
                    <c:v>1.90</c:v>
                  </c:pt>
                  <c:pt idx="275">
                    <c:v>1.91</c:v>
                  </c:pt>
                  <c:pt idx="276">
                    <c:v>1.92</c:v>
                  </c:pt>
                  <c:pt idx="277">
                    <c:v>1.92</c:v>
                  </c:pt>
                  <c:pt idx="278">
                    <c:v>1.93</c:v>
                  </c:pt>
                  <c:pt idx="279">
                    <c:v>1.94</c:v>
                  </c:pt>
                  <c:pt idx="280">
                    <c:v>1.94</c:v>
                  </c:pt>
                  <c:pt idx="281">
                    <c:v>1.95</c:v>
                  </c:pt>
                  <c:pt idx="282">
                    <c:v>1.96</c:v>
                  </c:pt>
                  <c:pt idx="283">
                    <c:v>1.97</c:v>
                  </c:pt>
                  <c:pt idx="284">
                    <c:v>1.97</c:v>
                  </c:pt>
                  <c:pt idx="285">
                    <c:v>1.98</c:v>
                  </c:pt>
                  <c:pt idx="286">
                    <c:v>1.99</c:v>
                  </c:pt>
                  <c:pt idx="287">
                    <c:v>1.99</c:v>
                  </c:pt>
                  <c:pt idx="288">
                    <c:v>2.00</c:v>
                  </c:pt>
                  <c:pt idx="289">
                    <c:v>2.01</c:v>
                  </c:pt>
                  <c:pt idx="290">
                    <c:v>2.01</c:v>
                  </c:pt>
                  <c:pt idx="291">
                    <c:v>2.02</c:v>
                  </c:pt>
                  <c:pt idx="292">
                    <c:v>2.03</c:v>
                  </c:pt>
                  <c:pt idx="293">
                    <c:v>2.03</c:v>
                  </c:pt>
                  <c:pt idx="294">
                    <c:v>2.04</c:v>
                  </c:pt>
                  <c:pt idx="295">
                    <c:v>2.05</c:v>
                  </c:pt>
                  <c:pt idx="296">
                    <c:v>2.06</c:v>
                  </c:pt>
                  <c:pt idx="297">
                    <c:v>2.06</c:v>
                  </c:pt>
                  <c:pt idx="298">
                    <c:v>2.07</c:v>
                  </c:pt>
                  <c:pt idx="299">
                    <c:v>2.08</c:v>
                  </c:pt>
                  <c:pt idx="300">
                    <c:v>2.08</c:v>
                  </c:pt>
                  <c:pt idx="301">
                    <c:v>2.09</c:v>
                  </c:pt>
                  <c:pt idx="302">
                    <c:v>2.10</c:v>
                  </c:pt>
                  <c:pt idx="303">
                    <c:v>2.10</c:v>
                  </c:pt>
                  <c:pt idx="304">
                    <c:v>2.11</c:v>
                  </c:pt>
                  <c:pt idx="305">
                    <c:v>2.12</c:v>
                  </c:pt>
                  <c:pt idx="306">
                    <c:v>2.13</c:v>
                  </c:pt>
                  <c:pt idx="307">
                    <c:v>2.13</c:v>
                  </c:pt>
                  <c:pt idx="308">
                    <c:v>2.14</c:v>
                  </c:pt>
                  <c:pt idx="309">
                    <c:v>2.15</c:v>
                  </c:pt>
                  <c:pt idx="310">
                    <c:v>2.15</c:v>
                  </c:pt>
                  <c:pt idx="311">
                    <c:v>2.16</c:v>
                  </c:pt>
                  <c:pt idx="312">
                    <c:v>2.17</c:v>
                  </c:pt>
                  <c:pt idx="313">
                    <c:v>2.17</c:v>
                  </c:pt>
                  <c:pt idx="314">
                    <c:v>2.18</c:v>
                  </c:pt>
                  <c:pt idx="315">
                    <c:v>2.19</c:v>
                  </c:pt>
                  <c:pt idx="316">
                    <c:v>2.19</c:v>
                  </c:pt>
                  <c:pt idx="317">
                    <c:v>2.20</c:v>
                  </c:pt>
                  <c:pt idx="318">
                    <c:v>2.21</c:v>
                  </c:pt>
                  <c:pt idx="319">
                    <c:v>2.22</c:v>
                  </c:pt>
                  <c:pt idx="320">
                    <c:v>2.22</c:v>
                  </c:pt>
                  <c:pt idx="321">
                    <c:v>2.23</c:v>
                  </c:pt>
                  <c:pt idx="322">
                    <c:v>2.24</c:v>
                  </c:pt>
                  <c:pt idx="323">
                    <c:v>2.24</c:v>
                  </c:pt>
                  <c:pt idx="324">
                    <c:v>2.25</c:v>
                  </c:pt>
                  <c:pt idx="325">
                    <c:v>2.26</c:v>
                  </c:pt>
                  <c:pt idx="326">
                    <c:v>2.26</c:v>
                  </c:pt>
                  <c:pt idx="327">
                    <c:v>2.27</c:v>
                  </c:pt>
                  <c:pt idx="328">
                    <c:v>2.28</c:v>
                  </c:pt>
                  <c:pt idx="329">
                    <c:v>2.28</c:v>
                  </c:pt>
                  <c:pt idx="330">
                    <c:v>2.29</c:v>
                  </c:pt>
                  <c:pt idx="331">
                    <c:v>2.30</c:v>
                  </c:pt>
                  <c:pt idx="332">
                    <c:v>2.31</c:v>
                  </c:pt>
                  <c:pt idx="333">
                    <c:v>2.31</c:v>
                  </c:pt>
                  <c:pt idx="334">
                    <c:v>2.32</c:v>
                  </c:pt>
                  <c:pt idx="335">
                    <c:v>2.33</c:v>
                  </c:pt>
                  <c:pt idx="336">
                    <c:v>2.33</c:v>
                  </c:pt>
                  <c:pt idx="337">
                    <c:v>2.34</c:v>
                  </c:pt>
                  <c:pt idx="338">
                    <c:v>2.35</c:v>
                  </c:pt>
                  <c:pt idx="339">
                    <c:v>2.35</c:v>
                  </c:pt>
                  <c:pt idx="340">
                    <c:v>2.36</c:v>
                  </c:pt>
                  <c:pt idx="341">
                    <c:v>2.37</c:v>
                  </c:pt>
                  <c:pt idx="342">
                    <c:v>2.38</c:v>
                  </c:pt>
                  <c:pt idx="343">
                    <c:v>2.38</c:v>
                  </c:pt>
                  <c:pt idx="344">
                    <c:v>2.39</c:v>
                  </c:pt>
                  <c:pt idx="345">
                    <c:v>2.40</c:v>
                  </c:pt>
                  <c:pt idx="346">
                    <c:v>2.40</c:v>
                  </c:pt>
                  <c:pt idx="347">
                    <c:v>2.41</c:v>
                  </c:pt>
                  <c:pt idx="348">
                    <c:v>2.42</c:v>
                  </c:pt>
                  <c:pt idx="349">
                    <c:v>2.42</c:v>
                  </c:pt>
                  <c:pt idx="350">
                    <c:v>2.43</c:v>
                  </c:pt>
                  <c:pt idx="351">
                    <c:v>2.44</c:v>
                  </c:pt>
                  <c:pt idx="352">
                    <c:v>2.44</c:v>
                  </c:pt>
                  <c:pt idx="353">
                    <c:v>2.45</c:v>
                  </c:pt>
                  <c:pt idx="354">
                    <c:v>2.46</c:v>
                  </c:pt>
                  <c:pt idx="355">
                    <c:v>2.47</c:v>
                  </c:pt>
                  <c:pt idx="356">
                    <c:v>2.47</c:v>
                  </c:pt>
                  <c:pt idx="357">
                    <c:v>2.48</c:v>
                  </c:pt>
                  <c:pt idx="358">
                    <c:v>2.49</c:v>
                  </c:pt>
                  <c:pt idx="359">
                    <c:v>2.49</c:v>
                  </c:pt>
                  <c:pt idx="360">
                    <c:v>2.50</c:v>
                  </c:pt>
                  <c:pt idx="361">
                    <c:v>2.51</c:v>
                  </c:pt>
                  <c:pt idx="362">
                    <c:v>2.51</c:v>
                  </c:pt>
                  <c:pt idx="363">
                    <c:v>2.52</c:v>
                  </c:pt>
                  <c:pt idx="364">
                    <c:v>2.53</c:v>
                  </c:pt>
                  <c:pt idx="365">
                    <c:v>2.53</c:v>
                  </c:pt>
                  <c:pt idx="366">
                    <c:v>2.54</c:v>
                  </c:pt>
                  <c:pt idx="367">
                    <c:v>2.55</c:v>
                  </c:pt>
                  <c:pt idx="368">
                    <c:v>2.56</c:v>
                  </c:pt>
                  <c:pt idx="369">
                    <c:v>2.56</c:v>
                  </c:pt>
                  <c:pt idx="370">
                    <c:v>2.57</c:v>
                  </c:pt>
                  <c:pt idx="371">
                    <c:v>2.58</c:v>
                  </c:pt>
                  <c:pt idx="372">
                    <c:v>2.58</c:v>
                  </c:pt>
                  <c:pt idx="373">
                    <c:v>2.59</c:v>
                  </c:pt>
                  <c:pt idx="374">
                    <c:v>2.60</c:v>
                  </c:pt>
                  <c:pt idx="375">
                    <c:v>2.60</c:v>
                  </c:pt>
                  <c:pt idx="376">
                    <c:v>2.61</c:v>
                  </c:pt>
                  <c:pt idx="377">
                    <c:v>2.62</c:v>
                  </c:pt>
                  <c:pt idx="378">
                    <c:v>2.63</c:v>
                  </c:pt>
                  <c:pt idx="379">
                    <c:v>2.63</c:v>
                  </c:pt>
                  <c:pt idx="380">
                    <c:v>2.64</c:v>
                  </c:pt>
                  <c:pt idx="381">
                    <c:v>2.65</c:v>
                  </c:pt>
                  <c:pt idx="382">
                    <c:v>2.65</c:v>
                  </c:pt>
                  <c:pt idx="383">
                    <c:v>2.66</c:v>
                  </c:pt>
                  <c:pt idx="384">
                    <c:v>2.67</c:v>
                  </c:pt>
                  <c:pt idx="385">
                    <c:v>2.67</c:v>
                  </c:pt>
                  <c:pt idx="386">
                    <c:v>2.68</c:v>
                  </c:pt>
                  <c:pt idx="387">
                    <c:v>2.69</c:v>
                  </c:pt>
                  <c:pt idx="388">
                    <c:v>2.69</c:v>
                  </c:pt>
                  <c:pt idx="389">
                    <c:v>2.70</c:v>
                  </c:pt>
                  <c:pt idx="390">
                    <c:v>2.71</c:v>
                  </c:pt>
                  <c:pt idx="391">
                    <c:v>2.72</c:v>
                  </c:pt>
                  <c:pt idx="392">
                    <c:v>2.72</c:v>
                  </c:pt>
                  <c:pt idx="393">
                    <c:v>2.73</c:v>
                  </c:pt>
                  <c:pt idx="394">
                    <c:v>2.74</c:v>
                  </c:pt>
                  <c:pt idx="395">
                    <c:v>2.74</c:v>
                  </c:pt>
                  <c:pt idx="396">
                    <c:v>2.75</c:v>
                  </c:pt>
                  <c:pt idx="397">
                    <c:v>2.76</c:v>
                  </c:pt>
                  <c:pt idx="398">
                    <c:v>2.76</c:v>
                  </c:pt>
                  <c:pt idx="399">
                    <c:v>2.77</c:v>
                  </c:pt>
                  <c:pt idx="400">
                    <c:v>2.78</c:v>
                  </c:pt>
                  <c:pt idx="401">
                    <c:v>2.78</c:v>
                  </c:pt>
                  <c:pt idx="402">
                    <c:v>2.79</c:v>
                  </c:pt>
                  <c:pt idx="403">
                    <c:v>2.80</c:v>
                  </c:pt>
                  <c:pt idx="404">
                    <c:v>2.81</c:v>
                  </c:pt>
                  <c:pt idx="405">
                    <c:v>2.81</c:v>
                  </c:pt>
                  <c:pt idx="406">
                    <c:v>2.82</c:v>
                  </c:pt>
                  <c:pt idx="407">
                    <c:v>2.83</c:v>
                  </c:pt>
                  <c:pt idx="408">
                    <c:v>2.83</c:v>
                  </c:pt>
                  <c:pt idx="409">
                    <c:v>2.84</c:v>
                  </c:pt>
                  <c:pt idx="410">
                    <c:v>2.85</c:v>
                  </c:pt>
                  <c:pt idx="411">
                    <c:v>2.85</c:v>
                  </c:pt>
                  <c:pt idx="412">
                    <c:v>2.86</c:v>
                  </c:pt>
                  <c:pt idx="413">
                    <c:v>2.87</c:v>
                  </c:pt>
                  <c:pt idx="414">
                    <c:v>2.88</c:v>
                  </c:pt>
                  <c:pt idx="415">
                    <c:v>2.88</c:v>
                  </c:pt>
                  <c:pt idx="416">
                    <c:v>2.89</c:v>
                  </c:pt>
                  <c:pt idx="417">
                    <c:v>2.90</c:v>
                  </c:pt>
                  <c:pt idx="418">
                    <c:v>2.90</c:v>
                  </c:pt>
                  <c:pt idx="419">
                    <c:v>2.91</c:v>
                  </c:pt>
                  <c:pt idx="420">
                    <c:v>2.92</c:v>
                  </c:pt>
                  <c:pt idx="421">
                    <c:v>2.92</c:v>
                  </c:pt>
                  <c:pt idx="422">
                    <c:v>2.93</c:v>
                  </c:pt>
                  <c:pt idx="423">
                    <c:v>2.94</c:v>
                  </c:pt>
                  <c:pt idx="424">
                    <c:v>2.94</c:v>
                  </c:pt>
                  <c:pt idx="425">
                    <c:v>2.95</c:v>
                  </c:pt>
                  <c:pt idx="426">
                    <c:v>2.96</c:v>
                  </c:pt>
                  <c:pt idx="427">
                    <c:v>2.97</c:v>
                  </c:pt>
                  <c:pt idx="428">
                    <c:v>2.97</c:v>
                  </c:pt>
                  <c:pt idx="429">
                    <c:v>2.98</c:v>
                  </c:pt>
                  <c:pt idx="430">
                    <c:v>2.99</c:v>
                  </c:pt>
                  <c:pt idx="431">
                    <c:v>2.99</c:v>
                  </c:pt>
                  <c:pt idx="432">
                    <c:v>3.00</c:v>
                  </c:pt>
                </c:lvl>
              </c:multiLvlStrCache>
            </c:multiLvlStrRef>
          </c:cat>
          <c:val>
            <c:numRef>
              <c:f>Sheet1!$C$2:$C$434</c:f>
              <c:numCache>
                <c:formatCode>General</c:formatCode>
                <c:ptCount val="433"/>
                <c:pt idx="0">
                  <c:v>1</c:v>
                </c:pt>
                <c:pt idx="1">
                  <c:v>0.9990482215818578</c:v>
                </c:pt>
                <c:pt idx="2">
                  <c:v>0.9961946980917455</c:v>
                </c:pt>
                <c:pt idx="3">
                  <c:v>0.9914448613738104</c:v>
                </c:pt>
                <c:pt idx="4">
                  <c:v>0.984807753012208</c:v>
                </c:pt>
                <c:pt idx="5">
                  <c:v>0.9762960071199334</c:v>
                </c:pt>
                <c:pt idx="6">
                  <c:v>0.9659258262890683</c:v>
                </c:pt>
                <c:pt idx="7">
                  <c:v>0.9537169507482269</c:v>
                </c:pt>
                <c:pt idx="8">
                  <c:v>0.9396926207859084</c:v>
                </c:pt>
                <c:pt idx="9">
                  <c:v>0.9238795325112867</c:v>
                </c:pt>
                <c:pt idx="10">
                  <c:v>0.9063077870366499</c:v>
                </c:pt>
                <c:pt idx="11">
                  <c:v>0.8870108331782217</c:v>
                </c:pt>
                <c:pt idx="12">
                  <c:v>0.8660254037844387</c:v>
                </c:pt>
                <c:pt idx="13">
                  <c:v>0.8433914458128857</c:v>
                </c:pt>
                <c:pt idx="14">
                  <c:v>0.8191520442889918</c:v>
                </c:pt>
                <c:pt idx="15">
                  <c:v>0.7933533402912352</c:v>
                </c:pt>
                <c:pt idx="16">
                  <c:v>0.766044443118978</c:v>
                </c:pt>
                <c:pt idx="17">
                  <c:v>0.7372773368101241</c:v>
                </c:pt>
                <c:pt idx="18">
                  <c:v>0.7071067811865476</c:v>
                </c:pt>
                <c:pt idx="19">
                  <c:v>0.6755902076156604</c:v>
                </c:pt>
                <c:pt idx="20">
                  <c:v>0.6427876096865395</c:v>
                </c:pt>
                <c:pt idx="21">
                  <c:v>0.6087614290087207</c:v>
                </c:pt>
                <c:pt idx="22">
                  <c:v>0.5735764363510462</c:v>
                </c:pt>
                <c:pt idx="23">
                  <c:v>0.5372996083468239</c:v>
                </c:pt>
                <c:pt idx="24">
                  <c:v>0.5000000000000001</c:v>
                </c:pt>
                <c:pt idx="25">
                  <c:v>0.4617486132350341</c:v>
                </c:pt>
                <c:pt idx="26">
                  <c:v>0.4226182617406996</c:v>
                </c:pt>
                <c:pt idx="27">
                  <c:v>0.38268343236508984</c:v>
                </c:pt>
                <c:pt idx="28">
                  <c:v>0.3420201433256688</c:v>
                </c:pt>
                <c:pt idx="29">
                  <c:v>0.3007057995042733</c:v>
                </c:pt>
                <c:pt idx="30">
                  <c:v>0.25881904510252074</c:v>
                </c:pt>
                <c:pt idx="31">
                  <c:v>0.21643961393810313</c:v>
                </c:pt>
                <c:pt idx="32">
                  <c:v>0.17364817766693041</c:v>
                </c:pt>
                <c:pt idx="33">
                  <c:v>0.1305261922200517</c:v>
                </c:pt>
                <c:pt idx="34">
                  <c:v>0.08715574274765836</c:v>
                </c:pt>
                <c:pt idx="35">
                  <c:v>0.04361938736533623</c:v>
                </c:pt>
                <c:pt idx="36">
                  <c:v>6.123233995736766e-17</c:v>
                </c:pt>
                <c:pt idx="37">
                  <c:v>-0.04361938736533589</c:v>
                </c:pt>
                <c:pt idx="38">
                  <c:v>-0.08715574274765779</c:v>
                </c:pt>
                <c:pt idx="39">
                  <c:v>-0.13052619222005138</c:v>
                </c:pt>
                <c:pt idx="40">
                  <c:v>-0.17364817766693008</c:v>
                </c:pt>
                <c:pt idx="41">
                  <c:v>-0.2164396139381028</c:v>
                </c:pt>
                <c:pt idx="42">
                  <c:v>-0.25881904510252063</c:v>
                </c:pt>
                <c:pt idx="43">
                  <c:v>-0.30070579950427295</c:v>
                </c:pt>
                <c:pt idx="44">
                  <c:v>-0.3420201433256685</c:v>
                </c:pt>
                <c:pt idx="45">
                  <c:v>-0.3826834323650897</c:v>
                </c:pt>
                <c:pt idx="46">
                  <c:v>-0.42261826174069933</c:v>
                </c:pt>
                <c:pt idx="47">
                  <c:v>-0.4617486132350338</c:v>
                </c:pt>
                <c:pt idx="48">
                  <c:v>-0.4999999999999998</c:v>
                </c:pt>
                <c:pt idx="49">
                  <c:v>-0.5372996083468236</c:v>
                </c:pt>
                <c:pt idx="50">
                  <c:v>-0.5735764363510458</c:v>
                </c:pt>
                <c:pt idx="51">
                  <c:v>-0.6087614290087207</c:v>
                </c:pt>
                <c:pt idx="52">
                  <c:v>-0.642787609686539</c:v>
                </c:pt>
                <c:pt idx="53">
                  <c:v>-0.6755902076156599</c:v>
                </c:pt>
                <c:pt idx="54">
                  <c:v>-0.7071067811865475</c:v>
                </c:pt>
                <c:pt idx="55">
                  <c:v>-0.737277336810124</c:v>
                </c:pt>
                <c:pt idx="56">
                  <c:v>-0.7660444431189779</c:v>
                </c:pt>
                <c:pt idx="57">
                  <c:v>-0.793353340291235</c:v>
                </c:pt>
                <c:pt idx="58">
                  <c:v>-0.8191520442889916</c:v>
                </c:pt>
                <c:pt idx="59">
                  <c:v>-0.8433914458128855</c:v>
                </c:pt>
                <c:pt idx="60">
                  <c:v>-0.8660254037844387</c:v>
                </c:pt>
                <c:pt idx="61">
                  <c:v>-0.8870108331782215</c:v>
                </c:pt>
                <c:pt idx="62">
                  <c:v>-0.9063077870366497</c:v>
                </c:pt>
                <c:pt idx="63">
                  <c:v>-0.9238795325112867</c:v>
                </c:pt>
                <c:pt idx="64">
                  <c:v>-0.9396926207859083</c:v>
                </c:pt>
                <c:pt idx="65">
                  <c:v>-0.9537169507482268</c:v>
                </c:pt>
                <c:pt idx="66">
                  <c:v>-0.9659258262890682</c:v>
                </c:pt>
                <c:pt idx="67">
                  <c:v>-0.9762960071199333</c:v>
                </c:pt>
                <c:pt idx="68">
                  <c:v>-0.984807753012208</c:v>
                </c:pt>
                <c:pt idx="69">
                  <c:v>-0.9914448613738104</c:v>
                </c:pt>
                <c:pt idx="70">
                  <c:v>-0.9961946980917455</c:v>
                </c:pt>
                <c:pt idx="71">
                  <c:v>-0.9990482215818578</c:v>
                </c:pt>
                <c:pt idx="72">
                  <c:v>-1</c:v>
                </c:pt>
                <c:pt idx="73">
                  <c:v>-0.9990482215818578</c:v>
                </c:pt>
                <c:pt idx="74">
                  <c:v>-0.9961946980917455</c:v>
                </c:pt>
                <c:pt idx="75">
                  <c:v>-0.9914448613738105</c:v>
                </c:pt>
                <c:pt idx="76">
                  <c:v>-0.9848077530122082</c:v>
                </c:pt>
                <c:pt idx="77">
                  <c:v>-0.9762960071199335</c:v>
                </c:pt>
                <c:pt idx="78">
                  <c:v>-0.9659258262890684</c:v>
                </c:pt>
                <c:pt idx="79">
                  <c:v>-0.9537169507482269</c:v>
                </c:pt>
                <c:pt idx="80">
                  <c:v>-0.9396926207859085</c:v>
                </c:pt>
                <c:pt idx="81">
                  <c:v>-0.923879532511287</c:v>
                </c:pt>
                <c:pt idx="82">
                  <c:v>-0.90630778703665</c:v>
                </c:pt>
                <c:pt idx="83">
                  <c:v>-0.887010833178222</c:v>
                </c:pt>
                <c:pt idx="84">
                  <c:v>-0.8660254037844388</c:v>
                </c:pt>
                <c:pt idx="85">
                  <c:v>-0.8433914458128858</c:v>
                </c:pt>
                <c:pt idx="86">
                  <c:v>-0.819152044288992</c:v>
                </c:pt>
                <c:pt idx="87">
                  <c:v>-0.7933533402912352</c:v>
                </c:pt>
                <c:pt idx="88">
                  <c:v>-0.7660444431189783</c:v>
                </c:pt>
                <c:pt idx="89">
                  <c:v>-0.7372773368101244</c:v>
                </c:pt>
                <c:pt idx="90">
                  <c:v>-0.7071067811865477</c:v>
                </c:pt>
                <c:pt idx="91">
                  <c:v>-0.6755902076156607</c:v>
                </c:pt>
                <c:pt idx="92">
                  <c:v>-0.6427876096865395</c:v>
                </c:pt>
                <c:pt idx="93">
                  <c:v>-0.6087614290087209</c:v>
                </c:pt>
                <c:pt idx="94">
                  <c:v>-0.5735764363510464</c:v>
                </c:pt>
                <c:pt idx="95">
                  <c:v>-0.5372996083468242</c:v>
                </c:pt>
                <c:pt idx="96">
                  <c:v>-0.5000000000000004</c:v>
                </c:pt>
                <c:pt idx="97">
                  <c:v>-0.4617486132350344</c:v>
                </c:pt>
                <c:pt idx="98">
                  <c:v>-0.42261826174069994</c:v>
                </c:pt>
                <c:pt idx="99">
                  <c:v>-0.38268343236509034</c:v>
                </c:pt>
                <c:pt idx="100">
                  <c:v>-0.3420201433256694</c:v>
                </c:pt>
                <c:pt idx="101">
                  <c:v>-0.3007057995042738</c:v>
                </c:pt>
                <c:pt idx="102">
                  <c:v>-0.25881904510252063</c:v>
                </c:pt>
                <c:pt idx="103">
                  <c:v>-0.21643961393810368</c:v>
                </c:pt>
                <c:pt idx="104">
                  <c:v>-0.1736481776669312</c:v>
                </c:pt>
                <c:pt idx="105">
                  <c:v>-0.13052619222005163</c:v>
                </c:pt>
                <c:pt idx="106">
                  <c:v>-0.08715574274765914</c:v>
                </c:pt>
                <c:pt idx="107">
                  <c:v>-0.04361938736533702</c:v>
                </c:pt>
                <c:pt idx="108">
                  <c:v>-1.8369701987210297e-16</c:v>
                </c:pt>
                <c:pt idx="109">
                  <c:v>0.043619387365335764</c:v>
                </c:pt>
                <c:pt idx="110">
                  <c:v>0.08715574274765789</c:v>
                </c:pt>
                <c:pt idx="111">
                  <c:v>0.13052619222005127</c:v>
                </c:pt>
                <c:pt idx="112">
                  <c:v>0.17364817766692997</c:v>
                </c:pt>
                <c:pt idx="113">
                  <c:v>0.21643961393810246</c:v>
                </c:pt>
                <c:pt idx="114">
                  <c:v>0.2588190451025203</c:v>
                </c:pt>
                <c:pt idx="115">
                  <c:v>0.3007057995042726</c:v>
                </c:pt>
                <c:pt idx="116">
                  <c:v>0.34202014332566816</c:v>
                </c:pt>
                <c:pt idx="117">
                  <c:v>0.38268343236508917</c:v>
                </c:pt>
                <c:pt idx="118">
                  <c:v>0.42261826174069883</c:v>
                </c:pt>
                <c:pt idx="119">
                  <c:v>0.46174861323503325</c:v>
                </c:pt>
                <c:pt idx="120">
                  <c:v>0.5000000000000001</c:v>
                </c:pt>
                <c:pt idx="121">
                  <c:v>0.5372996083468231</c:v>
                </c:pt>
                <c:pt idx="122">
                  <c:v>0.5735764363510454</c:v>
                </c:pt>
                <c:pt idx="123">
                  <c:v>0.6087614290087205</c:v>
                </c:pt>
                <c:pt idx="124">
                  <c:v>0.6427876096865386</c:v>
                </c:pt>
                <c:pt idx="125">
                  <c:v>0.6755902076156595</c:v>
                </c:pt>
                <c:pt idx="126">
                  <c:v>0.7071067811865474</c:v>
                </c:pt>
                <c:pt idx="127">
                  <c:v>0.7372773368101233</c:v>
                </c:pt>
                <c:pt idx="128">
                  <c:v>0.7660444431189778</c:v>
                </c:pt>
                <c:pt idx="129">
                  <c:v>0.7933533402912349</c:v>
                </c:pt>
                <c:pt idx="130">
                  <c:v>0.8191520442889916</c:v>
                </c:pt>
                <c:pt idx="131">
                  <c:v>0.8433914458128855</c:v>
                </c:pt>
                <c:pt idx="132">
                  <c:v>0.8660254037844384</c:v>
                </c:pt>
                <c:pt idx="133">
                  <c:v>0.8870108331782214</c:v>
                </c:pt>
                <c:pt idx="134">
                  <c:v>0.9063077870366497</c:v>
                </c:pt>
                <c:pt idx="135">
                  <c:v>0.9238795325112865</c:v>
                </c:pt>
                <c:pt idx="136">
                  <c:v>0.9396926207859081</c:v>
                </c:pt>
                <c:pt idx="137">
                  <c:v>0.9537169507482267</c:v>
                </c:pt>
                <c:pt idx="138">
                  <c:v>0.9659258262890681</c:v>
                </c:pt>
                <c:pt idx="139">
                  <c:v>0.9762960071199331</c:v>
                </c:pt>
                <c:pt idx="140">
                  <c:v>0.9848077530122079</c:v>
                </c:pt>
                <c:pt idx="141">
                  <c:v>0.9914448613738103</c:v>
                </c:pt>
                <c:pt idx="142">
                  <c:v>0.9961946980917455</c:v>
                </c:pt>
                <c:pt idx="143">
                  <c:v>0.9990482215818578</c:v>
                </c:pt>
                <c:pt idx="144">
                  <c:v>1</c:v>
                </c:pt>
                <c:pt idx="145">
                  <c:v>0.9990482215818578</c:v>
                </c:pt>
                <c:pt idx="146">
                  <c:v>0.9961946980917457</c:v>
                </c:pt>
                <c:pt idx="147">
                  <c:v>0.9914448613738106</c:v>
                </c:pt>
                <c:pt idx="148">
                  <c:v>0.9848077530122081</c:v>
                </c:pt>
                <c:pt idx="149">
                  <c:v>0.9762960071199335</c:v>
                </c:pt>
                <c:pt idx="150">
                  <c:v>0.9659258262890684</c:v>
                </c:pt>
                <c:pt idx="151">
                  <c:v>0.9537169507482272</c:v>
                </c:pt>
                <c:pt idx="152">
                  <c:v>0.9396926207859089</c:v>
                </c:pt>
                <c:pt idx="153">
                  <c:v>0.9238795325112867</c:v>
                </c:pt>
                <c:pt idx="154">
                  <c:v>0.9063077870366503</c:v>
                </c:pt>
                <c:pt idx="155">
                  <c:v>0.887010833178222</c:v>
                </c:pt>
                <c:pt idx="156">
                  <c:v>0.866025403784439</c:v>
                </c:pt>
                <c:pt idx="157">
                  <c:v>0.8433914458128862</c:v>
                </c:pt>
                <c:pt idx="158">
                  <c:v>0.8191520442889918</c:v>
                </c:pt>
                <c:pt idx="159">
                  <c:v>0.7933533402912353</c:v>
                </c:pt>
                <c:pt idx="160">
                  <c:v>0.7660444431189787</c:v>
                </c:pt>
                <c:pt idx="161">
                  <c:v>0.7372773368101249</c:v>
                </c:pt>
                <c:pt idx="162">
                  <c:v>0.7071067811865483</c:v>
                </c:pt>
                <c:pt idx="163">
                  <c:v>0.6755902076156605</c:v>
                </c:pt>
                <c:pt idx="164">
                  <c:v>0.6427876096865396</c:v>
                </c:pt>
                <c:pt idx="165">
                  <c:v>0.608761429008721</c:v>
                </c:pt>
                <c:pt idx="166">
                  <c:v>0.5735764363510473</c:v>
                </c:pt>
                <c:pt idx="167">
                  <c:v>0.537299608346825</c:v>
                </c:pt>
                <c:pt idx="168">
                  <c:v>0.5000000000000006</c:v>
                </c:pt>
                <c:pt idx="169">
                  <c:v>0.46174861323503447</c:v>
                </c:pt>
                <c:pt idx="170">
                  <c:v>0.42261826174070005</c:v>
                </c:pt>
                <c:pt idx="171">
                  <c:v>0.38268343236509045</c:v>
                </c:pt>
                <c:pt idx="172">
                  <c:v>0.3420201433256695</c:v>
                </c:pt>
                <c:pt idx="173">
                  <c:v>0.30070579950427306</c:v>
                </c:pt>
                <c:pt idx="174">
                  <c:v>0.25881904510252074</c:v>
                </c:pt>
                <c:pt idx="175">
                  <c:v>0.2164396139381038</c:v>
                </c:pt>
                <c:pt idx="176">
                  <c:v>0.17364817766693133</c:v>
                </c:pt>
                <c:pt idx="177">
                  <c:v>0.13052619222005263</c:v>
                </c:pt>
                <c:pt idx="178">
                  <c:v>0.08715574274765926</c:v>
                </c:pt>
                <c:pt idx="179">
                  <c:v>0.04361938736533626</c:v>
                </c:pt>
                <c:pt idx="180">
                  <c:v>3.061616997868383e-16</c:v>
                </c:pt>
                <c:pt idx="181">
                  <c:v>-0.04361938736533476</c:v>
                </c:pt>
                <c:pt idx="182">
                  <c:v>-0.08715574274765689</c:v>
                </c:pt>
                <c:pt idx="183">
                  <c:v>-0.13052619222005027</c:v>
                </c:pt>
                <c:pt idx="184">
                  <c:v>-0.17364817766692986</c:v>
                </c:pt>
                <c:pt idx="185">
                  <c:v>-0.21643961393810146</c:v>
                </c:pt>
                <c:pt idx="186">
                  <c:v>-0.2588190451025202</c:v>
                </c:pt>
                <c:pt idx="187">
                  <c:v>-0.3007057995042716</c:v>
                </c:pt>
                <c:pt idx="188">
                  <c:v>-0.34202014332566805</c:v>
                </c:pt>
                <c:pt idx="189">
                  <c:v>-0.3826834323650899</c:v>
                </c:pt>
                <c:pt idx="190">
                  <c:v>-0.4226182617406987</c:v>
                </c:pt>
                <c:pt idx="191">
                  <c:v>-0.46174861323503236</c:v>
                </c:pt>
                <c:pt idx="192">
                  <c:v>-0.4999999999999992</c:v>
                </c:pt>
                <c:pt idx="193">
                  <c:v>-0.5372996083468222</c:v>
                </c:pt>
                <c:pt idx="194">
                  <c:v>-0.5735764363510453</c:v>
                </c:pt>
                <c:pt idx="195">
                  <c:v>-0.6087614290087204</c:v>
                </c:pt>
                <c:pt idx="196">
                  <c:v>-0.6427876096865385</c:v>
                </c:pt>
                <c:pt idx="197">
                  <c:v>-0.67559020761566</c:v>
                </c:pt>
                <c:pt idx="198">
                  <c:v>-0.7071067811865467</c:v>
                </c:pt>
                <c:pt idx="199">
                  <c:v>-0.7372773368101238</c:v>
                </c:pt>
                <c:pt idx="200">
                  <c:v>-0.7660444431189772</c:v>
                </c:pt>
                <c:pt idx="201">
                  <c:v>-0.7933533402912348</c:v>
                </c:pt>
                <c:pt idx="202">
                  <c:v>-0.819152044288991</c:v>
                </c:pt>
                <c:pt idx="203">
                  <c:v>-0.8433914458128854</c:v>
                </c:pt>
                <c:pt idx="204">
                  <c:v>-0.8660254037844388</c:v>
                </c:pt>
                <c:pt idx="205">
                  <c:v>-0.8870108331782214</c:v>
                </c:pt>
                <c:pt idx="206">
                  <c:v>-0.9063077870366493</c:v>
                </c:pt>
                <c:pt idx="207">
                  <c:v>-0.9238795325112864</c:v>
                </c:pt>
                <c:pt idx="208">
                  <c:v>-0.9396926207859078</c:v>
                </c:pt>
                <c:pt idx="209">
                  <c:v>-0.9537169507482266</c:v>
                </c:pt>
                <c:pt idx="210">
                  <c:v>-0.9659258262890683</c:v>
                </c:pt>
                <c:pt idx="211">
                  <c:v>-0.9762960071199331</c:v>
                </c:pt>
                <c:pt idx="212">
                  <c:v>-0.9848077530122077</c:v>
                </c:pt>
                <c:pt idx="213">
                  <c:v>-0.9914448613738103</c:v>
                </c:pt>
                <c:pt idx="214">
                  <c:v>-0.9961946980917453</c:v>
                </c:pt>
                <c:pt idx="215">
                  <c:v>-0.9990482215818577</c:v>
                </c:pt>
                <c:pt idx="216">
                  <c:v>-1</c:v>
                </c:pt>
                <c:pt idx="217">
                  <c:v>-0.9990482215818578</c:v>
                </c:pt>
                <c:pt idx="218">
                  <c:v>-0.9961946980917455</c:v>
                </c:pt>
                <c:pt idx="219">
                  <c:v>-0.9914448613738106</c:v>
                </c:pt>
                <c:pt idx="220">
                  <c:v>-0.9848077530122081</c:v>
                </c:pt>
                <c:pt idx="221">
                  <c:v>-0.9762960071199337</c:v>
                </c:pt>
                <c:pt idx="222">
                  <c:v>-0.9659258262890684</c:v>
                </c:pt>
                <c:pt idx="223">
                  <c:v>-0.9537169507482274</c:v>
                </c:pt>
                <c:pt idx="224">
                  <c:v>-0.9396926207859086</c:v>
                </c:pt>
                <c:pt idx="225">
                  <c:v>-0.9238795325112867</c:v>
                </c:pt>
                <c:pt idx="226">
                  <c:v>-0.9063077870366504</c:v>
                </c:pt>
                <c:pt idx="227">
                  <c:v>-0.8870108331782225</c:v>
                </c:pt>
                <c:pt idx="228">
                  <c:v>-0.8660254037844392</c:v>
                </c:pt>
                <c:pt idx="229">
                  <c:v>-0.8433914458128867</c:v>
                </c:pt>
                <c:pt idx="230">
                  <c:v>-0.8191520442889924</c:v>
                </c:pt>
                <c:pt idx="231">
                  <c:v>-0.7933533402912353</c:v>
                </c:pt>
                <c:pt idx="232">
                  <c:v>-0.7660444431189788</c:v>
                </c:pt>
                <c:pt idx="233">
                  <c:v>-0.7372773368101255</c:v>
                </c:pt>
                <c:pt idx="234">
                  <c:v>-0.7071067811865485</c:v>
                </c:pt>
                <c:pt idx="235">
                  <c:v>-0.6755902076156606</c:v>
                </c:pt>
                <c:pt idx="236">
                  <c:v>-0.6427876096865404</c:v>
                </c:pt>
                <c:pt idx="237">
                  <c:v>-0.6087614290087211</c:v>
                </c:pt>
                <c:pt idx="238">
                  <c:v>-0.5735764363510473</c:v>
                </c:pt>
                <c:pt idx="239">
                  <c:v>-0.5372996083468243</c:v>
                </c:pt>
                <c:pt idx="240">
                  <c:v>-0.49999999999999983</c:v>
                </c:pt>
                <c:pt idx="241">
                  <c:v>-0.4617486132350346</c:v>
                </c:pt>
                <c:pt idx="242">
                  <c:v>-0.422618261740701</c:v>
                </c:pt>
                <c:pt idx="243">
                  <c:v>-0.38268343236509056</c:v>
                </c:pt>
                <c:pt idx="244">
                  <c:v>-0.34202014332567043</c:v>
                </c:pt>
                <c:pt idx="245">
                  <c:v>-0.300705799504274</c:v>
                </c:pt>
                <c:pt idx="246">
                  <c:v>-0.2588190451025209</c:v>
                </c:pt>
                <c:pt idx="247">
                  <c:v>-0.2164396139381039</c:v>
                </c:pt>
                <c:pt idx="248">
                  <c:v>-0.17364817766693233</c:v>
                </c:pt>
                <c:pt idx="249">
                  <c:v>-0.13052619222005274</c:v>
                </c:pt>
                <c:pt idx="250">
                  <c:v>-0.08715574274766028</c:v>
                </c:pt>
                <c:pt idx="251">
                  <c:v>-0.04361938736533726</c:v>
                </c:pt>
                <c:pt idx="252">
                  <c:v>-4.286263797015736e-16</c:v>
                </c:pt>
                <c:pt idx="253">
                  <c:v>0.04361938736533463</c:v>
                </c:pt>
                <c:pt idx="254">
                  <c:v>0.08715574274765588</c:v>
                </c:pt>
                <c:pt idx="255">
                  <c:v>0.13052619222005013</c:v>
                </c:pt>
                <c:pt idx="256">
                  <c:v>0.17364817766692972</c:v>
                </c:pt>
                <c:pt idx="257">
                  <c:v>0.21643961393810135</c:v>
                </c:pt>
                <c:pt idx="258">
                  <c:v>0.2588190451025201</c:v>
                </c:pt>
                <c:pt idx="259">
                  <c:v>0.3007057995042715</c:v>
                </c:pt>
                <c:pt idx="260">
                  <c:v>0.34202014332566794</c:v>
                </c:pt>
                <c:pt idx="261">
                  <c:v>0.3826834323650898</c:v>
                </c:pt>
                <c:pt idx="262">
                  <c:v>0.4226182617406986</c:v>
                </c:pt>
                <c:pt idx="263">
                  <c:v>0.46174861323503225</c:v>
                </c:pt>
                <c:pt idx="264">
                  <c:v>0.4999999999999991</c:v>
                </c:pt>
                <c:pt idx="265">
                  <c:v>0.5372996083468221</c:v>
                </c:pt>
                <c:pt idx="266">
                  <c:v>0.5735764363510452</c:v>
                </c:pt>
                <c:pt idx="267">
                  <c:v>0.6087614290087204</c:v>
                </c:pt>
                <c:pt idx="268">
                  <c:v>0.6427876096865384</c:v>
                </c:pt>
                <c:pt idx="269">
                  <c:v>0.6755902076156587</c:v>
                </c:pt>
                <c:pt idx="270">
                  <c:v>0.7071067811865466</c:v>
                </c:pt>
                <c:pt idx="271">
                  <c:v>0.7372773368101238</c:v>
                </c:pt>
                <c:pt idx="272">
                  <c:v>0.7660444431189771</c:v>
                </c:pt>
                <c:pt idx="273">
                  <c:v>0.7933533402912347</c:v>
                </c:pt>
                <c:pt idx="274">
                  <c:v>0.8191520442889909</c:v>
                </c:pt>
                <c:pt idx="275">
                  <c:v>0.8433914458128844</c:v>
                </c:pt>
                <c:pt idx="276">
                  <c:v>0.8660254037844378</c:v>
                </c:pt>
                <c:pt idx="277">
                  <c:v>0.8870108331782213</c:v>
                </c:pt>
                <c:pt idx="278">
                  <c:v>0.9063077870366492</c:v>
                </c:pt>
                <c:pt idx="279">
                  <c:v>0.9238795325112864</c:v>
                </c:pt>
                <c:pt idx="280">
                  <c:v>0.9396926207859078</c:v>
                </c:pt>
                <c:pt idx="281">
                  <c:v>0.9537169507482266</c:v>
                </c:pt>
                <c:pt idx="282">
                  <c:v>0.9659258262890678</c:v>
                </c:pt>
                <c:pt idx="283">
                  <c:v>0.9762960071199327</c:v>
                </c:pt>
                <c:pt idx="284">
                  <c:v>0.984807753012208</c:v>
                </c:pt>
                <c:pt idx="285">
                  <c:v>0.9914448613738105</c:v>
                </c:pt>
                <c:pt idx="286">
                  <c:v>0.9961946980917455</c:v>
                </c:pt>
                <c:pt idx="287">
                  <c:v>0.9990482215818577</c:v>
                </c:pt>
                <c:pt idx="288">
                  <c:v>1</c:v>
                </c:pt>
                <c:pt idx="289">
                  <c:v>0.9990482215818578</c:v>
                </c:pt>
                <c:pt idx="290">
                  <c:v>0.9961946980917458</c:v>
                </c:pt>
                <c:pt idx="291">
                  <c:v>0.9914448613738106</c:v>
                </c:pt>
                <c:pt idx="292">
                  <c:v>0.9848077530122085</c:v>
                </c:pt>
                <c:pt idx="293">
                  <c:v>0.9762960071199337</c:v>
                </c:pt>
                <c:pt idx="294">
                  <c:v>0.965925826289069</c:v>
                </c:pt>
                <c:pt idx="295">
                  <c:v>0.9537169507482269</c:v>
                </c:pt>
                <c:pt idx="296">
                  <c:v>0.9396926207859086</c:v>
                </c:pt>
                <c:pt idx="297">
                  <c:v>0.9238795325112867</c:v>
                </c:pt>
                <c:pt idx="298">
                  <c:v>0.9063077870366504</c:v>
                </c:pt>
                <c:pt idx="299">
                  <c:v>0.8870108331782226</c:v>
                </c:pt>
                <c:pt idx="300">
                  <c:v>0.8660254037844392</c:v>
                </c:pt>
                <c:pt idx="301">
                  <c:v>0.8433914458128868</c:v>
                </c:pt>
                <c:pt idx="302">
                  <c:v>0.8191520442889925</c:v>
                </c:pt>
                <c:pt idx="303">
                  <c:v>0.7933533402912365</c:v>
                </c:pt>
                <c:pt idx="304">
                  <c:v>0.76604444311898</c:v>
                </c:pt>
                <c:pt idx="305">
                  <c:v>0.7372773368101244</c:v>
                </c:pt>
                <c:pt idx="306">
                  <c:v>0.7071067811865472</c:v>
                </c:pt>
                <c:pt idx="307">
                  <c:v>0.6755902076156607</c:v>
                </c:pt>
                <c:pt idx="308">
                  <c:v>0.6427876096865405</c:v>
                </c:pt>
                <c:pt idx="309">
                  <c:v>0.6087614290087212</c:v>
                </c:pt>
                <c:pt idx="310">
                  <c:v>0.5735764363510474</c:v>
                </c:pt>
                <c:pt idx="311">
                  <c:v>0.537299608346826</c:v>
                </c:pt>
                <c:pt idx="312">
                  <c:v>0.5000000000000014</c:v>
                </c:pt>
                <c:pt idx="313">
                  <c:v>0.4617486132350363</c:v>
                </c:pt>
                <c:pt idx="314">
                  <c:v>0.4226182617407011</c:v>
                </c:pt>
                <c:pt idx="315">
                  <c:v>0.38268343236509067</c:v>
                </c:pt>
                <c:pt idx="316">
                  <c:v>0.3420201433256689</c:v>
                </c:pt>
                <c:pt idx="317">
                  <c:v>0.3007057995042742</c:v>
                </c:pt>
                <c:pt idx="318">
                  <c:v>0.258819045102521</c:v>
                </c:pt>
                <c:pt idx="319">
                  <c:v>0.21643961393810404</c:v>
                </c:pt>
                <c:pt idx="320">
                  <c:v>0.17364817766693244</c:v>
                </c:pt>
                <c:pt idx="321">
                  <c:v>0.13052619222005288</c:v>
                </c:pt>
                <c:pt idx="322">
                  <c:v>0.08715574274766039</c:v>
                </c:pt>
                <c:pt idx="323">
                  <c:v>0.04361938736533739</c:v>
                </c:pt>
                <c:pt idx="324">
                  <c:v>2.3274478990165594e-15</c:v>
                </c:pt>
                <c:pt idx="325">
                  <c:v>-0.04361938736533274</c:v>
                </c:pt>
                <c:pt idx="326">
                  <c:v>-0.08715574274765753</c:v>
                </c:pt>
                <c:pt idx="327">
                  <c:v>-0.13052619222005177</c:v>
                </c:pt>
                <c:pt idx="328">
                  <c:v>-0.1736481776669296</c:v>
                </c:pt>
                <c:pt idx="329">
                  <c:v>-0.21643961393810124</c:v>
                </c:pt>
                <c:pt idx="330">
                  <c:v>-0.2588190451025199</c:v>
                </c:pt>
                <c:pt idx="331">
                  <c:v>-0.3007057995042714</c:v>
                </c:pt>
                <c:pt idx="332">
                  <c:v>-0.34202014332566616</c:v>
                </c:pt>
                <c:pt idx="333">
                  <c:v>-0.382683432365088</c:v>
                </c:pt>
                <c:pt idx="334">
                  <c:v>-0.4226182617406969</c:v>
                </c:pt>
                <c:pt idx="335">
                  <c:v>-0.46174861323503213</c:v>
                </c:pt>
                <c:pt idx="336">
                  <c:v>-0.499999999999999</c:v>
                </c:pt>
                <c:pt idx="337">
                  <c:v>-0.5372996083468236</c:v>
                </c:pt>
                <c:pt idx="338">
                  <c:v>-0.573576436351045</c:v>
                </c:pt>
                <c:pt idx="339">
                  <c:v>-0.6087614290087203</c:v>
                </c:pt>
                <c:pt idx="340">
                  <c:v>-0.6427876096865383</c:v>
                </c:pt>
                <c:pt idx="341">
                  <c:v>-0.6755902076156586</c:v>
                </c:pt>
                <c:pt idx="342">
                  <c:v>-0.7071067811865465</c:v>
                </c:pt>
                <c:pt idx="343">
                  <c:v>-0.7372773368101224</c:v>
                </c:pt>
                <c:pt idx="344">
                  <c:v>-0.766044443118977</c:v>
                </c:pt>
                <c:pt idx="345">
                  <c:v>-0.7933533402912336</c:v>
                </c:pt>
                <c:pt idx="346">
                  <c:v>-0.8191520442889918</c:v>
                </c:pt>
                <c:pt idx="347">
                  <c:v>-0.8433914458128853</c:v>
                </c:pt>
                <c:pt idx="348">
                  <c:v>-0.8660254037844386</c:v>
                </c:pt>
                <c:pt idx="349">
                  <c:v>-0.8870108331782213</c:v>
                </c:pt>
                <c:pt idx="350">
                  <c:v>-0.9063077870366492</c:v>
                </c:pt>
                <c:pt idx="351">
                  <c:v>-0.9238795325112864</c:v>
                </c:pt>
                <c:pt idx="352">
                  <c:v>-0.9396926207859078</c:v>
                </c:pt>
                <c:pt idx="353">
                  <c:v>-0.953716950748226</c:v>
                </c:pt>
                <c:pt idx="354">
                  <c:v>-0.9659258262890678</c:v>
                </c:pt>
                <c:pt idx="355">
                  <c:v>-0.9762960071199327</c:v>
                </c:pt>
                <c:pt idx="356">
                  <c:v>-0.9848077530122077</c:v>
                </c:pt>
                <c:pt idx="357">
                  <c:v>-0.9914448613738103</c:v>
                </c:pt>
                <c:pt idx="358">
                  <c:v>-0.9961946980917454</c:v>
                </c:pt>
                <c:pt idx="359">
                  <c:v>-0.9990482215818577</c:v>
                </c:pt>
                <c:pt idx="360">
                  <c:v>-1</c:v>
                </c:pt>
                <c:pt idx="361">
                  <c:v>-0.9990482215818578</c:v>
                </c:pt>
                <c:pt idx="362">
                  <c:v>-0.9961946980917458</c:v>
                </c:pt>
                <c:pt idx="363">
                  <c:v>-0.9914448613738106</c:v>
                </c:pt>
                <c:pt idx="364">
                  <c:v>-0.9848077530122085</c:v>
                </c:pt>
                <c:pt idx="365">
                  <c:v>-0.9762960071199337</c:v>
                </c:pt>
                <c:pt idx="366">
                  <c:v>-0.965925826289069</c:v>
                </c:pt>
                <c:pt idx="367">
                  <c:v>-0.9537169507482269</c:v>
                </c:pt>
                <c:pt idx="368">
                  <c:v>-0.9396926207859088</c:v>
                </c:pt>
                <c:pt idx="369">
                  <c:v>-0.9238795325112875</c:v>
                </c:pt>
                <c:pt idx="370">
                  <c:v>-0.9063077870366512</c:v>
                </c:pt>
                <c:pt idx="371">
                  <c:v>-0.8870108331782218</c:v>
                </c:pt>
                <c:pt idx="372">
                  <c:v>-0.8660254037844393</c:v>
                </c:pt>
                <c:pt idx="373">
                  <c:v>-0.8433914458128868</c:v>
                </c:pt>
                <c:pt idx="374">
                  <c:v>-0.8191520442889936</c:v>
                </c:pt>
                <c:pt idx="375">
                  <c:v>-0.7933533402912376</c:v>
                </c:pt>
                <c:pt idx="376">
                  <c:v>-0.7660444431189789</c:v>
                </c:pt>
                <c:pt idx="377">
                  <c:v>-0.7372773368101232</c:v>
                </c:pt>
                <c:pt idx="378">
                  <c:v>-0.7071067811865474</c:v>
                </c:pt>
                <c:pt idx="379">
                  <c:v>-0.6755902076156608</c:v>
                </c:pt>
                <c:pt idx="380">
                  <c:v>-0.6427876096865406</c:v>
                </c:pt>
                <c:pt idx="381">
                  <c:v>-0.6087614290087227</c:v>
                </c:pt>
                <c:pt idx="382">
                  <c:v>-0.5735764363510489</c:v>
                </c:pt>
                <c:pt idx="383">
                  <c:v>-0.5372996083468246</c:v>
                </c:pt>
                <c:pt idx="384">
                  <c:v>-0.5000000000000016</c:v>
                </c:pt>
                <c:pt idx="385">
                  <c:v>-0.4617486132350364</c:v>
                </c:pt>
                <c:pt idx="386">
                  <c:v>-0.4226182617407028</c:v>
                </c:pt>
                <c:pt idx="387">
                  <c:v>-0.38268343236509406</c:v>
                </c:pt>
                <c:pt idx="388">
                  <c:v>-0.34202014332567066</c:v>
                </c:pt>
                <c:pt idx="389">
                  <c:v>-0.30070579950427256</c:v>
                </c:pt>
                <c:pt idx="390">
                  <c:v>-0.25881904510252113</c:v>
                </c:pt>
                <c:pt idx="391">
                  <c:v>-0.21643961393810415</c:v>
                </c:pt>
                <c:pt idx="392">
                  <c:v>-0.17364817766693255</c:v>
                </c:pt>
                <c:pt idx="393">
                  <c:v>-0.13052619222005474</c:v>
                </c:pt>
                <c:pt idx="394">
                  <c:v>-0.08715574274765875</c:v>
                </c:pt>
                <c:pt idx="395">
                  <c:v>-0.043619387365337506</c:v>
                </c:pt>
                <c:pt idx="396">
                  <c:v>-2.4499125789312946e-15</c:v>
                </c:pt>
                <c:pt idx="397">
                  <c:v>0.043619387365332614</c:v>
                </c:pt>
                <c:pt idx="398">
                  <c:v>0.0871557427476574</c:v>
                </c:pt>
                <c:pt idx="399">
                  <c:v>0.13052619222004988</c:v>
                </c:pt>
                <c:pt idx="400">
                  <c:v>0.17364817766692772</c:v>
                </c:pt>
                <c:pt idx="401">
                  <c:v>0.21643961393810285</c:v>
                </c:pt>
                <c:pt idx="402">
                  <c:v>0.2588190451025198</c:v>
                </c:pt>
                <c:pt idx="403">
                  <c:v>0.3007057995042713</c:v>
                </c:pt>
                <c:pt idx="404">
                  <c:v>0.34202014332566605</c:v>
                </c:pt>
                <c:pt idx="405">
                  <c:v>0.3826834323650863</c:v>
                </c:pt>
                <c:pt idx="406">
                  <c:v>0.4226182617406984</c:v>
                </c:pt>
                <c:pt idx="407">
                  <c:v>0.461748613235032</c:v>
                </c:pt>
                <c:pt idx="408">
                  <c:v>0.5000000000000004</c:v>
                </c:pt>
                <c:pt idx="409">
                  <c:v>0.5372996083468234</c:v>
                </c:pt>
                <c:pt idx="410">
                  <c:v>0.5735764363510449</c:v>
                </c:pt>
                <c:pt idx="411">
                  <c:v>0.6087614290087188</c:v>
                </c:pt>
                <c:pt idx="412">
                  <c:v>0.6427876096865368</c:v>
                </c:pt>
                <c:pt idx="413">
                  <c:v>0.6755902076156598</c:v>
                </c:pt>
                <c:pt idx="414">
                  <c:v>0.7071067811865465</c:v>
                </c:pt>
                <c:pt idx="415">
                  <c:v>0.7372773368101223</c:v>
                </c:pt>
                <c:pt idx="416">
                  <c:v>0.7660444431189758</c:v>
                </c:pt>
                <c:pt idx="417">
                  <c:v>0.7933533402912325</c:v>
                </c:pt>
                <c:pt idx="418">
                  <c:v>0.8191520442889908</c:v>
                </c:pt>
                <c:pt idx="419">
                  <c:v>0.8433914458128862</c:v>
                </c:pt>
                <c:pt idx="420">
                  <c:v>0.8660254037844386</c:v>
                </c:pt>
                <c:pt idx="421">
                  <c:v>0.8870108331782212</c:v>
                </c:pt>
                <c:pt idx="422">
                  <c:v>0.9063077870366492</c:v>
                </c:pt>
                <c:pt idx="423">
                  <c:v>0.9238795325112856</c:v>
                </c:pt>
                <c:pt idx="424">
                  <c:v>0.9396926207859071</c:v>
                </c:pt>
                <c:pt idx="425">
                  <c:v>0.9537169507482265</c:v>
                </c:pt>
                <c:pt idx="426">
                  <c:v>0.9659258262890678</c:v>
                </c:pt>
                <c:pt idx="427">
                  <c:v>0.9762960071199327</c:v>
                </c:pt>
                <c:pt idx="428">
                  <c:v>0.9848077530122074</c:v>
                </c:pt>
                <c:pt idx="429">
                  <c:v>0.9914448613738103</c:v>
                </c:pt>
                <c:pt idx="430">
                  <c:v>0.9961946980917453</c:v>
                </c:pt>
                <c:pt idx="431">
                  <c:v>0.9990482215818578</c:v>
                </c:pt>
                <c:pt idx="43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time (ms)</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autoZero"/>
        <c:auto val="1"/>
        <c:lblAlgn val="ctr"/>
        <c:noMultiLvlLbl val="1"/>
        <c:tickLblSkip val="72"/>
      </c:catAx>
      <c:valAx>
        <c:axId val="2094734552"/>
        <c:scaling>
          <c:orientation val="minMax"/>
          <c:max val="1.2"/>
          <c:min val="-1.2"/>
        </c:scaling>
        <c:delete val="0"/>
        <c:axPos val="l"/>
        <c:majorGridlines>
          <c:spPr>
            <a:ln w="6350" cap="flat">
              <a:solidFill>
                <a:srgbClr val="D9E1EA"/>
              </a:solidFill>
              <a:prstDash val="solid"/>
              <a:round/>
            </a:ln>
          </c:spPr>
        </c:majorGridlines>
        <c:numFmt formatCode="0.0"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4"/>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readings at 8 kSPS</c:v>
                </c:pt>
              </c:strCache>
            </c:strRef>
          </c:tx>
          <c:spPr>
            <a:solidFill>
              <a:srgbClr val="0B1F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Sheet1!$A$2:$A$242</c:f>
              <c:multiLvlStrCache>
                <c:ptCount val="241"/>
                <c:lvl>
                  <c:pt idx="0">
                    <c:v>0.000</c:v>
                  </c:pt>
                  <c:pt idx="1">
                    <c:v>0.004</c:v>
                  </c:pt>
                  <c:pt idx="2">
                    <c:v>0.008</c:v>
                  </c:pt>
                  <c:pt idx="3">
                    <c:v>0.013</c:v>
                  </c:pt>
                  <c:pt idx="4">
                    <c:v>0.017</c:v>
                  </c:pt>
                  <c:pt idx="5">
                    <c:v>0.021</c:v>
                  </c:pt>
                  <c:pt idx="6">
                    <c:v>0.025</c:v>
                  </c:pt>
                  <c:pt idx="7">
                    <c:v>0.029</c:v>
                  </c:pt>
                  <c:pt idx="8">
                    <c:v>0.033</c:v>
                  </c:pt>
                  <c:pt idx="9">
                    <c:v>0.037</c:v>
                  </c:pt>
                  <c:pt idx="10">
                    <c:v>0.042</c:v>
                  </c:pt>
                  <c:pt idx="11">
                    <c:v>0.046</c:v>
                  </c:pt>
                  <c:pt idx="12">
                    <c:v>0.050</c:v>
                  </c:pt>
                  <c:pt idx="13">
                    <c:v>0.054</c:v>
                  </c:pt>
                  <c:pt idx="14">
                    <c:v>0.058</c:v>
                  </c:pt>
                  <c:pt idx="15">
                    <c:v>0.063</c:v>
                  </c:pt>
                  <c:pt idx="16">
                    <c:v>0.067</c:v>
                  </c:pt>
                  <c:pt idx="17">
                    <c:v>0.071</c:v>
                  </c:pt>
                  <c:pt idx="18">
                    <c:v>0.075</c:v>
                  </c:pt>
                  <c:pt idx="19">
                    <c:v>0.079</c:v>
                  </c:pt>
                  <c:pt idx="20">
                    <c:v>0.083</c:v>
                  </c:pt>
                  <c:pt idx="21">
                    <c:v>0.087</c:v>
                  </c:pt>
                  <c:pt idx="22">
                    <c:v>0.092</c:v>
                  </c:pt>
                  <c:pt idx="23">
                    <c:v>0.096</c:v>
                  </c:pt>
                  <c:pt idx="24">
                    <c:v>0.100</c:v>
                  </c:pt>
                  <c:pt idx="25">
                    <c:v>0.104</c:v>
                  </c:pt>
                  <c:pt idx="26">
                    <c:v>0.108</c:v>
                  </c:pt>
                  <c:pt idx="27">
                    <c:v>0.113</c:v>
                  </c:pt>
                  <c:pt idx="28">
                    <c:v>0.117</c:v>
                  </c:pt>
                  <c:pt idx="29">
                    <c:v>0.121</c:v>
                  </c:pt>
                  <c:pt idx="30">
                    <c:v>0.125</c:v>
                  </c:pt>
                  <c:pt idx="31">
                    <c:v>0.129</c:v>
                  </c:pt>
                  <c:pt idx="32">
                    <c:v>0.133</c:v>
                  </c:pt>
                  <c:pt idx="33">
                    <c:v>0.138</c:v>
                  </c:pt>
                  <c:pt idx="34">
                    <c:v>0.142</c:v>
                  </c:pt>
                  <c:pt idx="35">
                    <c:v>0.146</c:v>
                  </c:pt>
                  <c:pt idx="36">
                    <c:v>0.150</c:v>
                  </c:pt>
                  <c:pt idx="37">
                    <c:v>0.154</c:v>
                  </c:pt>
                  <c:pt idx="38">
                    <c:v>0.158</c:v>
                  </c:pt>
                  <c:pt idx="39">
                    <c:v>0.163</c:v>
                  </c:pt>
                  <c:pt idx="40">
                    <c:v>0.167</c:v>
                  </c:pt>
                  <c:pt idx="41">
                    <c:v>0.171</c:v>
                  </c:pt>
                  <c:pt idx="42">
                    <c:v>0.175</c:v>
                  </c:pt>
                  <c:pt idx="43">
                    <c:v>0.179</c:v>
                  </c:pt>
                  <c:pt idx="44">
                    <c:v>0.183</c:v>
                  </c:pt>
                  <c:pt idx="45">
                    <c:v>0.188</c:v>
                  </c:pt>
                  <c:pt idx="46">
                    <c:v>0.192</c:v>
                  </c:pt>
                  <c:pt idx="47">
                    <c:v>0.196</c:v>
                  </c:pt>
                  <c:pt idx="48">
                    <c:v>0.200</c:v>
                  </c:pt>
                  <c:pt idx="49">
                    <c:v>0.204</c:v>
                  </c:pt>
                  <c:pt idx="50">
                    <c:v>0.208</c:v>
                  </c:pt>
                  <c:pt idx="51">
                    <c:v>0.212</c:v>
                  </c:pt>
                  <c:pt idx="52">
                    <c:v>0.217</c:v>
                  </c:pt>
                  <c:pt idx="53">
                    <c:v>0.221</c:v>
                  </c:pt>
                  <c:pt idx="54">
                    <c:v>0.225</c:v>
                  </c:pt>
                  <c:pt idx="55">
                    <c:v>0.229</c:v>
                  </c:pt>
                  <c:pt idx="56">
                    <c:v>0.233</c:v>
                  </c:pt>
                  <c:pt idx="57">
                    <c:v>0.237</c:v>
                  </c:pt>
                  <c:pt idx="58">
                    <c:v>0.242</c:v>
                  </c:pt>
                  <c:pt idx="59">
                    <c:v>0.246</c:v>
                  </c:pt>
                  <c:pt idx="60">
                    <c:v>0.250</c:v>
                  </c:pt>
                  <c:pt idx="61">
                    <c:v>0.254</c:v>
                  </c:pt>
                  <c:pt idx="62">
                    <c:v>0.258</c:v>
                  </c:pt>
                  <c:pt idx="63">
                    <c:v>0.263</c:v>
                  </c:pt>
                  <c:pt idx="64">
                    <c:v>0.267</c:v>
                  </c:pt>
                  <c:pt idx="65">
                    <c:v>0.271</c:v>
                  </c:pt>
                  <c:pt idx="66">
                    <c:v>0.275</c:v>
                  </c:pt>
                  <c:pt idx="67">
                    <c:v>0.279</c:v>
                  </c:pt>
                  <c:pt idx="68">
                    <c:v>0.283</c:v>
                  </c:pt>
                  <c:pt idx="69">
                    <c:v>0.287</c:v>
                  </c:pt>
                  <c:pt idx="70">
                    <c:v>0.292</c:v>
                  </c:pt>
                  <c:pt idx="71">
                    <c:v>0.296</c:v>
                  </c:pt>
                  <c:pt idx="72">
                    <c:v>0.300</c:v>
                  </c:pt>
                  <c:pt idx="73">
                    <c:v>0.304</c:v>
                  </c:pt>
                  <c:pt idx="74">
                    <c:v>0.308</c:v>
                  </c:pt>
                  <c:pt idx="75">
                    <c:v>0.313</c:v>
                  </c:pt>
                  <c:pt idx="76">
                    <c:v>0.317</c:v>
                  </c:pt>
                  <c:pt idx="77">
                    <c:v>0.321</c:v>
                  </c:pt>
                  <c:pt idx="78">
                    <c:v>0.325</c:v>
                  </c:pt>
                  <c:pt idx="79">
                    <c:v>0.329</c:v>
                  </c:pt>
                  <c:pt idx="80">
                    <c:v>0.333</c:v>
                  </c:pt>
                  <c:pt idx="81">
                    <c:v>0.338</c:v>
                  </c:pt>
                  <c:pt idx="82">
                    <c:v>0.342</c:v>
                  </c:pt>
                  <c:pt idx="83">
                    <c:v>0.346</c:v>
                  </c:pt>
                  <c:pt idx="84">
                    <c:v>0.350</c:v>
                  </c:pt>
                  <c:pt idx="85">
                    <c:v>0.354</c:v>
                  </c:pt>
                  <c:pt idx="86">
                    <c:v>0.358</c:v>
                  </c:pt>
                  <c:pt idx="87">
                    <c:v>0.362</c:v>
                  </c:pt>
                  <c:pt idx="88">
                    <c:v>0.367</c:v>
                  </c:pt>
                  <c:pt idx="89">
                    <c:v>0.371</c:v>
                  </c:pt>
                  <c:pt idx="90">
                    <c:v>0.375</c:v>
                  </c:pt>
                  <c:pt idx="91">
                    <c:v>0.379</c:v>
                  </c:pt>
                  <c:pt idx="92">
                    <c:v>0.383</c:v>
                  </c:pt>
                  <c:pt idx="93">
                    <c:v>0.388</c:v>
                  </c:pt>
                  <c:pt idx="94">
                    <c:v>0.392</c:v>
                  </c:pt>
                  <c:pt idx="95">
                    <c:v>0.396</c:v>
                  </c:pt>
                  <c:pt idx="96">
                    <c:v>0.400</c:v>
                  </c:pt>
                  <c:pt idx="97">
                    <c:v>0.404</c:v>
                  </c:pt>
                  <c:pt idx="98">
                    <c:v>0.408</c:v>
                  </c:pt>
                  <c:pt idx="99">
                    <c:v>0.412</c:v>
                  </c:pt>
                  <c:pt idx="100">
                    <c:v>0.417</c:v>
                  </c:pt>
                  <c:pt idx="101">
                    <c:v>0.421</c:v>
                  </c:pt>
                  <c:pt idx="102">
                    <c:v>0.425</c:v>
                  </c:pt>
                  <c:pt idx="103">
                    <c:v>0.429</c:v>
                  </c:pt>
                  <c:pt idx="104">
                    <c:v>0.433</c:v>
                  </c:pt>
                  <c:pt idx="105">
                    <c:v>0.438</c:v>
                  </c:pt>
                  <c:pt idx="106">
                    <c:v>0.442</c:v>
                  </c:pt>
                  <c:pt idx="107">
                    <c:v>0.446</c:v>
                  </c:pt>
                  <c:pt idx="108">
                    <c:v>0.450</c:v>
                  </c:pt>
                  <c:pt idx="109">
                    <c:v>0.454</c:v>
                  </c:pt>
                  <c:pt idx="110">
                    <c:v>0.458</c:v>
                  </c:pt>
                  <c:pt idx="111">
                    <c:v>0.463</c:v>
                  </c:pt>
                  <c:pt idx="112">
                    <c:v>0.467</c:v>
                  </c:pt>
                  <c:pt idx="113">
                    <c:v>0.471</c:v>
                  </c:pt>
                  <c:pt idx="114">
                    <c:v>0.475</c:v>
                  </c:pt>
                  <c:pt idx="115">
                    <c:v>0.479</c:v>
                  </c:pt>
                  <c:pt idx="116">
                    <c:v>0.483</c:v>
                  </c:pt>
                  <c:pt idx="117">
                    <c:v>0.487</c:v>
                  </c:pt>
                  <c:pt idx="118">
                    <c:v>0.492</c:v>
                  </c:pt>
                  <c:pt idx="119">
                    <c:v>0.496</c:v>
                  </c:pt>
                  <c:pt idx="120">
                    <c:v>0.500</c:v>
                  </c:pt>
                  <c:pt idx="121">
                    <c:v>0.504</c:v>
                  </c:pt>
                  <c:pt idx="122">
                    <c:v>0.508</c:v>
                  </c:pt>
                  <c:pt idx="123">
                    <c:v>0.513</c:v>
                  </c:pt>
                  <c:pt idx="124">
                    <c:v>0.517</c:v>
                  </c:pt>
                  <c:pt idx="125">
                    <c:v>0.521</c:v>
                  </c:pt>
                  <c:pt idx="126">
                    <c:v>0.525</c:v>
                  </c:pt>
                  <c:pt idx="127">
                    <c:v>0.529</c:v>
                  </c:pt>
                  <c:pt idx="128">
                    <c:v>0.533</c:v>
                  </c:pt>
                  <c:pt idx="129">
                    <c:v>0.537</c:v>
                  </c:pt>
                  <c:pt idx="130">
                    <c:v>0.542</c:v>
                  </c:pt>
                  <c:pt idx="131">
                    <c:v>0.546</c:v>
                  </c:pt>
                  <c:pt idx="132">
                    <c:v>0.550</c:v>
                  </c:pt>
                  <c:pt idx="133">
                    <c:v>0.554</c:v>
                  </c:pt>
                  <c:pt idx="134">
                    <c:v>0.558</c:v>
                  </c:pt>
                  <c:pt idx="135">
                    <c:v>0.563</c:v>
                  </c:pt>
                  <c:pt idx="136">
                    <c:v>0.567</c:v>
                  </c:pt>
                  <c:pt idx="137">
                    <c:v>0.571</c:v>
                  </c:pt>
                  <c:pt idx="138">
                    <c:v>0.575</c:v>
                  </c:pt>
                  <c:pt idx="139">
                    <c:v>0.579</c:v>
                  </c:pt>
                  <c:pt idx="140">
                    <c:v>0.583</c:v>
                  </c:pt>
                  <c:pt idx="141">
                    <c:v>0.588</c:v>
                  </c:pt>
                  <c:pt idx="142">
                    <c:v>0.592</c:v>
                  </c:pt>
                  <c:pt idx="143">
                    <c:v>0.596</c:v>
                  </c:pt>
                  <c:pt idx="144">
                    <c:v>0.600</c:v>
                  </c:pt>
                  <c:pt idx="145">
                    <c:v>0.604</c:v>
                  </c:pt>
                  <c:pt idx="146">
                    <c:v>0.608</c:v>
                  </c:pt>
                  <c:pt idx="147">
                    <c:v>0.612</c:v>
                  </c:pt>
                  <c:pt idx="148">
                    <c:v>0.617</c:v>
                  </c:pt>
                  <c:pt idx="149">
                    <c:v>0.621</c:v>
                  </c:pt>
                  <c:pt idx="150">
                    <c:v>0.625</c:v>
                  </c:pt>
                  <c:pt idx="151">
                    <c:v>0.629</c:v>
                  </c:pt>
                  <c:pt idx="152">
                    <c:v>0.633</c:v>
                  </c:pt>
                  <c:pt idx="153">
                    <c:v>0.638</c:v>
                  </c:pt>
                  <c:pt idx="154">
                    <c:v>0.642</c:v>
                  </c:pt>
                  <c:pt idx="155">
                    <c:v>0.646</c:v>
                  </c:pt>
                  <c:pt idx="156">
                    <c:v>0.650</c:v>
                  </c:pt>
                  <c:pt idx="157">
                    <c:v>0.654</c:v>
                  </c:pt>
                  <c:pt idx="158">
                    <c:v>0.658</c:v>
                  </c:pt>
                  <c:pt idx="159">
                    <c:v>0.662</c:v>
                  </c:pt>
                  <c:pt idx="160">
                    <c:v>0.667</c:v>
                  </c:pt>
                  <c:pt idx="161">
                    <c:v>0.671</c:v>
                  </c:pt>
                  <c:pt idx="162">
                    <c:v>0.675</c:v>
                  </c:pt>
                  <c:pt idx="163">
                    <c:v>0.679</c:v>
                  </c:pt>
                  <c:pt idx="164">
                    <c:v>0.683</c:v>
                  </c:pt>
                  <c:pt idx="165">
                    <c:v>0.688</c:v>
                  </c:pt>
                  <c:pt idx="166">
                    <c:v>0.692</c:v>
                  </c:pt>
                  <c:pt idx="167">
                    <c:v>0.696</c:v>
                  </c:pt>
                  <c:pt idx="168">
                    <c:v>0.700</c:v>
                  </c:pt>
                  <c:pt idx="169">
                    <c:v>0.704</c:v>
                  </c:pt>
                  <c:pt idx="170">
                    <c:v>0.708</c:v>
                  </c:pt>
                  <c:pt idx="171">
                    <c:v>0.713</c:v>
                  </c:pt>
                  <c:pt idx="172">
                    <c:v>0.717</c:v>
                  </c:pt>
                  <c:pt idx="173">
                    <c:v>0.721</c:v>
                  </c:pt>
                  <c:pt idx="174">
                    <c:v>0.725</c:v>
                  </c:pt>
                  <c:pt idx="175">
                    <c:v>0.729</c:v>
                  </c:pt>
                  <c:pt idx="176">
                    <c:v>0.733</c:v>
                  </c:pt>
                  <c:pt idx="177">
                    <c:v>0.737</c:v>
                  </c:pt>
                  <c:pt idx="178">
                    <c:v>0.742</c:v>
                  </c:pt>
                  <c:pt idx="179">
                    <c:v>0.746</c:v>
                  </c:pt>
                  <c:pt idx="180">
                    <c:v>0.750</c:v>
                  </c:pt>
                  <c:pt idx="181">
                    <c:v>0.754</c:v>
                  </c:pt>
                  <c:pt idx="182">
                    <c:v>0.758</c:v>
                  </c:pt>
                  <c:pt idx="183">
                    <c:v>0.763</c:v>
                  </c:pt>
                  <c:pt idx="184">
                    <c:v>0.767</c:v>
                  </c:pt>
                  <c:pt idx="185">
                    <c:v>0.771</c:v>
                  </c:pt>
                  <c:pt idx="186">
                    <c:v>0.775</c:v>
                  </c:pt>
                  <c:pt idx="187">
                    <c:v>0.779</c:v>
                  </c:pt>
                  <c:pt idx="188">
                    <c:v>0.783</c:v>
                  </c:pt>
                  <c:pt idx="189">
                    <c:v>0.787</c:v>
                  </c:pt>
                  <c:pt idx="190">
                    <c:v>0.792</c:v>
                  </c:pt>
                  <c:pt idx="191">
                    <c:v>0.796</c:v>
                  </c:pt>
                  <c:pt idx="192">
                    <c:v>0.800</c:v>
                  </c:pt>
                  <c:pt idx="193">
                    <c:v>0.804</c:v>
                  </c:pt>
                  <c:pt idx="194">
                    <c:v>0.808</c:v>
                  </c:pt>
                  <c:pt idx="195">
                    <c:v>0.813</c:v>
                  </c:pt>
                  <c:pt idx="196">
                    <c:v>0.817</c:v>
                  </c:pt>
                  <c:pt idx="197">
                    <c:v>0.821</c:v>
                  </c:pt>
                  <c:pt idx="198">
                    <c:v>0.825</c:v>
                  </c:pt>
                  <c:pt idx="199">
                    <c:v>0.829</c:v>
                  </c:pt>
                  <c:pt idx="200">
                    <c:v>0.833</c:v>
                  </c:pt>
                  <c:pt idx="201">
                    <c:v>0.838</c:v>
                  </c:pt>
                  <c:pt idx="202">
                    <c:v>0.842</c:v>
                  </c:pt>
                  <c:pt idx="203">
                    <c:v>0.846</c:v>
                  </c:pt>
                  <c:pt idx="204">
                    <c:v>0.850</c:v>
                  </c:pt>
                  <c:pt idx="205">
                    <c:v>0.854</c:v>
                  </c:pt>
                  <c:pt idx="206">
                    <c:v>0.858</c:v>
                  </c:pt>
                  <c:pt idx="207">
                    <c:v>0.862</c:v>
                  </c:pt>
                  <c:pt idx="208">
                    <c:v>0.867</c:v>
                  </c:pt>
                  <c:pt idx="209">
                    <c:v>0.871</c:v>
                  </c:pt>
                  <c:pt idx="210">
                    <c:v>0.875</c:v>
                  </c:pt>
                  <c:pt idx="211">
                    <c:v>0.879</c:v>
                  </c:pt>
                  <c:pt idx="212">
                    <c:v>0.883</c:v>
                  </c:pt>
                  <c:pt idx="213">
                    <c:v>0.888</c:v>
                  </c:pt>
                  <c:pt idx="214">
                    <c:v>0.892</c:v>
                  </c:pt>
                  <c:pt idx="215">
                    <c:v>0.896</c:v>
                  </c:pt>
                  <c:pt idx="216">
                    <c:v>0.900</c:v>
                  </c:pt>
                  <c:pt idx="217">
                    <c:v>0.904</c:v>
                  </c:pt>
                  <c:pt idx="218">
                    <c:v>0.908</c:v>
                  </c:pt>
                  <c:pt idx="219">
                    <c:v>0.912</c:v>
                  </c:pt>
                  <c:pt idx="220">
                    <c:v>0.917</c:v>
                  </c:pt>
                  <c:pt idx="221">
                    <c:v>0.921</c:v>
                  </c:pt>
                  <c:pt idx="222">
                    <c:v>0.925</c:v>
                  </c:pt>
                  <c:pt idx="223">
                    <c:v>0.929</c:v>
                  </c:pt>
                  <c:pt idx="224">
                    <c:v>0.933</c:v>
                  </c:pt>
                  <c:pt idx="225">
                    <c:v>0.938</c:v>
                  </c:pt>
                  <c:pt idx="226">
                    <c:v>0.942</c:v>
                  </c:pt>
                  <c:pt idx="227">
                    <c:v>0.946</c:v>
                  </c:pt>
                  <c:pt idx="228">
                    <c:v>0.950</c:v>
                  </c:pt>
                  <c:pt idx="229">
                    <c:v>0.954</c:v>
                  </c:pt>
                  <c:pt idx="230">
                    <c:v>0.958</c:v>
                  </c:pt>
                  <c:pt idx="231">
                    <c:v>0.963</c:v>
                  </c:pt>
                  <c:pt idx="232">
                    <c:v>0.967</c:v>
                  </c:pt>
                  <c:pt idx="233">
                    <c:v>0.971</c:v>
                  </c:pt>
                  <c:pt idx="234">
                    <c:v>0.975</c:v>
                  </c:pt>
                  <c:pt idx="235">
                    <c:v>0.979</c:v>
                  </c:pt>
                  <c:pt idx="236">
                    <c:v>0.983</c:v>
                  </c:pt>
                  <c:pt idx="237">
                    <c:v>0.988</c:v>
                  </c:pt>
                  <c:pt idx="238">
                    <c:v>0.992</c:v>
                  </c:pt>
                  <c:pt idx="239">
                    <c:v>0.996</c:v>
                  </c:pt>
                  <c:pt idx="240">
                    <c:v>1.000</c:v>
                  </c:pt>
                </c:lvl>
              </c:multiLvlStrCache>
            </c:multiLvlStrRef>
          </c:cat>
          <c:val>
            <c:numRef>
              <c:f>Sheet1!$B$2:$B$242</c:f>
              <c:numCache>
                <c:formatCode>General</c:formatCode>
                <c:ptCount val="241"/>
                <c:pt idx="0">
                  <c:v>1</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0.7071067811865471</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-1.2252657797839415e-15</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-0.7071067811865488</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-1</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-0.7071067811865479</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3.6757973393518245e-15</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0.7071067811865481</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0"/>
        <c:overlap val="0"/>
        <c:axId val="2094734554"/>
        <c:axId val="2094734552"/>
        <c:axId val="2094734556"/>
      </c:barChart>
      <c:lineChart>
        <c:varyColors val="0"/>
        <c:ser>
          <c:idx val="1"/>
          <c:order val="1"/>
          <c:tx>
            <c:strRef>
              <c:f>Sheet1!$C$1</c:f>
              <c:strCache>
                <c:ptCount val="1"/>
                <c:pt idx="0">
                  <c:v>1 kHz disguise</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2EC4B6"/>
                </a:solidFill>
                <a:prstDash val="solid"/>
                <a:round/>
              </a:ln>
              <a:effectLst/>
            </c:spPr>
          </c:marker>
          <c:cat>
            <c:multiLvlStrRef>
              <c:f>Sheet1!$A$2:$A$242</c:f>
              <c:multiLvlStrCache>
                <c:ptCount val="241"/>
                <c:lvl>
                  <c:pt idx="0">
                    <c:v>0.000</c:v>
                  </c:pt>
                  <c:pt idx="1">
                    <c:v>0.004</c:v>
                  </c:pt>
                  <c:pt idx="2">
                    <c:v>0.008</c:v>
                  </c:pt>
                  <c:pt idx="3">
                    <c:v>0.013</c:v>
                  </c:pt>
                  <c:pt idx="4">
                    <c:v>0.017</c:v>
                  </c:pt>
                  <c:pt idx="5">
                    <c:v>0.021</c:v>
                  </c:pt>
                  <c:pt idx="6">
                    <c:v>0.025</c:v>
                  </c:pt>
                  <c:pt idx="7">
                    <c:v>0.029</c:v>
                  </c:pt>
                  <c:pt idx="8">
                    <c:v>0.033</c:v>
                  </c:pt>
                  <c:pt idx="9">
                    <c:v>0.037</c:v>
                  </c:pt>
                  <c:pt idx="10">
                    <c:v>0.042</c:v>
                  </c:pt>
                  <c:pt idx="11">
                    <c:v>0.046</c:v>
                  </c:pt>
                  <c:pt idx="12">
                    <c:v>0.050</c:v>
                  </c:pt>
                  <c:pt idx="13">
                    <c:v>0.054</c:v>
                  </c:pt>
                  <c:pt idx="14">
                    <c:v>0.058</c:v>
                  </c:pt>
                  <c:pt idx="15">
                    <c:v>0.063</c:v>
                  </c:pt>
                  <c:pt idx="16">
                    <c:v>0.067</c:v>
                  </c:pt>
                  <c:pt idx="17">
                    <c:v>0.071</c:v>
                  </c:pt>
                  <c:pt idx="18">
                    <c:v>0.075</c:v>
                  </c:pt>
                  <c:pt idx="19">
                    <c:v>0.079</c:v>
                  </c:pt>
                  <c:pt idx="20">
                    <c:v>0.083</c:v>
                  </c:pt>
                  <c:pt idx="21">
                    <c:v>0.087</c:v>
                  </c:pt>
                  <c:pt idx="22">
                    <c:v>0.092</c:v>
                  </c:pt>
                  <c:pt idx="23">
                    <c:v>0.096</c:v>
                  </c:pt>
                  <c:pt idx="24">
                    <c:v>0.100</c:v>
                  </c:pt>
                  <c:pt idx="25">
                    <c:v>0.104</c:v>
                  </c:pt>
                  <c:pt idx="26">
                    <c:v>0.108</c:v>
                  </c:pt>
                  <c:pt idx="27">
                    <c:v>0.113</c:v>
                  </c:pt>
                  <c:pt idx="28">
                    <c:v>0.117</c:v>
                  </c:pt>
                  <c:pt idx="29">
                    <c:v>0.121</c:v>
                  </c:pt>
                  <c:pt idx="30">
                    <c:v>0.125</c:v>
                  </c:pt>
                  <c:pt idx="31">
                    <c:v>0.129</c:v>
                  </c:pt>
                  <c:pt idx="32">
                    <c:v>0.133</c:v>
                  </c:pt>
                  <c:pt idx="33">
                    <c:v>0.138</c:v>
                  </c:pt>
                  <c:pt idx="34">
                    <c:v>0.142</c:v>
                  </c:pt>
                  <c:pt idx="35">
                    <c:v>0.146</c:v>
                  </c:pt>
                  <c:pt idx="36">
                    <c:v>0.150</c:v>
                  </c:pt>
                  <c:pt idx="37">
                    <c:v>0.154</c:v>
                  </c:pt>
                  <c:pt idx="38">
                    <c:v>0.158</c:v>
                  </c:pt>
                  <c:pt idx="39">
                    <c:v>0.163</c:v>
                  </c:pt>
                  <c:pt idx="40">
                    <c:v>0.167</c:v>
                  </c:pt>
                  <c:pt idx="41">
                    <c:v>0.171</c:v>
                  </c:pt>
                  <c:pt idx="42">
                    <c:v>0.175</c:v>
                  </c:pt>
                  <c:pt idx="43">
                    <c:v>0.179</c:v>
                  </c:pt>
                  <c:pt idx="44">
                    <c:v>0.183</c:v>
                  </c:pt>
                  <c:pt idx="45">
                    <c:v>0.188</c:v>
                  </c:pt>
                  <c:pt idx="46">
                    <c:v>0.192</c:v>
                  </c:pt>
                  <c:pt idx="47">
                    <c:v>0.196</c:v>
                  </c:pt>
                  <c:pt idx="48">
                    <c:v>0.200</c:v>
                  </c:pt>
                  <c:pt idx="49">
                    <c:v>0.204</c:v>
                  </c:pt>
                  <c:pt idx="50">
                    <c:v>0.208</c:v>
                  </c:pt>
                  <c:pt idx="51">
                    <c:v>0.212</c:v>
                  </c:pt>
                  <c:pt idx="52">
                    <c:v>0.217</c:v>
                  </c:pt>
                  <c:pt idx="53">
                    <c:v>0.221</c:v>
                  </c:pt>
                  <c:pt idx="54">
                    <c:v>0.225</c:v>
                  </c:pt>
                  <c:pt idx="55">
                    <c:v>0.229</c:v>
                  </c:pt>
                  <c:pt idx="56">
                    <c:v>0.233</c:v>
                  </c:pt>
                  <c:pt idx="57">
                    <c:v>0.237</c:v>
                  </c:pt>
                  <c:pt idx="58">
                    <c:v>0.242</c:v>
                  </c:pt>
                  <c:pt idx="59">
                    <c:v>0.246</c:v>
                  </c:pt>
                  <c:pt idx="60">
                    <c:v>0.250</c:v>
                  </c:pt>
                  <c:pt idx="61">
                    <c:v>0.254</c:v>
                  </c:pt>
                  <c:pt idx="62">
                    <c:v>0.258</c:v>
                  </c:pt>
                  <c:pt idx="63">
                    <c:v>0.263</c:v>
                  </c:pt>
                  <c:pt idx="64">
                    <c:v>0.267</c:v>
                  </c:pt>
                  <c:pt idx="65">
                    <c:v>0.271</c:v>
                  </c:pt>
                  <c:pt idx="66">
                    <c:v>0.275</c:v>
                  </c:pt>
                  <c:pt idx="67">
                    <c:v>0.279</c:v>
                  </c:pt>
                  <c:pt idx="68">
                    <c:v>0.283</c:v>
                  </c:pt>
                  <c:pt idx="69">
                    <c:v>0.287</c:v>
                  </c:pt>
                  <c:pt idx="70">
                    <c:v>0.292</c:v>
                  </c:pt>
                  <c:pt idx="71">
                    <c:v>0.296</c:v>
                  </c:pt>
                  <c:pt idx="72">
                    <c:v>0.300</c:v>
                  </c:pt>
                  <c:pt idx="73">
                    <c:v>0.304</c:v>
                  </c:pt>
                  <c:pt idx="74">
                    <c:v>0.308</c:v>
                  </c:pt>
                  <c:pt idx="75">
                    <c:v>0.313</c:v>
                  </c:pt>
                  <c:pt idx="76">
                    <c:v>0.317</c:v>
                  </c:pt>
                  <c:pt idx="77">
                    <c:v>0.321</c:v>
                  </c:pt>
                  <c:pt idx="78">
                    <c:v>0.325</c:v>
                  </c:pt>
                  <c:pt idx="79">
                    <c:v>0.329</c:v>
                  </c:pt>
                  <c:pt idx="80">
                    <c:v>0.333</c:v>
                  </c:pt>
                  <c:pt idx="81">
                    <c:v>0.338</c:v>
                  </c:pt>
                  <c:pt idx="82">
                    <c:v>0.342</c:v>
                  </c:pt>
                  <c:pt idx="83">
                    <c:v>0.346</c:v>
                  </c:pt>
                  <c:pt idx="84">
                    <c:v>0.350</c:v>
                  </c:pt>
                  <c:pt idx="85">
                    <c:v>0.354</c:v>
                  </c:pt>
                  <c:pt idx="86">
                    <c:v>0.358</c:v>
                  </c:pt>
                  <c:pt idx="87">
                    <c:v>0.362</c:v>
                  </c:pt>
                  <c:pt idx="88">
                    <c:v>0.367</c:v>
                  </c:pt>
                  <c:pt idx="89">
                    <c:v>0.371</c:v>
                  </c:pt>
                  <c:pt idx="90">
                    <c:v>0.375</c:v>
                  </c:pt>
                  <c:pt idx="91">
                    <c:v>0.379</c:v>
                  </c:pt>
                  <c:pt idx="92">
                    <c:v>0.383</c:v>
                  </c:pt>
                  <c:pt idx="93">
                    <c:v>0.388</c:v>
                  </c:pt>
                  <c:pt idx="94">
                    <c:v>0.392</c:v>
                  </c:pt>
                  <c:pt idx="95">
                    <c:v>0.396</c:v>
                  </c:pt>
                  <c:pt idx="96">
                    <c:v>0.400</c:v>
                  </c:pt>
                  <c:pt idx="97">
                    <c:v>0.404</c:v>
                  </c:pt>
                  <c:pt idx="98">
                    <c:v>0.408</c:v>
                  </c:pt>
                  <c:pt idx="99">
                    <c:v>0.412</c:v>
                  </c:pt>
                  <c:pt idx="100">
                    <c:v>0.417</c:v>
                  </c:pt>
                  <c:pt idx="101">
                    <c:v>0.421</c:v>
                  </c:pt>
                  <c:pt idx="102">
                    <c:v>0.425</c:v>
                  </c:pt>
                  <c:pt idx="103">
                    <c:v>0.429</c:v>
                  </c:pt>
                  <c:pt idx="104">
                    <c:v>0.433</c:v>
                  </c:pt>
                  <c:pt idx="105">
                    <c:v>0.438</c:v>
                  </c:pt>
                  <c:pt idx="106">
                    <c:v>0.442</c:v>
                  </c:pt>
                  <c:pt idx="107">
                    <c:v>0.446</c:v>
                  </c:pt>
                  <c:pt idx="108">
                    <c:v>0.450</c:v>
                  </c:pt>
                  <c:pt idx="109">
                    <c:v>0.454</c:v>
                  </c:pt>
                  <c:pt idx="110">
                    <c:v>0.458</c:v>
                  </c:pt>
                  <c:pt idx="111">
                    <c:v>0.463</c:v>
                  </c:pt>
                  <c:pt idx="112">
                    <c:v>0.467</c:v>
                  </c:pt>
                  <c:pt idx="113">
                    <c:v>0.471</c:v>
                  </c:pt>
                  <c:pt idx="114">
                    <c:v>0.475</c:v>
                  </c:pt>
                  <c:pt idx="115">
                    <c:v>0.479</c:v>
                  </c:pt>
                  <c:pt idx="116">
                    <c:v>0.483</c:v>
                  </c:pt>
                  <c:pt idx="117">
                    <c:v>0.487</c:v>
                  </c:pt>
                  <c:pt idx="118">
                    <c:v>0.492</c:v>
                  </c:pt>
                  <c:pt idx="119">
                    <c:v>0.496</c:v>
                  </c:pt>
                  <c:pt idx="120">
                    <c:v>0.500</c:v>
                  </c:pt>
                  <c:pt idx="121">
                    <c:v>0.504</c:v>
                  </c:pt>
                  <c:pt idx="122">
                    <c:v>0.508</c:v>
                  </c:pt>
                  <c:pt idx="123">
                    <c:v>0.513</c:v>
                  </c:pt>
                  <c:pt idx="124">
                    <c:v>0.517</c:v>
                  </c:pt>
                  <c:pt idx="125">
                    <c:v>0.521</c:v>
                  </c:pt>
                  <c:pt idx="126">
                    <c:v>0.525</c:v>
                  </c:pt>
                  <c:pt idx="127">
                    <c:v>0.529</c:v>
                  </c:pt>
                  <c:pt idx="128">
                    <c:v>0.533</c:v>
                  </c:pt>
                  <c:pt idx="129">
                    <c:v>0.537</c:v>
                  </c:pt>
                  <c:pt idx="130">
                    <c:v>0.542</c:v>
                  </c:pt>
                  <c:pt idx="131">
                    <c:v>0.546</c:v>
                  </c:pt>
                  <c:pt idx="132">
                    <c:v>0.550</c:v>
                  </c:pt>
                  <c:pt idx="133">
                    <c:v>0.554</c:v>
                  </c:pt>
                  <c:pt idx="134">
                    <c:v>0.558</c:v>
                  </c:pt>
                  <c:pt idx="135">
                    <c:v>0.563</c:v>
                  </c:pt>
                  <c:pt idx="136">
                    <c:v>0.567</c:v>
                  </c:pt>
                  <c:pt idx="137">
                    <c:v>0.571</c:v>
                  </c:pt>
                  <c:pt idx="138">
                    <c:v>0.575</c:v>
                  </c:pt>
                  <c:pt idx="139">
                    <c:v>0.579</c:v>
                  </c:pt>
                  <c:pt idx="140">
                    <c:v>0.583</c:v>
                  </c:pt>
                  <c:pt idx="141">
                    <c:v>0.588</c:v>
                  </c:pt>
                  <c:pt idx="142">
                    <c:v>0.592</c:v>
                  </c:pt>
                  <c:pt idx="143">
                    <c:v>0.596</c:v>
                  </c:pt>
                  <c:pt idx="144">
                    <c:v>0.600</c:v>
                  </c:pt>
                  <c:pt idx="145">
                    <c:v>0.604</c:v>
                  </c:pt>
                  <c:pt idx="146">
                    <c:v>0.608</c:v>
                  </c:pt>
                  <c:pt idx="147">
                    <c:v>0.612</c:v>
                  </c:pt>
                  <c:pt idx="148">
                    <c:v>0.617</c:v>
                  </c:pt>
                  <c:pt idx="149">
                    <c:v>0.621</c:v>
                  </c:pt>
                  <c:pt idx="150">
                    <c:v>0.625</c:v>
                  </c:pt>
                  <c:pt idx="151">
                    <c:v>0.629</c:v>
                  </c:pt>
                  <c:pt idx="152">
                    <c:v>0.633</c:v>
                  </c:pt>
                  <c:pt idx="153">
                    <c:v>0.638</c:v>
                  </c:pt>
                  <c:pt idx="154">
                    <c:v>0.642</c:v>
                  </c:pt>
                  <c:pt idx="155">
                    <c:v>0.646</c:v>
                  </c:pt>
                  <c:pt idx="156">
                    <c:v>0.650</c:v>
                  </c:pt>
                  <c:pt idx="157">
                    <c:v>0.654</c:v>
                  </c:pt>
                  <c:pt idx="158">
                    <c:v>0.658</c:v>
                  </c:pt>
                  <c:pt idx="159">
                    <c:v>0.662</c:v>
                  </c:pt>
                  <c:pt idx="160">
                    <c:v>0.667</c:v>
                  </c:pt>
                  <c:pt idx="161">
                    <c:v>0.671</c:v>
                  </c:pt>
                  <c:pt idx="162">
                    <c:v>0.675</c:v>
                  </c:pt>
                  <c:pt idx="163">
                    <c:v>0.679</c:v>
                  </c:pt>
                  <c:pt idx="164">
                    <c:v>0.683</c:v>
                  </c:pt>
                  <c:pt idx="165">
                    <c:v>0.688</c:v>
                  </c:pt>
                  <c:pt idx="166">
                    <c:v>0.692</c:v>
                  </c:pt>
                  <c:pt idx="167">
                    <c:v>0.696</c:v>
                  </c:pt>
                  <c:pt idx="168">
                    <c:v>0.700</c:v>
                  </c:pt>
                  <c:pt idx="169">
                    <c:v>0.704</c:v>
                  </c:pt>
                  <c:pt idx="170">
                    <c:v>0.708</c:v>
                  </c:pt>
                  <c:pt idx="171">
                    <c:v>0.713</c:v>
                  </c:pt>
                  <c:pt idx="172">
                    <c:v>0.717</c:v>
                  </c:pt>
                  <c:pt idx="173">
                    <c:v>0.721</c:v>
                  </c:pt>
                  <c:pt idx="174">
                    <c:v>0.725</c:v>
                  </c:pt>
                  <c:pt idx="175">
                    <c:v>0.729</c:v>
                  </c:pt>
                  <c:pt idx="176">
                    <c:v>0.733</c:v>
                  </c:pt>
                  <c:pt idx="177">
                    <c:v>0.737</c:v>
                  </c:pt>
                  <c:pt idx="178">
                    <c:v>0.742</c:v>
                  </c:pt>
                  <c:pt idx="179">
                    <c:v>0.746</c:v>
                  </c:pt>
                  <c:pt idx="180">
                    <c:v>0.750</c:v>
                  </c:pt>
                  <c:pt idx="181">
                    <c:v>0.754</c:v>
                  </c:pt>
                  <c:pt idx="182">
                    <c:v>0.758</c:v>
                  </c:pt>
                  <c:pt idx="183">
                    <c:v>0.763</c:v>
                  </c:pt>
                  <c:pt idx="184">
                    <c:v>0.767</c:v>
                  </c:pt>
                  <c:pt idx="185">
                    <c:v>0.771</c:v>
                  </c:pt>
                  <c:pt idx="186">
                    <c:v>0.775</c:v>
                  </c:pt>
                  <c:pt idx="187">
                    <c:v>0.779</c:v>
                  </c:pt>
                  <c:pt idx="188">
                    <c:v>0.783</c:v>
                  </c:pt>
                  <c:pt idx="189">
                    <c:v>0.787</c:v>
                  </c:pt>
                  <c:pt idx="190">
                    <c:v>0.792</c:v>
                  </c:pt>
                  <c:pt idx="191">
                    <c:v>0.796</c:v>
                  </c:pt>
                  <c:pt idx="192">
                    <c:v>0.800</c:v>
                  </c:pt>
                  <c:pt idx="193">
                    <c:v>0.804</c:v>
                  </c:pt>
                  <c:pt idx="194">
                    <c:v>0.808</c:v>
                  </c:pt>
                  <c:pt idx="195">
                    <c:v>0.813</c:v>
                  </c:pt>
                  <c:pt idx="196">
                    <c:v>0.817</c:v>
                  </c:pt>
                  <c:pt idx="197">
                    <c:v>0.821</c:v>
                  </c:pt>
                  <c:pt idx="198">
                    <c:v>0.825</c:v>
                  </c:pt>
                  <c:pt idx="199">
                    <c:v>0.829</c:v>
                  </c:pt>
                  <c:pt idx="200">
                    <c:v>0.833</c:v>
                  </c:pt>
                  <c:pt idx="201">
                    <c:v>0.838</c:v>
                  </c:pt>
                  <c:pt idx="202">
                    <c:v>0.842</c:v>
                  </c:pt>
                  <c:pt idx="203">
                    <c:v>0.846</c:v>
                  </c:pt>
                  <c:pt idx="204">
                    <c:v>0.850</c:v>
                  </c:pt>
                  <c:pt idx="205">
                    <c:v>0.854</c:v>
                  </c:pt>
                  <c:pt idx="206">
                    <c:v>0.858</c:v>
                  </c:pt>
                  <c:pt idx="207">
                    <c:v>0.862</c:v>
                  </c:pt>
                  <c:pt idx="208">
                    <c:v>0.867</c:v>
                  </c:pt>
                  <c:pt idx="209">
                    <c:v>0.871</c:v>
                  </c:pt>
                  <c:pt idx="210">
                    <c:v>0.875</c:v>
                  </c:pt>
                  <c:pt idx="211">
                    <c:v>0.879</c:v>
                  </c:pt>
                  <c:pt idx="212">
                    <c:v>0.883</c:v>
                  </c:pt>
                  <c:pt idx="213">
                    <c:v>0.888</c:v>
                  </c:pt>
                  <c:pt idx="214">
                    <c:v>0.892</c:v>
                  </c:pt>
                  <c:pt idx="215">
                    <c:v>0.896</c:v>
                  </c:pt>
                  <c:pt idx="216">
                    <c:v>0.900</c:v>
                  </c:pt>
                  <c:pt idx="217">
                    <c:v>0.904</c:v>
                  </c:pt>
                  <c:pt idx="218">
                    <c:v>0.908</c:v>
                  </c:pt>
                  <c:pt idx="219">
                    <c:v>0.912</c:v>
                  </c:pt>
                  <c:pt idx="220">
                    <c:v>0.917</c:v>
                  </c:pt>
                  <c:pt idx="221">
                    <c:v>0.921</c:v>
                  </c:pt>
                  <c:pt idx="222">
                    <c:v>0.925</c:v>
                  </c:pt>
                  <c:pt idx="223">
                    <c:v>0.929</c:v>
                  </c:pt>
                  <c:pt idx="224">
                    <c:v>0.933</c:v>
                  </c:pt>
                  <c:pt idx="225">
                    <c:v>0.938</c:v>
                  </c:pt>
                  <c:pt idx="226">
                    <c:v>0.942</c:v>
                  </c:pt>
                  <c:pt idx="227">
                    <c:v>0.946</c:v>
                  </c:pt>
                  <c:pt idx="228">
                    <c:v>0.950</c:v>
                  </c:pt>
                  <c:pt idx="229">
                    <c:v>0.954</c:v>
                  </c:pt>
                  <c:pt idx="230">
                    <c:v>0.958</c:v>
                  </c:pt>
                  <c:pt idx="231">
                    <c:v>0.963</c:v>
                  </c:pt>
                  <c:pt idx="232">
                    <c:v>0.967</c:v>
                  </c:pt>
                  <c:pt idx="233">
                    <c:v>0.971</c:v>
                  </c:pt>
                  <c:pt idx="234">
                    <c:v>0.975</c:v>
                  </c:pt>
                  <c:pt idx="235">
                    <c:v>0.979</c:v>
                  </c:pt>
                  <c:pt idx="236">
                    <c:v>0.983</c:v>
                  </c:pt>
                  <c:pt idx="237">
                    <c:v>0.988</c:v>
                  </c:pt>
                  <c:pt idx="238">
                    <c:v>0.992</c:v>
                  </c:pt>
                  <c:pt idx="239">
                    <c:v>0.996</c:v>
                  </c:pt>
                  <c:pt idx="240">
                    <c:v>1.000</c:v>
                  </c:pt>
                </c:lvl>
              </c:multiLvlStrCache>
            </c:multiLvlStrRef>
          </c:cat>
          <c:val>
            <c:numRef>
              <c:f>Sheet1!$C$2:$C$242</c:f>
              <c:numCache>
                <c:formatCode>General</c:formatCode>
                <c:ptCount val="241"/>
                <c:pt idx="0">
                  <c:v>1</c:v>
                </c:pt>
                <c:pt idx="1">
                  <c:v>0.9996573249755573</c:v>
                </c:pt>
                <c:pt idx="2">
                  <c:v>0.9986295347545738</c:v>
                </c:pt>
                <c:pt idx="3">
                  <c:v>0.996917333733128</c:v>
                </c:pt>
                <c:pt idx="4">
                  <c:v>0.9945218953682733</c:v>
                </c:pt>
                <c:pt idx="5">
                  <c:v>0.9914448613738104</c:v>
                </c:pt>
                <c:pt idx="6">
                  <c:v>0.9876883405951378</c:v>
                </c:pt>
                <c:pt idx="7">
                  <c:v>0.9832549075639546</c:v>
                </c:pt>
                <c:pt idx="8">
                  <c:v>0.9781476007338057</c:v>
                </c:pt>
                <c:pt idx="9">
                  <c:v>0.9723699203976766</c:v>
                </c:pt>
                <c:pt idx="10">
                  <c:v>0.9659258262890683</c:v>
                </c:pt>
                <c:pt idx="11">
                  <c:v>0.958819734868193</c:v>
                </c:pt>
                <c:pt idx="12">
                  <c:v>0.9510565162951535</c:v>
                </c:pt>
                <c:pt idx="13">
                  <c:v>0.9426414910921784</c:v>
                </c:pt>
                <c:pt idx="14">
                  <c:v>0.9335804264972017</c:v>
                </c:pt>
                <c:pt idx="15">
                  <c:v>0.9238795325112867</c:v>
                </c:pt>
                <c:pt idx="16">
                  <c:v>0.9135454576426009</c:v>
                </c:pt>
                <c:pt idx="17">
                  <c:v>0.9025852843498606</c:v>
                </c:pt>
                <c:pt idx="18">
                  <c:v>0.8910065241883679</c:v>
                </c:pt>
                <c:pt idx="19">
                  <c:v>0.8788171126619654</c:v>
                </c:pt>
                <c:pt idx="20">
                  <c:v>0.8660254037844387</c:v>
                </c:pt>
                <c:pt idx="21">
                  <c:v>0.8526401643540923</c:v>
                </c:pt>
                <c:pt idx="22">
                  <c:v>0.838670567945424</c:v>
                </c:pt>
                <c:pt idx="23">
                  <c:v>0.8241261886220157</c:v>
                </c:pt>
                <c:pt idx="24">
                  <c:v>0.8090169943749475</c:v>
                </c:pt>
                <c:pt idx="25">
                  <c:v>0.7933533402912352</c:v>
                </c:pt>
                <c:pt idx="26">
                  <c:v>0.7771459614569709</c:v>
                </c:pt>
                <c:pt idx="27">
                  <c:v>0.760405965600031</c:v>
                </c:pt>
                <c:pt idx="28">
                  <c:v>0.7431448254773942</c:v>
                </c:pt>
                <c:pt idx="29">
                  <c:v>0.7253743710122877</c:v>
                </c:pt>
                <c:pt idx="30">
                  <c:v>0.7071067811865476</c:v>
                </c:pt>
                <c:pt idx="31">
                  <c:v>0.688354575693754</c:v>
                </c:pt>
                <c:pt idx="32">
                  <c:v>0.6691306063588582</c:v>
                </c:pt>
                <c:pt idx="33">
                  <c:v>0.6494480483301837</c:v>
                </c:pt>
                <c:pt idx="34">
                  <c:v>0.6293203910498375</c:v>
                </c:pt>
                <c:pt idx="35">
                  <c:v>0.6087614290087207</c:v>
                </c:pt>
                <c:pt idx="36">
                  <c:v>0.5877852522924732</c:v>
                </c:pt>
                <c:pt idx="37">
                  <c:v>0.566406236924833</c:v>
                </c:pt>
                <c:pt idx="38">
                  <c:v>0.5446390350150272</c:v>
                </c:pt>
                <c:pt idx="39">
                  <c:v>0.5224985647159491</c:v>
                </c:pt>
                <c:pt idx="40">
                  <c:v>0.5000000000000001</c:v>
                </c:pt>
                <c:pt idx="41">
                  <c:v>0.47715876025960857</c:v>
                </c:pt>
                <c:pt idx="42">
                  <c:v>0.45399049973954686</c:v>
                </c:pt>
                <c:pt idx="43">
                  <c:v>0.43051109680829525</c:v>
                </c:pt>
                <c:pt idx="44">
                  <c:v>0.4067366430758004</c:v>
                </c:pt>
                <c:pt idx="45">
                  <c:v>0.38268343236508984</c:v>
                </c:pt>
                <c:pt idx="46">
                  <c:v>0.3583679495453004</c:v>
                </c:pt>
                <c:pt idx="47">
                  <c:v>0.3338068592337709</c:v>
                </c:pt>
                <c:pt idx="48">
                  <c:v>0.30901699437494745</c:v>
                </c:pt>
                <c:pt idx="49">
                  <c:v>0.28401534470392276</c:v>
                </c:pt>
                <c:pt idx="50">
                  <c:v>0.25881904510252074</c:v>
                </c:pt>
                <c:pt idx="51">
                  <c:v>0.23344536385590567</c:v>
                </c:pt>
                <c:pt idx="52">
                  <c:v>0.20791169081775945</c:v>
                </c:pt>
                <c:pt idx="53">
                  <c:v>0.18223552549214767</c:v>
                </c:pt>
                <c:pt idx="54">
                  <c:v>0.15643446504023115</c:v>
                </c:pt>
                <c:pt idx="55">
                  <c:v>0.1305261922200517</c:v>
                </c:pt>
                <c:pt idx="56">
                  <c:v>0.10452846326765368</c:v>
                </c:pt>
                <c:pt idx="57">
                  <c:v>0.078459095727845</c:v>
                </c:pt>
                <c:pt idx="58">
                  <c:v>0.052335956242943966</c:v>
                </c:pt>
                <c:pt idx="59">
                  <c:v>0.02617694830787336</c:v>
                </c:pt>
                <c:pt idx="60">
                  <c:v>6.123233995736766e-17</c:v>
                </c:pt>
                <c:pt idx="61">
                  <c:v>-0.026176948307872795</c:v>
                </c:pt>
                <c:pt idx="62">
                  <c:v>-0.05233595624294362</c:v>
                </c:pt>
                <c:pt idx="63">
                  <c:v>-0.07845909572784467</c:v>
                </c:pt>
                <c:pt idx="64">
                  <c:v>-0.10452846326765333</c:v>
                </c:pt>
                <c:pt idx="65">
                  <c:v>-0.13052619222005138</c:v>
                </c:pt>
                <c:pt idx="66">
                  <c:v>-0.1564344650402308</c:v>
                </c:pt>
                <c:pt idx="67">
                  <c:v>-0.1822355254921473</c:v>
                </c:pt>
                <c:pt idx="68">
                  <c:v>-0.20791169081775934</c:v>
                </c:pt>
                <c:pt idx="69">
                  <c:v>-0.23344536385590514</c:v>
                </c:pt>
                <c:pt idx="70">
                  <c:v>-0.25881904510252063</c:v>
                </c:pt>
                <c:pt idx="71">
                  <c:v>-0.2840153447039224</c:v>
                </c:pt>
                <c:pt idx="72">
                  <c:v>-0.3090169943749471</c:v>
                </c:pt>
                <c:pt idx="73">
                  <c:v>-0.3338068592337708</c:v>
                </c:pt>
                <c:pt idx="74">
                  <c:v>-0.3583679495452999</c:v>
                </c:pt>
                <c:pt idx="75">
                  <c:v>-0.3826834323650897</c:v>
                </c:pt>
                <c:pt idx="76">
                  <c:v>-0.4067366430757999</c:v>
                </c:pt>
                <c:pt idx="77">
                  <c:v>-0.4305110968082949</c:v>
                </c:pt>
                <c:pt idx="78">
                  <c:v>-0.4539904997395463</c:v>
                </c:pt>
                <c:pt idx="79">
                  <c:v>-0.47715876025960846</c:v>
                </c:pt>
                <c:pt idx="80">
                  <c:v>-0.4999999999999998</c:v>
                </c:pt>
                <c:pt idx="81">
                  <c:v>-0.5224985647159488</c:v>
                </c:pt>
                <c:pt idx="82">
                  <c:v>-0.5446390350150268</c:v>
                </c:pt>
                <c:pt idx="83">
                  <c:v>-0.5664062369248326</c:v>
                </c:pt>
                <c:pt idx="84">
                  <c:v>-0.587785252292473</c:v>
                </c:pt>
                <c:pt idx="85">
                  <c:v>-0.6087614290087207</c:v>
                </c:pt>
                <c:pt idx="86">
                  <c:v>-0.6293203910498373</c:v>
                </c:pt>
                <c:pt idx="87">
                  <c:v>-0.6494480483301832</c:v>
                </c:pt>
                <c:pt idx="88">
                  <c:v>-0.6691306063588579</c:v>
                </c:pt>
                <c:pt idx="89">
                  <c:v>-0.6883545756937538</c:v>
                </c:pt>
                <c:pt idx="90">
                  <c:v>-0.7071067811865475</c:v>
                </c:pt>
                <c:pt idx="91">
                  <c:v>-0.7253743710122874</c:v>
                </c:pt>
                <c:pt idx="92">
                  <c:v>-0.7431448254773941</c:v>
                </c:pt>
                <c:pt idx="93">
                  <c:v>-0.7604059656000306</c:v>
                </c:pt>
                <c:pt idx="94">
                  <c:v>-0.7771459614569709</c:v>
                </c:pt>
                <c:pt idx="95">
                  <c:v>-0.793353340291235</c:v>
                </c:pt>
                <c:pt idx="96">
                  <c:v>-0.8090169943749473</c:v>
                </c:pt>
                <c:pt idx="97">
                  <c:v>-0.8241261886220155</c:v>
                </c:pt>
                <c:pt idx="98">
                  <c:v>-0.8386705679454239</c:v>
                </c:pt>
                <c:pt idx="99">
                  <c:v>-0.8526401643540922</c:v>
                </c:pt>
                <c:pt idx="100">
                  <c:v>-0.8660254037844387</c:v>
                </c:pt>
                <c:pt idx="101">
                  <c:v>-0.8788171126619653</c:v>
                </c:pt>
                <c:pt idx="102">
                  <c:v>-0.8910065241883676</c:v>
                </c:pt>
                <c:pt idx="103">
                  <c:v>-0.9025852843498604</c:v>
                </c:pt>
                <c:pt idx="104">
                  <c:v>-0.9135454576426008</c:v>
                </c:pt>
                <c:pt idx="105">
                  <c:v>-0.9238795325112867</c:v>
                </c:pt>
                <c:pt idx="106">
                  <c:v>-0.9335804264972016</c:v>
                </c:pt>
                <c:pt idx="107">
                  <c:v>-0.9426414910921783</c:v>
                </c:pt>
                <c:pt idx="108">
                  <c:v>-0.9510565162951534</c:v>
                </c:pt>
                <c:pt idx="109">
                  <c:v>-0.9588197348681929</c:v>
                </c:pt>
                <c:pt idx="110">
                  <c:v>-0.9659258262890682</c:v>
                </c:pt>
                <c:pt idx="111">
                  <c:v>-0.9723699203976766</c:v>
                </c:pt>
                <c:pt idx="112">
                  <c:v>-0.9781476007338056</c:v>
                </c:pt>
                <c:pt idx="113">
                  <c:v>-0.9832549075639545</c:v>
                </c:pt>
                <c:pt idx="114">
                  <c:v>-0.9876883405951377</c:v>
                </c:pt>
                <c:pt idx="115">
                  <c:v>-0.9914448613738104</c:v>
                </c:pt>
                <c:pt idx="116">
                  <c:v>-0.9945218953682733</c:v>
                </c:pt>
                <c:pt idx="117">
                  <c:v>-0.996917333733128</c:v>
                </c:pt>
                <c:pt idx="118">
                  <c:v>-0.9986295347545738</c:v>
                </c:pt>
                <c:pt idx="119">
                  <c:v>-0.9996573249755573</c:v>
                </c:pt>
                <c:pt idx="120">
                  <c:v>-1</c:v>
                </c:pt>
                <c:pt idx="121">
                  <c:v>-0.9996573249755573</c:v>
                </c:pt>
                <c:pt idx="122">
                  <c:v>-0.9986295347545739</c:v>
                </c:pt>
                <c:pt idx="123">
                  <c:v>-0.996917333733128</c:v>
                </c:pt>
                <c:pt idx="124">
                  <c:v>-0.9945218953682734</c:v>
                </c:pt>
                <c:pt idx="125">
                  <c:v>-0.9914448613738105</c:v>
                </c:pt>
                <c:pt idx="126">
                  <c:v>-0.9876883405951378</c:v>
                </c:pt>
                <c:pt idx="127">
                  <c:v>-0.9832549075639546</c:v>
                </c:pt>
                <c:pt idx="128">
                  <c:v>-0.9781476007338057</c:v>
                </c:pt>
                <c:pt idx="129">
                  <c:v>-0.9723699203976767</c:v>
                </c:pt>
                <c:pt idx="130">
                  <c:v>-0.9659258262890684</c:v>
                </c:pt>
                <c:pt idx="131">
                  <c:v>-0.9588197348681933</c:v>
                </c:pt>
                <c:pt idx="132">
                  <c:v>-0.9510565162951536</c:v>
                </c:pt>
                <c:pt idx="133">
                  <c:v>-0.9426414910921785</c:v>
                </c:pt>
                <c:pt idx="134">
                  <c:v>-0.9335804264972019</c:v>
                </c:pt>
                <c:pt idx="135">
                  <c:v>-0.923879532511287</c:v>
                </c:pt>
                <c:pt idx="136">
                  <c:v>-0.9135454576426009</c:v>
                </c:pt>
                <c:pt idx="137">
                  <c:v>-0.9025852843498607</c:v>
                </c:pt>
                <c:pt idx="138">
                  <c:v>-0.8910065241883681</c:v>
                </c:pt>
                <c:pt idx="139">
                  <c:v>-0.8788171126619656</c:v>
                </c:pt>
                <c:pt idx="140">
                  <c:v>-0.8660254037844388</c:v>
                </c:pt>
                <c:pt idx="141">
                  <c:v>-0.8526401643540923</c:v>
                </c:pt>
                <c:pt idx="142">
                  <c:v>-0.8386705679454243</c:v>
                </c:pt>
                <c:pt idx="143">
                  <c:v>-0.8241261886220161</c:v>
                </c:pt>
                <c:pt idx="144">
                  <c:v>-0.8090169943749478</c:v>
                </c:pt>
                <c:pt idx="145">
                  <c:v>-0.7933533402912352</c:v>
                </c:pt>
                <c:pt idx="146">
                  <c:v>-0.7771459614569711</c:v>
                </c:pt>
                <c:pt idx="147">
                  <c:v>-0.7604059656000314</c:v>
                </c:pt>
                <c:pt idx="148">
                  <c:v>-0.7431448254773948</c:v>
                </c:pt>
                <c:pt idx="149">
                  <c:v>-0.7253743710122879</c:v>
                </c:pt>
                <c:pt idx="150">
                  <c:v>-0.7071067811865477</c:v>
                </c:pt>
                <c:pt idx="151">
                  <c:v>-0.6883545756937542</c:v>
                </c:pt>
                <c:pt idx="152">
                  <c:v>-0.6691306063588588</c:v>
                </c:pt>
                <c:pt idx="153">
                  <c:v>-0.6494480483301834</c:v>
                </c:pt>
                <c:pt idx="154">
                  <c:v>-0.6293203910498378</c:v>
                </c:pt>
                <c:pt idx="155">
                  <c:v>-0.6087614290087209</c:v>
                </c:pt>
                <c:pt idx="156">
                  <c:v>-0.587785252292474</c:v>
                </c:pt>
                <c:pt idx="157">
                  <c:v>-0.5664062369248328</c:v>
                </c:pt>
                <c:pt idx="158">
                  <c:v>-0.544639035015027</c:v>
                </c:pt>
                <c:pt idx="159">
                  <c:v>-0.5224985647159494</c:v>
                </c:pt>
                <c:pt idx="160">
                  <c:v>-0.5000000000000004</c:v>
                </c:pt>
                <c:pt idx="161">
                  <c:v>-0.4771587602596087</c:v>
                </c:pt>
                <c:pt idx="162">
                  <c:v>-0.4539904997395469</c:v>
                </c:pt>
                <c:pt idx="163">
                  <c:v>-0.43051109680829514</c:v>
                </c:pt>
                <c:pt idx="164">
                  <c:v>-0.40673664307580093</c:v>
                </c:pt>
                <c:pt idx="165">
                  <c:v>-0.38268343236509034</c:v>
                </c:pt>
                <c:pt idx="166">
                  <c:v>-0.3583679495453007</c:v>
                </c:pt>
                <c:pt idx="167">
                  <c:v>-0.33380685923377124</c:v>
                </c:pt>
                <c:pt idx="168">
                  <c:v>-0.30901699437494756</c:v>
                </c:pt>
                <c:pt idx="169">
                  <c:v>-0.2840153447039235</c:v>
                </c:pt>
                <c:pt idx="170">
                  <c:v>-0.25881904510252063</c:v>
                </c:pt>
                <c:pt idx="171">
                  <c:v>-0.233445363855906</c:v>
                </c:pt>
                <c:pt idx="172">
                  <c:v>-0.2079116908177598</c:v>
                </c:pt>
                <c:pt idx="173">
                  <c:v>-0.18223552549214778</c:v>
                </c:pt>
                <c:pt idx="174">
                  <c:v>-0.15643446504023192</c:v>
                </c:pt>
                <c:pt idx="175">
                  <c:v>-0.13052619222005163</c:v>
                </c:pt>
                <c:pt idx="176">
                  <c:v>-0.10452846326765423</c:v>
                </c:pt>
                <c:pt idx="177">
                  <c:v>-0.07845909572784557</c:v>
                </c:pt>
                <c:pt idx="178">
                  <c:v>-0.052335956242944306</c:v>
                </c:pt>
                <c:pt idx="179">
                  <c:v>-0.026176948307873482</c:v>
                </c:pt>
                <c:pt idx="180">
                  <c:v>-1.8369701987210297e-16</c:v>
                </c:pt>
                <c:pt idx="181">
                  <c:v>0.02617694830787223</c:v>
                </c:pt>
                <c:pt idx="182">
                  <c:v>0.05233595624294306</c:v>
                </c:pt>
                <c:pt idx="183">
                  <c:v>0.07845909572784521</c:v>
                </c:pt>
                <c:pt idx="184">
                  <c:v>0.10452846326765299</c:v>
                </c:pt>
                <c:pt idx="185">
                  <c:v>0.13052619222005127</c:v>
                </c:pt>
                <c:pt idx="186">
                  <c:v>0.15643446504022981</c:v>
                </c:pt>
                <c:pt idx="187">
                  <c:v>0.18223552549214656</c:v>
                </c:pt>
                <c:pt idx="188">
                  <c:v>0.20791169081775943</c:v>
                </c:pt>
                <c:pt idx="189">
                  <c:v>0.23344536385590478</c:v>
                </c:pt>
                <c:pt idx="190">
                  <c:v>0.2588190451025203</c:v>
                </c:pt>
                <c:pt idx="191">
                  <c:v>0.2840153447039214</c:v>
                </c:pt>
                <c:pt idx="192">
                  <c:v>0.30901699437494723</c:v>
                </c:pt>
                <c:pt idx="193">
                  <c:v>0.3338068592337709</c:v>
                </c:pt>
                <c:pt idx="194">
                  <c:v>0.35836794954529955</c:v>
                </c:pt>
                <c:pt idx="195">
                  <c:v>0.38268343236508917</c:v>
                </c:pt>
                <c:pt idx="196">
                  <c:v>0.40673664307579976</c:v>
                </c:pt>
                <c:pt idx="197">
                  <c:v>0.4305110968082948</c:v>
                </c:pt>
                <c:pt idx="198">
                  <c:v>0.45399049973954664</c:v>
                </c:pt>
                <c:pt idx="199">
                  <c:v>0.4771587602596076</c:v>
                </c:pt>
                <c:pt idx="200">
                  <c:v>0.5000000000000001</c:v>
                </c:pt>
                <c:pt idx="201">
                  <c:v>0.5224985647159484</c:v>
                </c:pt>
                <c:pt idx="202">
                  <c:v>0.5446390350150266</c:v>
                </c:pt>
                <c:pt idx="203">
                  <c:v>0.5664062369248325</c:v>
                </c:pt>
                <c:pt idx="204">
                  <c:v>0.5877852522924722</c:v>
                </c:pt>
                <c:pt idx="205">
                  <c:v>0.6087614290087205</c:v>
                </c:pt>
                <c:pt idx="206">
                  <c:v>0.6293203910498368</c:v>
                </c:pt>
                <c:pt idx="207">
                  <c:v>0.6494480483301832</c:v>
                </c:pt>
                <c:pt idx="208">
                  <c:v>0.6691306063588578</c:v>
                </c:pt>
                <c:pt idx="209">
                  <c:v>0.6883545756937537</c:v>
                </c:pt>
                <c:pt idx="210">
                  <c:v>0.7071067811865474</c:v>
                </c:pt>
                <c:pt idx="211">
                  <c:v>0.725374371012287</c:v>
                </c:pt>
                <c:pt idx="212">
                  <c:v>0.7431448254773937</c:v>
                </c:pt>
                <c:pt idx="213">
                  <c:v>0.7604059656000305</c:v>
                </c:pt>
                <c:pt idx="214">
                  <c:v>0.7771459614569706</c:v>
                </c:pt>
                <c:pt idx="215">
                  <c:v>0.7933533402912349</c:v>
                </c:pt>
                <c:pt idx="216">
                  <c:v>0.8090169943749468</c:v>
                </c:pt>
                <c:pt idx="217">
                  <c:v>0.8241261886220151</c:v>
                </c:pt>
                <c:pt idx="218">
                  <c:v>0.8386705679454236</c:v>
                </c:pt>
                <c:pt idx="219">
                  <c:v>0.8526401643540918</c:v>
                </c:pt>
                <c:pt idx="220">
                  <c:v>0.8660254037844384</c:v>
                </c:pt>
                <c:pt idx="221">
                  <c:v>0.8788171126619647</c:v>
                </c:pt>
                <c:pt idx="222">
                  <c:v>0.8910065241883678</c:v>
                </c:pt>
                <c:pt idx="223">
                  <c:v>0.9025852843498606</c:v>
                </c:pt>
                <c:pt idx="224">
                  <c:v>0.9135454576426005</c:v>
                </c:pt>
                <c:pt idx="225">
                  <c:v>0.9238795325112865</c:v>
                </c:pt>
                <c:pt idx="226">
                  <c:v>0.9335804264972015</c:v>
                </c:pt>
                <c:pt idx="227">
                  <c:v>0.9426414910921783</c:v>
                </c:pt>
                <c:pt idx="228">
                  <c:v>0.9510565162951535</c:v>
                </c:pt>
                <c:pt idx="229">
                  <c:v>0.9588197348681927</c:v>
                </c:pt>
                <c:pt idx="230">
                  <c:v>0.9659258262890681</c:v>
                </c:pt>
                <c:pt idx="231">
                  <c:v>0.9723699203976764</c:v>
                </c:pt>
                <c:pt idx="232">
                  <c:v>0.9781476007338056</c:v>
                </c:pt>
                <c:pt idx="233">
                  <c:v>0.9832549075639545</c:v>
                </c:pt>
                <c:pt idx="234">
                  <c:v>0.9876883405951375</c:v>
                </c:pt>
                <c:pt idx="235">
                  <c:v>0.9914448613738103</c:v>
                </c:pt>
                <c:pt idx="236">
                  <c:v>0.9945218953682733</c:v>
                </c:pt>
                <c:pt idx="237">
                  <c:v>0.996917333733128</c:v>
                </c:pt>
                <c:pt idx="238">
                  <c:v>0.9986295347545738</c:v>
                </c:pt>
                <c:pt idx="239">
                  <c:v>0.9996573249755573</c:v>
                </c:pt>
                <c:pt idx="240">
                  <c:v>1</c:v>
                </c:pt>
              </c:numCache>
            </c:numRef>
          </c:val>
          <c:smooth val="0"/>
        </c:ser>
        <c:ser>
          <c:idx val="2"/>
          <c:order val="2"/>
          <c:tx>
            <c:strRef>
              <c:f>Sheet1!$D$1</c:f>
              <c:strCache>
                <c:ptCount val="1"/>
                <c:pt idx="0">
                  <c:v>9 kHz input</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Sheet1!$A$2:$A$242</c:f>
              <c:multiLvlStrCache>
                <c:ptCount val="241"/>
                <c:lvl>
                  <c:pt idx="0">
                    <c:v>0.000</c:v>
                  </c:pt>
                  <c:pt idx="1">
                    <c:v>0.004</c:v>
                  </c:pt>
                  <c:pt idx="2">
                    <c:v>0.008</c:v>
                  </c:pt>
                  <c:pt idx="3">
                    <c:v>0.013</c:v>
                  </c:pt>
                  <c:pt idx="4">
                    <c:v>0.017</c:v>
                  </c:pt>
                  <c:pt idx="5">
                    <c:v>0.021</c:v>
                  </c:pt>
                  <c:pt idx="6">
                    <c:v>0.025</c:v>
                  </c:pt>
                  <c:pt idx="7">
                    <c:v>0.029</c:v>
                  </c:pt>
                  <c:pt idx="8">
                    <c:v>0.033</c:v>
                  </c:pt>
                  <c:pt idx="9">
                    <c:v>0.037</c:v>
                  </c:pt>
                  <c:pt idx="10">
                    <c:v>0.042</c:v>
                  </c:pt>
                  <c:pt idx="11">
                    <c:v>0.046</c:v>
                  </c:pt>
                  <c:pt idx="12">
                    <c:v>0.050</c:v>
                  </c:pt>
                  <c:pt idx="13">
                    <c:v>0.054</c:v>
                  </c:pt>
                  <c:pt idx="14">
                    <c:v>0.058</c:v>
                  </c:pt>
                  <c:pt idx="15">
                    <c:v>0.063</c:v>
                  </c:pt>
                  <c:pt idx="16">
                    <c:v>0.067</c:v>
                  </c:pt>
                  <c:pt idx="17">
                    <c:v>0.071</c:v>
                  </c:pt>
                  <c:pt idx="18">
                    <c:v>0.075</c:v>
                  </c:pt>
                  <c:pt idx="19">
                    <c:v>0.079</c:v>
                  </c:pt>
                  <c:pt idx="20">
                    <c:v>0.083</c:v>
                  </c:pt>
                  <c:pt idx="21">
                    <c:v>0.087</c:v>
                  </c:pt>
                  <c:pt idx="22">
                    <c:v>0.092</c:v>
                  </c:pt>
                  <c:pt idx="23">
                    <c:v>0.096</c:v>
                  </c:pt>
                  <c:pt idx="24">
                    <c:v>0.100</c:v>
                  </c:pt>
                  <c:pt idx="25">
                    <c:v>0.104</c:v>
                  </c:pt>
                  <c:pt idx="26">
                    <c:v>0.108</c:v>
                  </c:pt>
                  <c:pt idx="27">
                    <c:v>0.113</c:v>
                  </c:pt>
                  <c:pt idx="28">
                    <c:v>0.117</c:v>
                  </c:pt>
                  <c:pt idx="29">
                    <c:v>0.121</c:v>
                  </c:pt>
                  <c:pt idx="30">
                    <c:v>0.125</c:v>
                  </c:pt>
                  <c:pt idx="31">
                    <c:v>0.129</c:v>
                  </c:pt>
                  <c:pt idx="32">
                    <c:v>0.133</c:v>
                  </c:pt>
                  <c:pt idx="33">
                    <c:v>0.138</c:v>
                  </c:pt>
                  <c:pt idx="34">
                    <c:v>0.142</c:v>
                  </c:pt>
                  <c:pt idx="35">
                    <c:v>0.146</c:v>
                  </c:pt>
                  <c:pt idx="36">
                    <c:v>0.150</c:v>
                  </c:pt>
                  <c:pt idx="37">
                    <c:v>0.154</c:v>
                  </c:pt>
                  <c:pt idx="38">
                    <c:v>0.158</c:v>
                  </c:pt>
                  <c:pt idx="39">
                    <c:v>0.163</c:v>
                  </c:pt>
                  <c:pt idx="40">
                    <c:v>0.167</c:v>
                  </c:pt>
                  <c:pt idx="41">
                    <c:v>0.171</c:v>
                  </c:pt>
                  <c:pt idx="42">
                    <c:v>0.175</c:v>
                  </c:pt>
                  <c:pt idx="43">
                    <c:v>0.179</c:v>
                  </c:pt>
                  <c:pt idx="44">
                    <c:v>0.183</c:v>
                  </c:pt>
                  <c:pt idx="45">
                    <c:v>0.188</c:v>
                  </c:pt>
                  <c:pt idx="46">
                    <c:v>0.192</c:v>
                  </c:pt>
                  <c:pt idx="47">
                    <c:v>0.196</c:v>
                  </c:pt>
                  <c:pt idx="48">
                    <c:v>0.200</c:v>
                  </c:pt>
                  <c:pt idx="49">
                    <c:v>0.204</c:v>
                  </c:pt>
                  <c:pt idx="50">
                    <c:v>0.208</c:v>
                  </c:pt>
                  <c:pt idx="51">
                    <c:v>0.212</c:v>
                  </c:pt>
                  <c:pt idx="52">
                    <c:v>0.217</c:v>
                  </c:pt>
                  <c:pt idx="53">
                    <c:v>0.221</c:v>
                  </c:pt>
                  <c:pt idx="54">
                    <c:v>0.225</c:v>
                  </c:pt>
                  <c:pt idx="55">
                    <c:v>0.229</c:v>
                  </c:pt>
                  <c:pt idx="56">
                    <c:v>0.233</c:v>
                  </c:pt>
                  <c:pt idx="57">
                    <c:v>0.237</c:v>
                  </c:pt>
                  <c:pt idx="58">
                    <c:v>0.242</c:v>
                  </c:pt>
                  <c:pt idx="59">
                    <c:v>0.246</c:v>
                  </c:pt>
                  <c:pt idx="60">
                    <c:v>0.250</c:v>
                  </c:pt>
                  <c:pt idx="61">
                    <c:v>0.254</c:v>
                  </c:pt>
                  <c:pt idx="62">
                    <c:v>0.258</c:v>
                  </c:pt>
                  <c:pt idx="63">
                    <c:v>0.263</c:v>
                  </c:pt>
                  <c:pt idx="64">
                    <c:v>0.267</c:v>
                  </c:pt>
                  <c:pt idx="65">
                    <c:v>0.271</c:v>
                  </c:pt>
                  <c:pt idx="66">
                    <c:v>0.275</c:v>
                  </c:pt>
                  <c:pt idx="67">
                    <c:v>0.279</c:v>
                  </c:pt>
                  <c:pt idx="68">
                    <c:v>0.283</c:v>
                  </c:pt>
                  <c:pt idx="69">
                    <c:v>0.287</c:v>
                  </c:pt>
                  <c:pt idx="70">
                    <c:v>0.292</c:v>
                  </c:pt>
                  <c:pt idx="71">
                    <c:v>0.296</c:v>
                  </c:pt>
                  <c:pt idx="72">
                    <c:v>0.300</c:v>
                  </c:pt>
                  <c:pt idx="73">
                    <c:v>0.304</c:v>
                  </c:pt>
                  <c:pt idx="74">
                    <c:v>0.308</c:v>
                  </c:pt>
                  <c:pt idx="75">
                    <c:v>0.313</c:v>
                  </c:pt>
                  <c:pt idx="76">
                    <c:v>0.317</c:v>
                  </c:pt>
                  <c:pt idx="77">
                    <c:v>0.321</c:v>
                  </c:pt>
                  <c:pt idx="78">
                    <c:v>0.325</c:v>
                  </c:pt>
                  <c:pt idx="79">
                    <c:v>0.329</c:v>
                  </c:pt>
                  <c:pt idx="80">
                    <c:v>0.333</c:v>
                  </c:pt>
                  <c:pt idx="81">
                    <c:v>0.338</c:v>
                  </c:pt>
                  <c:pt idx="82">
                    <c:v>0.342</c:v>
                  </c:pt>
                  <c:pt idx="83">
                    <c:v>0.346</c:v>
                  </c:pt>
                  <c:pt idx="84">
                    <c:v>0.350</c:v>
                  </c:pt>
                  <c:pt idx="85">
                    <c:v>0.354</c:v>
                  </c:pt>
                  <c:pt idx="86">
                    <c:v>0.358</c:v>
                  </c:pt>
                  <c:pt idx="87">
                    <c:v>0.362</c:v>
                  </c:pt>
                  <c:pt idx="88">
                    <c:v>0.367</c:v>
                  </c:pt>
                  <c:pt idx="89">
                    <c:v>0.371</c:v>
                  </c:pt>
                  <c:pt idx="90">
                    <c:v>0.375</c:v>
                  </c:pt>
                  <c:pt idx="91">
                    <c:v>0.379</c:v>
                  </c:pt>
                  <c:pt idx="92">
                    <c:v>0.383</c:v>
                  </c:pt>
                  <c:pt idx="93">
                    <c:v>0.388</c:v>
                  </c:pt>
                  <c:pt idx="94">
                    <c:v>0.392</c:v>
                  </c:pt>
                  <c:pt idx="95">
                    <c:v>0.396</c:v>
                  </c:pt>
                  <c:pt idx="96">
                    <c:v>0.400</c:v>
                  </c:pt>
                  <c:pt idx="97">
                    <c:v>0.404</c:v>
                  </c:pt>
                  <c:pt idx="98">
                    <c:v>0.408</c:v>
                  </c:pt>
                  <c:pt idx="99">
                    <c:v>0.412</c:v>
                  </c:pt>
                  <c:pt idx="100">
                    <c:v>0.417</c:v>
                  </c:pt>
                  <c:pt idx="101">
                    <c:v>0.421</c:v>
                  </c:pt>
                  <c:pt idx="102">
                    <c:v>0.425</c:v>
                  </c:pt>
                  <c:pt idx="103">
                    <c:v>0.429</c:v>
                  </c:pt>
                  <c:pt idx="104">
                    <c:v>0.433</c:v>
                  </c:pt>
                  <c:pt idx="105">
                    <c:v>0.438</c:v>
                  </c:pt>
                  <c:pt idx="106">
                    <c:v>0.442</c:v>
                  </c:pt>
                  <c:pt idx="107">
                    <c:v>0.446</c:v>
                  </c:pt>
                  <c:pt idx="108">
                    <c:v>0.450</c:v>
                  </c:pt>
                  <c:pt idx="109">
                    <c:v>0.454</c:v>
                  </c:pt>
                  <c:pt idx="110">
                    <c:v>0.458</c:v>
                  </c:pt>
                  <c:pt idx="111">
                    <c:v>0.463</c:v>
                  </c:pt>
                  <c:pt idx="112">
                    <c:v>0.467</c:v>
                  </c:pt>
                  <c:pt idx="113">
                    <c:v>0.471</c:v>
                  </c:pt>
                  <c:pt idx="114">
                    <c:v>0.475</c:v>
                  </c:pt>
                  <c:pt idx="115">
                    <c:v>0.479</c:v>
                  </c:pt>
                  <c:pt idx="116">
                    <c:v>0.483</c:v>
                  </c:pt>
                  <c:pt idx="117">
                    <c:v>0.487</c:v>
                  </c:pt>
                  <c:pt idx="118">
                    <c:v>0.492</c:v>
                  </c:pt>
                  <c:pt idx="119">
                    <c:v>0.496</c:v>
                  </c:pt>
                  <c:pt idx="120">
                    <c:v>0.500</c:v>
                  </c:pt>
                  <c:pt idx="121">
                    <c:v>0.504</c:v>
                  </c:pt>
                  <c:pt idx="122">
                    <c:v>0.508</c:v>
                  </c:pt>
                  <c:pt idx="123">
                    <c:v>0.513</c:v>
                  </c:pt>
                  <c:pt idx="124">
                    <c:v>0.517</c:v>
                  </c:pt>
                  <c:pt idx="125">
                    <c:v>0.521</c:v>
                  </c:pt>
                  <c:pt idx="126">
                    <c:v>0.525</c:v>
                  </c:pt>
                  <c:pt idx="127">
                    <c:v>0.529</c:v>
                  </c:pt>
                  <c:pt idx="128">
                    <c:v>0.533</c:v>
                  </c:pt>
                  <c:pt idx="129">
                    <c:v>0.537</c:v>
                  </c:pt>
                  <c:pt idx="130">
                    <c:v>0.542</c:v>
                  </c:pt>
                  <c:pt idx="131">
                    <c:v>0.546</c:v>
                  </c:pt>
                  <c:pt idx="132">
                    <c:v>0.550</c:v>
                  </c:pt>
                  <c:pt idx="133">
                    <c:v>0.554</c:v>
                  </c:pt>
                  <c:pt idx="134">
                    <c:v>0.558</c:v>
                  </c:pt>
                  <c:pt idx="135">
                    <c:v>0.563</c:v>
                  </c:pt>
                  <c:pt idx="136">
                    <c:v>0.567</c:v>
                  </c:pt>
                  <c:pt idx="137">
                    <c:v>0.571</c:v>
                  </c:pt>
                  <c:pt idx="138">
                    <c:v>0.575</c:v>
                  </c:pt>
                  <c:pt idx="139">
                    <c:v>0.579</c:v>
                  </c:pt>
                  <c:pt idx="140">
                    <c:v>0.583</c:v>
                  </c:pt>
                  <c:pt idx="141">
                    <c:v>0.588</c:v>
                  </c:pt>
                  <c:pt idx="142">
                    <c:v>0.592</c:v>
                  </c:pt>
                  <c:pt idx="143">
                    <c:v>0.596</c:v>
                  </c:pt>
                  <c:pt idx="144">
                    <c:v>0.600</c:v>
                  </c:pt>
                  <c:pt idx="145">
                    <c:v>0.604</c:v>
                  </c:pt>
                  <c:pt idx="146">
                    <c:v>0.608</c:v>
                  </c:pt>
                  <c:pt idx="147">
                    <c:v>0.612</c:v>
                  </c:pt>
                  <c:pt idx="148">
                    <c:v>0.617</c:v>
                  </c:pt>
                  <c:pt idx="149">
                    <c:v>0.621</c:v>
                  </c:pt>
                  <c:pt idx="150">
                    <c:v>0.625</c:v>
                  </c:pt>
                  <c:pt idx="151">
                    <c:v>0.629</c:v>
                  </c:pt>
                  <c:pt idx="152">
                    <c:v>0.633</c:v>
                  </c:pt>
                  <c:pt idx="153">
                    <c:v>0.638</c:v>
                  </c:pt>
                  <c:pt idx="154">
                    <c:v>0.642</c:v>
                  </c:pt>
                  <c:pt idx="155">
                    <c:v>0.646</c:v>
                  </c:pt>
                  <c:pt idx="156">
                    <c:v>0.650</c:v>
                  </c:pt>
                  <c:pt idx="157">
                    <c:v>0.654</c:v>
                  </c:pt>
                  <c:pt idx="158">
                    <c:v>0.658</c:v>
                  </c:pt>
                  <c:pt idx="159">
                    <c:v>0.662</c:v>
                  </c:pt>
                  <c:pt idx="160">
                    <c:v>0.667</c:v>
                  </c:pt>
                  <c:pt idx="161">
                    <c:v>0.671</c:v>
                  </c:pt>
                  <c:pt idx="162">
                    <c:v>0.675</c:v>
                  </c:pt>
                  <c:pt idx="163">
                    <c:v>0.679</c:v>
                  </c:pt>
                  <c:pt idx="164">
                    <c:v>0.683</c:v>
                  </c:pt>
                  <c:pt idx="165">
                    <c:v>0.688</c:v>
                  </c:pt>
                  <c:pt idx="166">
                    <c:v>0.692</c:v>
                  </c:pt>
                  <c:pt idx="167">
                    <c:v>0.696</c:v>
                  </c:pt>
                  <c:pt idx="168">
                    <c:v>0.700</c:v>
                  </c:pt>
                  <c:pt idx="169">
                    <c:v>0.704</c:v>
                  </c:pt>
                  <c:pt idx="170">
                    <c:v>0.708</c:v>
                  </c:pt>
                  <c:pt idx="171">
                    <c:v>0.713</c:v>
                  </c:pt>
                  <c:pt idx="172">
                    <c:v>0.717</c:v>
                  </c:pt>
                  <c:pt idx="173">
                    <c:v>0.721</c:v>
                  </c:pt>
                  <c:pt idx="174">
                    <c:v>0.725</c:v>
                  </c:pt>
                  <c:pt idx="175">
                    <c:v>0.729</c:v>
                  </c:pt>
                  <c:pt idx="176">
                    <c:v>0.733</c:v>
                  </c:pt>
                  <c:pt idx="177">
                    <c:v>0.737</c:v>
                  </c:pt>
                  <c:pt idx="178">
                    <c:v>0.742</c:v>
                  </c:pt>
                  <c:pt idx="179">
                    <c:v>0.746</c:v>
                  </c:pt>
                  <c:pt idx="180">
                    <c:v>0.750</c:v>
                  </c:pt>
                  <c:pt idx="181">
                    <c:v>0.754</c:v>
                  </c:pt>
                  <c:pt idx="182">
                    <c:v>0.758</c:v>
                  </c:pt>
                  <c:pt idx="183">
                    <c:v>0.763</c:v>
                  </c:pt>
                  <c:pt idx="184">
                    <c:v>0.767</c:v>
                  </c:pt>
                  <c:pt idx="185">
                    <c:v>0.771</c:v>
                  </c:pt>
                  <c:pt idx="186">
                    <c:v>0.775</c:v>
                  </c:pt>
                  <c:pt idx="187">
                    <c:v>0.779</c:v>
                  </c:pt>
                  <c:pt idx="188">
                    <c:v>0.783</c:v>
                  </c:pt>
                  <c:pt idx="189">
                    <c:v>0.787</c:v>
                  </c:pt>
                  <c:pt idx="190">
                    <c:v>0.792</c:v>
                  </c:pt>
                  <c:pt idx="191">
                    <c:v>0.796</c:v>
                  </c:pt>
                  <c:pt idx="192">
                    <c:v>0.800</c:v>
                  </c:pt>
                  <c:pt idx="193">
                    <c:v>0.804</c:v>
                  </c:pt>
                  <c:pt idx="194">
                    <c:v>0.808</c:v>
                  </c:pt>
                  <c:pt idx="195">
                    <c:v>0.813</c:v>
                  </c:pt>
                  <c:pt idx="196">
                    <c:v>0.817</c:v>
                  </c:pt>
                  <c:pt idx="197">
                    <c:v>0.821</c:v>
                  </c:pt>
                  <c:pt idx="198">
                    <c:v>0.825</c:v>
                  </c:pt>
                  <c:pt idx="199">
                    <c:v>0.829</c:v>
                  </c:pt>
                  <c:pt idx="200">
                    <c:v>0.833</c:v>
                  </c:pt>
                  <c:pt idx="201">
                    <c:v>0.838</c:v>
                  </c:pt>
                  <c:pt idx="202">
                    <c:v>0.842</c:v>
                  </c:pt>
                  <c:pt idx="203">
                    <c:v>0.846</c:v>
                  </c:pt>
                  <c:pt idx="204">
                    <c:v>0.850</c:v>
                  </c:pt>
                  <c:pt idx="205">
                    <c:v>0.854</c:v>
                  </c:pt>
                  <c:pt idx="206">
                    <c:v>0.858</c:v>
                  </c:pt>
                  <c:pt idx="207">
                    <c:v>0.862</c:v>
                  </c:pt>
                  <c:pt idx="208">
                    <c:v>0.867</c:v>
                  </c:pt>
                  <c:pt idx="209">
                    <c:v>0.871</c:v>
                  </c:pt>
                  <c:pt idx="210">
                    <c:v>0.875</c:v>
                  </c:pt>
                  <c:pt idx="211">
                    <c:v>0.879</c:v>
                  </c:pt>
                  <c:pt idx="212">
                    <c:v>0.883</c:v>
                  </c:pt>
                  <c:pt idx="213">
                    <c:v>0.888</c:v>
                  </c:pt>
                  <c:pt idx="214">
                    <c:v>0.892</c:v>
                  </c:pt>
                  <c:pt idx="215">
                    <c:v>0.896</c:v>
                  </c:pt>
                  <c:pt idx="216">
                    <c:v>0.900</c:v>
                  </c:pt>
                  <c:pt idx="217">
                    <c:v>0.904</c:v>
                  </c:pt>
                  <c:pt idx="218">
                    <c:v>0.908</c:v>
                  </c:pt>
                  <c:pt idx="219">
                    <c:v>0.912</c:v>
                  </c:pt>
                  <c:pt idx="220">
                    <c:v>0.917</c:v>
                  </c:pt>
                  <c:pt idx="221">
                    <c:v>0.921</c:v>
                  </c:pt>
                  <c:pt idx="222">
                    <c:v>0.925</c:v>
                  </c:pt>
                  <c:pt idx="223">
                    <c:v>0.929</c:v>
                  </c:pt>
                  <c:pt idx="224">
                    <c:v>0.933</c:v>
                  </c:pt>
                  <c:pt idx="225">
                    <c:v>0.938</c:v>
                  </c:pt>
                  <c:pt idx="226">
                    <c:v>0.942</c:v>
                  </c:pt>
                  <c:pt idx="227">
                    <c:v>0.946</c:v>
                  </c:pt>
                  <c:pt idx="228">
                    <c:v>0.950</c:v>
                  </c:pt>
                  <c:pt idx="229">
                    <c:v>0.954</c:v>
                  </c:pt>
                  <c:pt idx="230">
                    <c:v>0.958</c:v>
                  </c:pt>
                  <c:pt idx="231">
                    <c:v>0.963</c:v>
                  </c:pt>
                  <c:pt idx="232">
                    <c:v>0.967</c:v>
                  </c:pt>
                  <c:pt idx="233">
                    <c:v>0.971</c:v>
                  </c:pt>
                  <c:pt idx="234">
                    <c:v>0.975</c:v>
                  </c:pt>
                  <c:pt idx="235">
                    <c:v>0.979</c:v>
                  </c:pt>
                  <c:pt idx="236">
                    <c:v>0.983</c:v>
                  </c:pt>
                  <c:pt idx="237">
                    <c:v>0.988</c:v>
                  </c:pt>
                  <c:pt idx="238">
                    <c:v>0.992</c:v>
                  </c:pt>
                  <c:pt idx="239">
                    <c:v>0.996</c:v>
                  </c:pt>
                  <c:pt idx="240">
                    <c:v>1.000</c:v>
                  </c:pt>
                </c:lvl>
              </c:multiLvlStrCache>
            </c:multiLvlStrRef>
          </c:cat>
          <c:val>
            <c:numRef>
              <c:f>Sheet1!$D$2:$D$242</c:f>
              <c:numCache>
                <c:formatCode>General</c:formatCode>
                <c:ptCount val="241"/>
                <c:pt idx="0">
                  <c:v>1</c:v>
                </c:pt>
                <c:pt idx="1">
                  <c:v>0.9723699203976766</c:v>
                </c:pt>
                <c:pt idx="2">
                  <c:v>0.8910065241883679</c:v>
                </c:pt>
                <c:pt idx="3">
                  <c:v>0.7604059656000309</c:v>
                </c:pt>
                <c:pt idx="4">
                  <c:v>0.587785252292473</c:v>
                </c:pt>
                <c:pt idx="5">
                  <c:v>0.38268343236508984</c:v>
                </c:pt>
                <c:pt idx="6">
                  <c:v>0.1564344650402307</c:v>
                </c:pt>
                <c:pt idx="7">
                  <c:v>-0.07845909572784487</c:v>
                </c:pt>
                <c:pt idx="8">
                  <c:v>-0.30901699437494756</c:v>
                </c:pt>
                <c:pt idx="9">
                  <c:v>-0.5224985647159488</c:v>
                </c:pt>
                <c:pt idx="10">
                  <c:v>-0.7071067811865475</c:v>
                </c:pt>
                <c:pt idx="11">
                  <c:v>-0.8526401643540922</c:v>
                </c:pt>
                <c:pt idx="12">
                  <c:v>-0.9510565162951536</c:v>
                </c:pt>
                <c:pt idx="13">
                  <c:v>-0.996917333733128</c:v>
                </c:pt>
                <c:pt idx="14">
                  <c:v>-0.9876883405951378</c:v>
                </c:pt>
                <c:pt idx="15">
                  <c:v>-0.9238795325112866</c:v>
                </c:pt>
                <c:pt idx="16">
                  <c:v>-0.8090169943749472</c:v>
                </c:pt>
                <c:pt idx="17">
                  <c:v>-0.6494480483301834</c:v>
                </c:pt>
                <c:pt idx="18">
                  <c:v>-0.4539904997395469</c:v>
                </c:pt>
                <c:pt idx="19">
                  <c:v>-0.233445363855906</c:v>
                </c:pt>
                <c:pt idx="20">
                  <c:v>-1.8369701987210297e-16</c:v>
                </c:pt>
                <c:pt idx="21">
                  <c:v>0.23344536385590567</c:v>
                </c:pt>
                <c:pt idx="22">
                  <c:v>0.45399049973954664</c:v>
                </c:pt>
                <c:pt idx="23">
                  <c:v>0.6494480483301839</c:v>
                </c:pt>
                <c:pt idx="24">
                  <c:v>0.8090169943749478</c:v>
                </c:pt>
                <c:pt idx="25">
                  <c:v>0.9238795325112868</c:v>
                </c:pt>
                <c:pt idx="26">
                  <c:v>0.9876883405951377</c:v>
                </c:pt>
                <c:pt idx="27">
                  <c:v>0.996917333733128</c:v>
                </c:pt>
                <c:pt idx="28">
                  <c:v>0.9510565162951536</c:v>
                </c:pt>
                <c:pt idx="29">
                  <c:v>0.8526401643540922</c:v>
                </c:pt>
                <c:pt idx="30">
                  <c:v>0.7071067811865471</c:v>
                </c:pt>
                <c:pt idx="31">
                  <c:v>0.5224985647159487</c:v>
                </c:pt>
                <c:pt idx="32">
                  <c:v>0.30901699437494684</c:v>
                </c:pt>
                <c:pt idx="33">
                  <c:v>0.0784590957278448</c:v>
                </c:pt>
                <c:pt idx="34">
                  <c:v>-0.15643446504023145</c:v>
                </c:pt>
                <c:pt idx="35">
                  <c:v>-0.3826834323650899</c:v>
                </c:pt>
                <c:pt idx="36">
                  <c:v>-0.5877852522924729</c:v>
                </c:pt>
                <c:pt idx="37">
                  <c:v>-0.7604059656000304</c:v>
                </c:pt>
                <c:pt idx="38">
                  <c:v>-0.8910065241883673</c:v>
                </c:pt>
                <c:pt idx="39">
                  <c:v>-0.9723699203976767</c:v>
                </c:pt>
                <c:pt idx="40">
                  <c:v>-1</c:v>
                </c:pt>
                <c:pt idx="41">
                  <c:v>-0.9723699203976768</c:v>
                </c:pt>
                <c:pt idx="42">
                  <c:v>-0.8910065241883677</c:v>
                </c:pt>
                <c:pt idx="43">
                  <c:v>-0.7604059656000309</c:v>
                </c:pt>
                <c:pt idx="44">
                  <c:v>-0.5877852522924735</c:v>
                </c:pt>
                <c:pt idx="45">
                  <c:v>-0.38268343236508895</c:v>
                </c:pt>
                <c:pt idx="46">
                  <c:v>-0.1564344650402304</c:v>
                </c:pt>
                <c:pt idx="47">
                  <c:v>0.07845909572784496</c:v>
                </c:pt>
                <c:pt idx="48">
                  <c:v>0.3090169943749487</c:v>
                </c:pt>
                <c:pt idx="49">
                  <c:v>0.5224985647159496</c:v>
                </c:pt>
                <c:pt idx="50">
                  <c:v>0.7071067811865478</c:v>
                </c:pt>
                <c:pt idx="51">
                  <c:v>0.8526401643540922</c:v>
                </c:pt>
                <c:pt idx="52">
                  <c:v>0.9510565162951534</c:v>
                </c:pt>
                <c:pt idx="53">
                  <c:v>0.9969173337331279</c:v>
                </c:pt>
                <c:pt idx="54">
                  <c:v>0.9876883405951377</c:v>
                </c:pt>
                <c:pt idx="55">
                  <c:v>0.9238795325112867</c:v>
                </c:pt>
                <c:pt idx="56">
                  <c:v>0.8090169943749478</c:v>
                </c:pt>
                <c:pt idx="57">
                  <c:v>0.649448048330183</c:v>
                </c:pt>
                <c:pt idx="58">
                  <c:v>0.45399049973954647</c:v>
                </c:pt>
                <c:pt idx="59">
                  <c:v>0.23344536385590722</c:v>
                </c:pt>
                <c:pt idx="60">
                  <c:v>-1.2252657797839415e-15</c:v>
                </c:pt>
                <c:pt idx="61">
                  <c:v>-0.23344536385590445</c:v>
                </c:pt>
                <c:pt idx="62">
                  <c:v>-0.4539904997395471</c:v>
                </c:pt>
                <c:pt idx="63">
                  <c:v>-0.6494480483301835</c:v>
                </c:pt>
                <c:pt idx="64">
                  <c:v>-0.8090169943749481</c:v>
                </c:pt>
                <c:pt idx="65">
                  <c:v>-0.9238795325112864</c:v>
                </c:pt>
                <c:pt idx="66">
                  <c:v>-0.9876883405951378</c:v>
                </c:pt>
                <c:pt idx="67">
                  <c:v>-0.996917333733128</c:v>
                </c:pt>
                <c:pt idx="68">
                  <c:v>-0.9510565162951532</c:v>
                </c:pt>
                <c:pt idx="69">
                  <c:v>-0.8526401643540928</c:v>
                </c:pt>
                <c:pt idx="70">
                  <c:v>-0.7071067811865474</c:v>
                </c:pt>
                <c:pt idx="71">
                  <c:v>-0.5224985647159476</c:v>
                </c:pt>
                <c:pt idx="72">
                  <c:v>-0.30901699437494806</c:v>
                </c:pt>
                <c:pt idx="73">
                  <c:v>-0.07845909572784429</c:v>
                </c:pt>
                <c:pt idx="74">
                  <c:v>0.15643446504022931</c:v>
                </c:pt>
                <c:pt idx="75">
                  <c:v>0.38268343236508956</c:v>
                </c:pt>
                <c:pt idx="76">
                  <c:v>0.5877852522924711</c:v>
                </c:pt>
                <c:pt idx="77">
                  <c:v>0.7604059656000325</c:v>
                </c:pt>
                <c:pt idx="78">
                  <c:v>0.8910065241883679</c:v>
                </c:pt>
                <c:pt idx="79">
                  <c:v>0.972369920397677</c:v>
                </c:pt>
                <c:pt idx="80">
                  <c:v>1</c:v>
                </c:pt>
                <c:pt idx="81">
                  <c:v>0.9723699203976764</c:v>
                </c:pt>
                <c:pt idx="82">
                  <c:v>0.8910065241883686</c:v>
                </c:pt>
                <c:pt idx="83">
                  <c:v>0.7604059656000312</c:v>
                </c:pt>
                <c:pt idx="84">
                  <c:v>0.5877852522924724</c:v>
                </c:pt>
                <c:pt idx="85">
                  <c:v>0.3826834323650876</c:v>
                </c:pt>
                <c:pt idx="86">
                  <c:v>0.15643446504023079</c:v>
                </c:pt>
                <c:pt idx="87">
                  <c:v>-0.07845909572784282</c:v>
                </c:pt>
                <c:pt idx="88">
                  <c:v>-0.3090169943749467</c:v>
                </c:pt>
                <c:pt idx="89">
                  <c:v>-0.5224985647159494</c:v>
                </c:pt>
                <c:pt idx="90">
                  <c:v>-0.7071067811865488</c:v>
                </c:pt>
                <c:pt idx="91">
                  <c:v>-0.8526401643540921</c:v>
                </c:pt>
                <c:pt idx="92">
                  <c:v>-0.9510565162951539</c:v>
                </c:pt>
                <c:pt idx="93">
                  <c:v>-0.9969173337331279</c:v>
                </c:pt>
                <c:pt idx="94">
                  <c:v>-0.9876883405951378</c:v>
                </c:pt>
                <c:pt idx="95">
                  <c:v>-0.9238795325112863</c:v>
                </c:pt>
                <c:pt idx="96">
                  <c:v>-0.8090169943749459</c:v>
                </c:pt>
                <c:pt idx="97">
                  <c:v>-0.6494480483301833</c:v>
                </c:pt>
                <c:pt idx="98">
                  <c:v>-0.4539904997395452</c:v>
                </c:pt>
                <c:pt idx="99">
                  <c:v>-0.23344536385590586</c:v>
                </c:pt>
                <c:pt idx="100">
                  <c:v>8.578717400397356e-16</c:v>
                </c:pt>
                <c:pt idx="101">
                  <c:v>0.2334453638559041</c:v>
                </c:pt>
                <c:pt idx="102">
                  <c:v>0.45399049973954675</c:v>
                </c:pt>
                <c:pt idx="103">
                  <c:v>0.6494480483301847</c:v>
                </c:pt>
                <c:pt idx="104">
                  <c:v>0.8090169943749469</c:v>
                </c:pt>
                <c:pt idx="105">
                  <c:v>0.923879532511287</c:v>
                </c:pt>
                <c:pt idx="106">
                  <c:v>0.9876883405951374</c:v>
                </c:pt>
                <c:pt idx="107">
                  <c:v>0.996917333733128</c:v>
                </c:pt>
                <c:pt idx="108">
                  <c:v>0.9510565162951533</c:v>
                </c:pt>
                <c:pt idx="109">
                  <c:v>0.8526401643540911</c:v>
                </c:pt>
                <c:pt idx="110">
                  <c:v>0.7071067811865476</c:v>
                </c:pt>
                <c:pt idx="111">
                  <c:v>0.5224985647159478</c:v>
                </c:pt>
                <c:pt idx="112">
                  <c:v>0.3090169943749484</c:v>
                </c:pt>
                <c:pt idx="113">
                  <c:v>0.07845909572784465</c:v>
                </c:pt>
                <c:pt idx="114">
                  <c:v>-0.15643446504023248</c:v>
                </c:pt>
                <c:pt idx="115">
                  <c:v>-0.3826834323650892</c:v>
                </c:pt>
                <c:pt idx="116">
                  <c:v>-0.5877852522924737</c:v>
                </c:pt>
                <c:pt idx="117">
                  <c:v>-0.7604059656000299</c:v>
                </c:pt>
                <c:pt idx="118">
                  <c:v>-0.8910065241883661</c:v>
                </c:pt>
                <c:pt idx="119">
                  <c:v>-0.9723699203976769</c:v>
                </c:pt>
                <c:pt idx="120">
                  <c:v>-1</c:v>
                </c:pt>
                <c:pt idx="121">
                  <c:v>-0.9723699203976766</c:v>
                </c:pt>
                <c:pt idx="122">
                  <c:v>-0.8910065241883688</c:v>
                </c:pt>
                <c:pt idx="123">
                  <c:v>-0.760405965600029</c:v>
                </c:pt>
                <c:pt idx="124">
                  <c:v>-0.5877852522924726</c:v>
                </c:pt>
                <c:pt idx="125">
                  <c:v>-0.3826834323650912</c:v>
                </c:pt>
                <c:pt idx="126">
                  <c:v>-0.15643446504023115</c:v>
                </c:pt>
                <c:pt idx="127">
                  <c:v>0.07845909572784954</c:v>
                </c:pt>
                <c:pt idx="128">
                  <c:v>0.30901699437494967</c:v>
                </c:pt>
                <c:pt idx="129">
                  <c:v>0.522498564715949</c:v>
                </c:pt>
                <c:pt idx="130">
                  <c:v>0.707106781186546</c:v>
                </c:pt>
                <c:pt idx="131">
                  <c:v>0.8526401643540918</c:v>
                </c:pt>
                <c:pt idx="132">
                  <c:v>0.9510565162951538</c:v>
                </c:pt>
                <c:pt idx="133">
                  <c:v>0.9969173337331281</c:v>
                </c:pt>
                <c:pt idx="134">
                  <c:v>0.9876883405951378</c:v>
                </c:pt>
                <c:pt idx="135">
                  <c:v>0.9238795325112877</c:v>
                </c:pt>
                <c:pt idx="136">
                  <c:v>0.8090169943749461</c:v>
                </c:pt>
                <c:pt idx="137">
                  <c:v>0.6494480483301835</c:v>
                </c:pt>
                <c:pt idx="138">
                  <c:v>0.4539904997395487</c:v>
                </c:pt>
                <c:pt idx="139">
                  <c:v>0.23344536385590967</c:v>
                </c:pt>
                <c:pt idx="140">
                  <c:v>-4.904777002955296e-16</c:v>
                </c:pt>
                <c:pt idx="141">
                  <c:v>-0.23344536385590373</c:v>
                </c:pt>
                <c:pt idx="142">
                  <c:v>-0.4539904997395496</c:v>
                </c:pt>
                <c:pt idx="143">
                  <c:v>-0.6494480483301843</c:v>
                </c:pt>
                <c:pt idx="144">
                  <c:v>-0.8090169943749467</c:v>
                </c:pt>
                <c:pt idx="145">
                  <c:v>-0.9238795325112881</c:v>
                </c:pt>
                <c:pt idx="146">
                  <c:v>-0.9876883405951379</c:v>
                </c:pt>
                <c:pt idx="147">
                  <c:v>-0.9969173337331281</c:v>
                </c:pt>
                <c:pt idx="148">
                  <c:v>-0.9510565162951545</c:v>
                </c:pt>
                <c:pt idx="149">
                  <c:v>-0.8526401643540913</c:v>
                </c:pt>
                <c:pt idx="150">
                  <c:v>-0.7071067811865479</c:v>
                </c:pt>
                <c:pt idx="151">
                  <c:v>-0.5224985647159512</c:v>
                </c:pt>
                <c:pt idx="152">
                  <c:v>-0.3090169943749521</c:v>
                </c:pt>
                <c:pt idx="153">
                  <c:v>-0.07845909572784501</c:v>
                </c:pt>
                <c:pt idx="154">
                  <c:v>0.15643446504023562</c:v>
                </c:pt>
                <c:pt idx="155">
                  <c:v>0.38268343236509217</c:v>
                </c:pt>
                <c:pt idx="156">
                  <c:v>0.5877852522924734</c:v>
                </c:pt>
                <c:pt idx="157">
                  <c:v>0.7604059656000344</c:v>
                </c:pt>
                <c:pt idx="158">
                  <c:v>0.8910065241883692</c:v>
                </c:pt>
                <c:pt idx="159">
                  <c:v>0.9723699203976768</c:v>
                </c:pt>
                <c:pt idx="160">
                  <c:v>1</c:v>
                </c:pt>
                <c:pt idx="161">
                  <c:v>0.9723699203976774</c:v>
                </c:pt>
                <c:pt idx="162">
                  <c:v>0.8910065241883673</c:v>
                </c:pt>
                <c:pt idx="163">
                  <c:v>0.7604059656000316</c:v>
                </c:pt>
                <c:pt idx="164">
                  <c:v>0.5877852522924758</c:v>
                </c:pt>
                <c:pt idx="165">
                  <c:v>0.3826834323650883</c:v>
                </c:pt>
                <c:pt idx="166">
                  <c:v>0.1564344650402315</c:v>
                </c:pt>
                <c:pt idx="167">
                  <c:v>-0.07845909572784918</c:v>
                </c:pt>
                <c:pt idx="168">
                  <c:v>-0.30901699437494934</c:v>
                </c:pt>
                <c:pt idx="169">
                  <c:v>-0.5224985647159487</c:v>
                </c:pt>
                <c:pt idx="170">
                  <c:v>-0.7071067811865508</c:v>
                </c:pt>
                <c:pt idx="171">
                  <c:v>-0.8526401643540935</c:v>
                </c:pt>
                <c:pt idx="172">
                  <c:v>-0.9510565162951536</c:v>
                </c:pt>
                <c:pt idx="173">
                  <c:v>-0.9969173337331279</c:v>
                </c:pt>
                <c:pt idx="174">
                  <c:v>-0.9876883405951384</c:v>
                </c:pt>
                <c:pt idx="175">
                  <c:v>-0.9238795325112865</c:v>
                </c:pt>
                <c:pt idx="176">
                  <c:v>-0.8090169943749483</c:v>
                </c:pt>
                <c:pt idx="177">
                  <c:v>-0.6494480483301865</c:v>
                </c:pt>
                <c:pt idx="178">
                  <c:v>-0.45399049973954586</c:v>
                </c:pt>
                <c:pt idx="179">
                  <c:v>-0.23344536385589967</c:v>
                </c:pt>
                <c:pt idx="180">
                  <c:v>3.6757973393518245e-15</c:v>
                </c:pt>
                <c:pt idx="181">
                  <c:v>0.2334453638559068</c:v>
                </c:pt>
                <c:pt idx="182">
                  <c:v>0.4539904997395461</c:v>
                </c:pt>
                <c:pt idx="183">
                  <c:v>0.6494480483301868</c:v>
                </c:pt>
                <c:pt idx="184">
                  <c:v>0.8090169943749486</c:v>
                </c:pt>
                <c:pt idx="185">
                  <c:v>0.9238795325112866</c:v>
                </c:pt>
                <c:pt idx="186">
                  <c:v>0.9876883405951373</c:v>
                </c:pt>
                <c:pt idx="187">
                  <c:v>0.9969173337331284</c:v>
                </c:pt>
                <c:pt idx="188">
                  <c:v>0.9510565162951535</c:v>
                </c:pt>
                <c:pt idx="189">
                  <c:v>0.8526401643540934</c:v>
                </c:pt>
                <c:pt idx="190">
                  <c:v>0.7071067811865456</c:v>
                </c:pt>
                <c:pt idx="191">
                  <c:v>0.5224985647159485</c:v>
                </c:pt>
                <c:pt idx="192">
                  <c:v>0.30901699437494234</c:v>
                </c:pt>
                <c:pt idx="193">
                  <c:v>0.07845909572784185</c:v>
                </c:pt>
                <c:pt idx="194">
                  <c:v>-0.15643446504023173</c:v>
                </c:pt>
                <c:pt idx="195">
                  <c:v>-0.3826834323650885</c:v>
                </c:pt>
                <c:pt idx="196">
                  <c:v>-0.587785252292476</c:v>
                </c:pt>
                <c:pt idx="197">
                  <c:v>-0.7604059656000318</c:v>
                </c:pt>
                <c:pt idx="198">
                  <c:v>-0.8910065241883675</c:v>
                </c:pt>
                <c:pt idx="199">
                  <c:v>-0.9723699203976759</c:v>
                </c:pt>
                <c:pt idx="200">
                  <c:v>-1</c:v>
                </c:pt>
                <c:pt idx="201">
                  <c:v>-0.9723699203976768</c:v>
                </c:pt>
                <c:pt idx="202">
                  <c:v>-0.8910065241883691</c:v>
                </c:pt>
                <c:pt idx="203">
                  <c:v>-0.7604059656000296</c:v>
                </c:pt>
                <c:pt idx="204">
                  <c:v>-0.5877852522924732</c:v>
                </c:pt>
                <c:pt idx="205">
                  <c:v>-0.38268343236508534</c:v>
                </c:pt>
                <c:pt idx="206">
                  <c:v>-0.15643446504022834</c:v>
                </c:pt>
                <c:pt idx="207">
                  <c:v>0.07845909572784526</c:v>
                </c:pt>
                <c:pt idx="208">
                  <c:v>0.3090169943749456</c:v>
                </c:pt>
                <c:pt idx="209">
                  <c:v>0.5224985647159514</c:v>
                </c:pt>
                <c:pt idx="210">
                  <c:v>0.7071067811865481</c:v>
                </c:pt>
                <c:pt idx="211">
                  <c:v>0.8526401643540914</c:v>
                </c:pt>
                <c:pt idx="212">
                  <c:v>0.9510565162951524</c:v>
                </c:pt>
                <c:pt idx="213">
                  <c:v>0.9969173337331281</c:v>
                </c:pt>
                <c:pt idx="214">
                  <c:v>0.9876883405951379</c:v>
                </c:pt>
                <c:pt idx="215">
                  <c:v>0.9238795325112853</c:v>
                </c:pt>
                <c:pt idx="216">
                  <c:v>0.8090169943749466</c:v>
                </c:pt>
                <c:pt idx="217">
                  <c:v>0.6494480483301841</c:v>
                </c:pt>
                <c:pt idx="218">
                  <c:v>0.45399049973954303</c:v>
                </c:pt>
                <c:pt idx="219">
                  <c:v>0.23344536385590348</c:v>
                </c:pt>
                <c:pt idx="220">
                  <c:v>2.443103791928823e-16</c:v>
                </c:pt>
                <c:pt idx="221">
                  <c:v>-0.233445363855903</c:v>
                </c:pt>
                <c:pt idx="222">
                  <c:v>-0.4539904997395489</c:v>
                </c:pt>
                <c:pt idx="223">
                  <c:v>-0.6494480483301838</c:v>
                </c:pt>
                <c:pt idx="224">
                  <c:v>-0.8090169943749462</c:v>
                </c:pt>
                <c:pt idx="225">
                  <c:v>-0.9238795325112851</c:v>
                </c:pt>
                <c:pt idx="226">
                  <c:v>-0.9876883405951378</c:v>
                </c:pt>
                <c:pt idx="227">
                  <c:v>-0.9969173337331281</c:v>
                </c:pt>
                <c:pt idx="228">
                  <c:v>-0.9510565162951525</c:v>
                </c:pt>
                <c:pt idx="229">
                  <c:v>-0.8526401643540917</c:v>
                </c:pt>
                <c:pt idx="230">
                  <c:v>-0.7071067811865483</c:v>
                </c:pt>
                <c:pt idx="231">
                  <c:v>-0.5224985647159458</c:v>
                </c:pt>
                <c:pt idx="232">
                  <c:v>-0.30901699437494606</c:v>
                </c:pt>
                <c:pt idx="233">
                  <c:v>-0.07845909572784575</c:v>
                </c:pt>
                <c:pt idx="234">
                  <c:v>0.15643446504022787</c:v>
                </c:pt>
                <c:pt idx="235">
                  <c:v>0.3826834323650849</c:v>
                </c:pt>
                <c:pt idx="236">
                  <c:v>0.587785252292467</c:v>
                </c:pt>
                <c:pt idx="237">
                  <c:v>0.7604059656000338</c:v>
                </c:pt>
                <c:pt idx="238">
                  <c:v>0.8910065241883689</c:v>
                </c:pt>
                <c:pt idx="239">
                  <c:v>0.9723699203976766</c:v>
                </c:pt>
                <c:pt idx="240">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time (ms)</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autoZero"/>
        <c:auto val="1"/>
        <c:lblAlgn val="ctr"/>
        <c:noMultiLvlLbl val="1"/>
        <c:tickLblSkip val="30"/>
      </c:catAx>
      <c:valAx>
        <c:axId val="2094734552"/>
        <c:scaling>
          <c:orientation val="minMax"/>
          <c:max val="1.2"/>
          <c:min val="-1.2"/>
        </c:scaling>
        <c:delete val="0"/>
        <c:axPos val="l"/>
        <c:majorGridlines>
          <c:spPr>
            <a:ln w="6350" cap="flat">
              <a:solidFill>
                <a:srgbClr val="D9E1EA"/>
              </a:solidFill>
              <a:prstDash val="solid"/>
              <a:round/>
            </a:ln>
          </c:spPr>
        </c:majorGridlines>
        <c:numFmt formatCode="0.0"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4"/>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real 5th-order filter</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Sheet1!$A$2:$A$52</c:f>
              <c:multiLvlStrCache>
                <c:ptCount val="51"/>
                <c:lvl>
                  <c:pt idx="0">
                    <c:v>0.00</c:v>
                  </c:pt>
                  <c:pt idx="1">
                    <c:v>0.02</c:v>
                  </c:pt>
                  <c:pt idx="2">
                    <c:v>0.04</c:v>
                  </c:pt>
                  <c:pt idx="3">
                    <c:v>0.06</c:v>
                  </c:pt>
                  <c:pt idx="4">
                    <c:v>0.08</c:v>
                  </c:pt>
                  <c:pt idx="5">
                    <c:v>0.10</c:v>
                  </c:pt>
                  <c:pt idx="6">
                    <c:v>0.12</c:v>
                  </c:pt>
                  <c:pt idx="7">
                    <c:v>0.14</c:v>
                  </c:pt>
                  <c:pt idx="8">
                    <c:v>0.16</c:v>
                  </c:pt>
                  <c:pt idx="9">
                    <c:v>0.18</c:v>
                  </c:pt>
                  <c:pt idx="10">
                    <c:v>0.20</c:v>
                  </c:pt>
                  <c:pt idx="11">
                    <c:v>0.22</c:v>
                  </c:pt>
                  <c:pt idx="12">
                    <c:v>0.24</c:v>
                  </c:pt>
                  <c:pt idx="13">
                    <c:v>0.26</c:v>
                  </c:pt>
                  <c:pt idx="14">
                    <c:v>0.28</c:v>
                  </c:pt>
                  <c:pt idx="15">
                    <c:v>0.30</c:v>
                  </c:pt>
                  <c:pt idx="16">
                    <c:v>0.32</c:v>
                  </c:pt>
                  <c:pt idx="17">
                    <c:v>0.34</c:v>
                  </c:pt>
                  <c:pt idx="18">
                    <c:v>0.36</c:v>
                  </c:pt>
                  <c:pt idx="19">
                    <c:v>0.38</c:v>
                  </c:pt>
                  <c:pt idx="20">
                    <c:v>0.40</c:v>
                  </c:pt>
                  <c:pt idx="21">
                    <c:v>0.42</c:v>
                  </c:pt>
                  <c:pt idx="22">
                    <c:v>0.44</c:v>
                  </c:pt>
                  <c:pt idx="23">
                    <c:v>0.46</c:v>
                  </c:pt>
                  <c:pt idx="24">
                    <c:v>0.48</c:v>
                  </c:pt>
                  <c:pt idx="25">
                    <c:v>0.50</c:v>
                  </c:pt>
                  <c:pt idx="26">
                    <c:v>0.52</c:v>
                  </c:pt>
                  <c:pt idx="27">
                    <c:v>0.54</c:v>
                  </c:pt>
                  <c:pt idx="28">
                    <c:v>0.56</c:v>
                  </c:pt>
                  <c:pt idx="29">
                    <c:v>0.58</c:v>
                  </c:pt>
                  <c:pt idx="30">
                    <c:v>0.60</c:v>
                  </c:pt>
                  <c:pt idx="31">
                    <c:v>0.62</c:v>
                  </c:pt>
                  <c:pt idx="32">
                    <c:v>0.64</c:v>
                  </c:pt>
                  <c:pt idx="33">
                    <c:v>0.66</c:v>
                  </c:pt>
                  <c:pt idx="34">
                    <c:v>0.68</c:v>
                  </c:pt>
                  <c:pt idx="35">
                    <c:v>0.70</c:v>
                  </c:pt>
                  <c:pt idx="36">
                    <c:v>0.72</c:v>
                  </c:pt>
                  <c:pt idx="37">
                    <c:v>0.74</c:v>
                  </c:pt>
                  <c:pt idx="38">
                    <c:v>0.76</c:v>
                  </c:pt>
                  <c:pt idx="39">
                    <c:v>0.78</c:v>
                  </c:pt>
                  <c:pt idx="40">
                    <c:v>0.80</c:v>
                  </c:pt>
                  <c:pt idx="41">
                    <c:v>0.82</c:v>
                  </c:pt>
                  <c:pt idx="42">
                    <c:v>0.84</c:v>
                  </c:pt>
                  <c:pt idx="43">
                    <c:v>0.86</c:v>
                  </c:pt>
                  <c:pt idx="44">
                    <c:v>0.88</c:v>
                  </c:pt>
                  <c:pt idx="45">
                    <c:v>0.90</c:v>
                  </c:pt>
                  <c:pt idx="46">
                    <c:v>0.92</c:v>
                  </c:pt>
                  <c:pt idx="47">
                    <c:v>0.94</c:v>
                  </c:pt>
                  <c:pt idx="48">
                    <c:v>0.96</c:v>
                  </c:pt>
                  <c:pt idx="49">
                    <c:v>0.98</c:v>
                  </c:pt>
                  <c:pt idx="50">
                    <c:v>1.00</c:v>
                  </c:pt>
                </c:lvl>
              </c:multiLvlStrCache>
            </c:multiLvlStrRef>
          </c:cat>
          <c:val>
            <c:numRef>
              <c:f>Sheet1!$B$2:$B$52</c:f>
              <c:numCache>
                <c:formatCode>General</c:formatCode>
                <c:ptCount val="51"/>
                <c:pt idx="0">
                  <c:v>0</c:v>
                </c:pt>
                <c:pt idx="1">
                  <c:v>-4.243040852834256e-13</c:v>
                </c:pt>
                <c:pt idx="2">
                  <c:v>-4.3429451781522366e-10</c:v>
                </c:pt>
                <c:pt idx="3">
                  <c:v>-2.5043608342368497e-8</c:v>
                </c:pt>
                <c:pt idx="4">
                  <c:v>-4.447175268510442e-7</c:v>
                </c:pt>
                <c:pt idx="5">
                  <c:v>-0.0000041417529565395065</c:v>
                </c:pt>
                <c:pt idx="6">
                  <c:v>-0.000025644579147969755</c:v>
                </c:pt>
                <c:pt idx="7">
                  <c:v>-0.00011980053700061422</c:v>
                </c:pt>
                <c:pt idx="8">
                  <c:v>-0.00045536689673347536</c:v>
                </c:pt>
                <c:pt idx="9">
                  <c:v>-0.0014785483111400812</c:v>
                </c:pt>
                <c:pt idx="10">
                  <c:v>-0.0042390875196115195</c:v>
                </c:pt>
                <c:pt idx="11">
                  <c:v>-0.010986560773229745</c:v>
                </c:pt>
                <c:pt idx="12">
                  <c:v>-0.026181052699723043</c:v>
                </c:pt>
                <c:pt idx="13">
                  <c:v>-0.058077879010084404</c:v>
                </c:pt>
                <c:pt idx="14">
                  <c:v>-0.12097672789950013</c:v>
                </c:pt>
                <c:pt idx="15">
                  <c:v>-0.23792836285351132</c:v>
                </c:pt>
                <c:pt idx="16">
                  <c:v>-0.4429439404324358</c:v>
                </c:pt>
                <c:pt idx="17">
                  <c:v>-0.7804857950951959</c:v>
                </c:pt>
                <c:pt idx="18">
                  <c:v>-1.29908414952008</c:v>
                </c:pt>
                <c:pt idx="19">
                  <c:v>-2.0377700956497713</c:v>
                </c:pt>
                <c:pt idx="20">
                  <c:v>-3.010299956639812</c:v>
                </c:pt>
                <c:pt idx="21">
                  <c:v>-4.197731787551877</c:v>
                </c:pt>
                <c:pt idx="22">
                  <c:v>-5.555469508572464</c:v>
                </c:pt>
                <c:pt idx="23">
                  <c:v>-7.029091801174748</c:v>
                </c:pt>
                <c:pt idx="24">
                  <c:v>-8.568337620962957</c:v>
                </c:pt>
                <c:pt idx="25">
                  <c:v>-10.133945241238077</c:v>
                </c:pt>
                <c:pt idx="26">
                  <c:v>-11.69846272096873</c:v>
                </c:pt>
                <c:pt idx="27">
                  <c:v>-13.244173716645564</c:v>
                </c:pt>
                <c:pt idx="28">
                  <c:v>-14.760409146830156</c:v>
                </c:pt>
                <c:pt idx="29">
                  <c:v>-16.24124140227487</c:v>
                </c:pt>
                <c:pt idx="30">
                  <c:v>-17.683793641857292</c:v>
                </c:pt>
                <c:pt idx="31">
                  <c:v>-19.087092119089895</c:v>
                </c:pt>
                <c:pt idx="32">
                  <c:v>-20.451318580348964</c:v>
                </c:pt>
                <c:pt idx="33">
                  <c:v>-21.77733432434809</c:v>
                </c:pt>
                <c:pt idx="34">
                  <c:v>-23.066381335191632</c:v>
                </c:pt>
                <c:pt idx="35">
                  <c:v>-24.319896460031924</c:v>
                </c:pt>
                <c:pt idx="36">
                  <c:v>-25.53939702818338</c:v>
                </c:pt>
                <c:pt idx="37">
                  <c:v>-26.726411415892382</c:v>
                </c:pt>
                <c:pt idx="38">
                  <c:v>-27.882437831405333</c:v>
                </c:pt>
                <c:pt idx="39">
                  <c:v>-29.008920791078097</c:v>
                </c:pt>
                <c:pt idx="40">
                  <c:v>-30.10723865391773</c:v>
                </c:pt>
                <c:pt idx="41">
                  <c:v>-31.178698027530274</c:v>
                </c:pt>
                <c:pt idx="42">
                  <c:v>-32.22453239573503</c:v>
                </c:pt>
                <c:pt idx="43">
                  <c:v>-33.245903287852244</c:v>
                </c:pt>
                <c:pt idx="44">
                  <c:v>-34.243902924115105</c:v>
                </c:pt>
                <c:pt idx="45">
                  <c:v>-35.21955766276769</c:v>
                </c:pt>
                <c:pt idx="46">
                  <c:v>-36.17383182440743</c:v>
                </c:pt>
                <c:pt idx="47">
                  <c:v>-37.107631629459505</c:v>
                </c:pt>
                <c:pt idx="48">
                  <c:v>-38.02180908769086</c:v>
                </c:pt>
                <c:pt idx="49">
                  <c:v>-38.91716574486986</c:v>
                </c:pt>
                <c:pt idx="50">
                  <c:v>-39.794456234100494</c:v>
                </c:pt>
              </c:numCache>
            </c:numRef>
          </c:val>
          <c:smooth val="0"/>
        </c:ser>
        <c:ser>
          <c:idx val="1"/>
          <c:order val="1"/>
          <c:tx>
            <c:strRef>
              <c:f>Sheet1!$C$1</c:f>
              <c:strCache>
                <c:ptCount val="1"/>
                <c:pt idx="0">
                  <c:v>ideal brick wall at f_s/2</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Sheet1!$A$2:$A$52</c:f>
              <c:multiLvlStrCache>
                <c:ptCount val="51"/>
                <c:lvl>
                  <c:pt idx="0">
                    <c:v>0.00</c:v>
                  </c:pt>
                  <c:pt idx="1">
                    <c:v>0.02</c:v>
                  </c:pt>
                  <c:pt idx="2">
                    <c:v>0.04</c:v>
                  </c:pt>
                  <c:pt idx="3">
                    <c:v>0.06</c:v>
                  </c:pt>
                  <c:pt idx="4">
                    <c:v>0.08</c:v>
                  </c:pt>
                  <c:pt idx="5">
                    <c:v>0.10</c:v>
                  </c:pt>
                  <c:pt idx="6">
                    <c:v>0.12</c:v>
                  </c:pt>
                  <c:pt idx="7">
                    <c:v>0.14</c:v>
                  </c:pt>
                  <c:pt idx="8">
                    <c:v>0.16</c:v>
                  </c:pt>
                  <c:pt idx="9">
                    <c:v>0.18</c:v>
                  </c:pt>
                  <c:pt idx="10">
                    <c:v>0.20</c:v>
                  </c:pt>
                  <c:pt idx="11">
                    <c:v>0.22</c:v>
                  </c:pt>
                  <c:pt idx="12">
                    <c:v>0.24</c:v>
                  </c:pt>
                  <c:pt idx="13">
                    <c:v>0.26</c:v>
                  </c:pt>
                  <c:pt idx="14">
                    <c:v>0.28</c:v>
                  </c:pt>
                  <c:pt idx="15">
                    <c:v>0.30</c:v>
                  </c:pt>
                  <c:pt idx="16">
                    <c:v>0.32</c:v>
                  </c:pt>
                  <c:pt idx="17">
                    <c:v>0.34</c:v>
                  </c:pt>
                  <c:pt idx="18">
                    <c:v>0.36</c:v>
                  </c:pt>
                  <c:pt idx="19">
                    <c:v>0.38</c:v>
                  </c:pt>
                  <c:pt idx="20">
                    <c:v>0.40</c:v>
                  </c:pt>
                  <c:pt idx="21">
                    <c:v>0.42</c:v>
                  </c:pt>
                  <c:pt idx="22">
                    <c:v>0.44</c:v>
                  </c:pt>
                  <c:pt idx="23">
                    <c:v>0.46</c:v>
                  </c:pt>
                  <c:pt idx="24">
                    <c:v>0.48</c:v>
                  </c:pt>
                  <c:pt idx="25">
                    <c:v>0.50</c:v>
                  </c:pt>
                  <c:pt idx="26">
                    <c:v>0.52</c:v>
                  </c:pt>
                  <c:pt idx="27">
                    <c:v>0.54</c:v>
                  </c:pt>
                  <c:pt idx="28">
                    <c:v>0.56</c:v>
                  </c:pt>
                  <c:pt idx="29">
                    <c:v>0.58</c:v>
                  </c:pt>
                  <c:pt idx="30">
                    <c:v>0.60</c:v>
                  </c:pt>
                  <c:pt idx="31">
                    <c:v>0.62</c:v>
                  </c:pt>
                  <c:pt idx="32">
                    <c:v>0.64</c:v>
                  </c:pt>
                  <c:pt idx="33">
                    <c:v>0.66</c:v>
                  </c:pt>
                  <c:pt idx="34">
                    <c:v>0.68</c:v>
                  </c:pt>
                  <c:pt idx="35">
                    <c:v>0.70</c:v>
                  </c:pt>
                  <c:pt idx="36">
                    <c:v>0.72</c:v>
                  </c:pt>
                  <c:pt idx="37">
                    <c:v>0.74</c:v>
                  </c:pt>
                  <c:pt idx="38">
                    <c:v>0.76</c:v>
                  </c:pt>
                  <c:pt idx="39">
                    <c:v>0.78</c:v>
                  </c:pt>
                  <c:pt idx="40">
                    <c:v>0.80</c:v>
                  </c:pt>
                  <c:pt idx="41">
                    <c:v>0.82</c:v>
                  </c:pt>
                  <c:pt idx="42">
                    <c:v>0.84</c:v>
                  </c:pt>
                  <c:pt idx="43">
                    <c:v>0.86</c:v>
                  </c:pt>
                  <c:pt idx="44">
                    <c:v>0.88</c:v>
                  </c:pt>
                  <c:pt idx="45">
                    <c:v>0.90</c:v>
                  </c:pt>
                  <c:pt idx="46">
                    <c:v>0.92</c:v>
                  </c:pt>
                  <c:pt idx="47">
                    <c:v>0.94</c:v>
                  </c:pt>
                  <c:pt idx="48">
                    <c:v>0.96</c:v>
                  </c:pt>
                  <c:pt idx="49">
                    <c:v>0.98</c:v>
                  </c:pt>
                  <c:pt idx="50">
                    <c:v>1.00</c:v>
                  </c:pt>
                </c:lvl>
              </c:multiLvlStrCache>
            </c:multiLvlStrRef>
          </c:cat>
          <c:val>
            <c:numRef>
              <c:f>Sheet1!$C$2:$C$52</c:f>
              <c:numCache>
                <c:formatCode>General</c:formatCode>
                <c:ptCount val="5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-80</c:v>
                </c:pt>
                <c:pt idx="27">
                  <c:v>-80</c:v>
                </c:pt>
                <c:pt idx="28">
                  <c:v>-80</c:v>
                </c:pt>
                <c:pt idx="29">
                  <c:v>-80</c:v>
                </c:pt>
                <c:pt idx="30">
                  <c:v>-80</c:v>
                </c:pt>
                <c:pt idx="31">
                  <c:v>-80</c:v>
                </c:pt>
                <c:pt idx="32">
                  <c:v>-80</c:v>
                </c:pt>
                <c:pt idx="33">
                  <c:v>-80</c:v>
                </c:pt>
                <c:pt idx="34">
                  <c:v>-80</c:v>
                </c:pt>
                <c:pt idx="35">
                  <c:v>-80</c:v>
                </c:pt>
                <c:pt idx="36">
                  <c:v>-80</c:v>
                </c:pt>
                <c:pt idx="37">
                  <c:v>-80</c:v>
                </c:pt>
                <c:pt idx="38">
                  <c:v>-80</c:v>
                </c:pt>
                <c:pt idx="39">
                  <c:v>-80</c:v>
                </c:pt>
                <c:pt idx="40">
                  <c:v>-80</c:v>
                </c:pt>
                <c:pt idx="41">
                  <c:v>-80</c:v>
                </c:pt>
                <c:pt idx="42">
                  <c:v>-80</c:v>
                </c:pt>
                <c:pt idx="43">
                  <c:v>-80</c:v>
                </c:pt>
                <c:pt idx="44">
                  <c:v>-80</c:v>
                </c:pt>
                <c:pt idx="45">
                  <c:v>-80</c:v>
                </c:pt>
                <c:pt idx="46">
                  <c:v>-80</c:v>
                </c:pt>
                <c:pt idx="47">
                  <c:v>-80</c:v>
                </c:pt>
                <c:pt idx="48">
                  <c:v>-80</c:v>
                </c:pt>
                <c:pt idx="49">
                  <c:v>-80</c:v>
                </c:pt>
                <c:pt idx="50">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frequency ÷ f_s   (f_s/2 = 0.50)</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5"/>
      </c:catAx>
      <c:valAx>
        <c:axId val="2094734552"/>
        <c:scaling>
          <c:orientation val="minMax"/>
          <c:max val="5"/>
          <c:min val="-80"/>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how much passes (dB)</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readings x[n]</c:v>
                </c:pt>
              </c:strCache>
            </c:strRef>
          </c:tx>
          <c:spPr>
            <a:solidFill>
              <a:srgbClr val="0B1F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Sheet1!$A$2:$A$202</c:f>
              <c:multiLvlStrCache>
                <c:ptCount val="201"/>
                <c:lvl>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lvl>
              </c:multiLvlStrCache>
            </c:multiLvlStrRef>
          </c:cat>
          <c:val>
            <c:numRef>
              <c:f>Sheet1!$B$2:$B$202</c:f>
              <c:numCache>
                <c:formatCode>General</c:formatCode>
                <c:ptCount val="201"/>
                <c:pt idx="0">
                  <c:v>1.2701511529340699</c:v>
                </c:pt>
                <c:pt idx="1">
                  <c:v>0</c:v>
                </c:pt>
                <c:pt idx="2">
                  <c:v>0</c:v>
                </c:pt>
                <c:pt idx="3">
                  <c:v>0</c:v>
                </c:pt>
                <c:pt idx="4">
                  <c:v>0</c:v>
                </c:pt>
                <c:pt idx="5">
                  <c:v>0</c:v>
                </c:pt>
                <c:pt idx="6">
                  <c:v>0</c:v>
                </c:pt>
                <c:pt idx="7">
                  <c:v>0</c:v>
                </c:pt>
                <c:pt idx="8">
                  <c:v>0</c:v>
                </c:pt>
                <c:pt idx="9">
                  <c:v>0</c:v>
                </c:pt>
                <c:pt idx="10">
                  <c:v>0.4254580445445565</c:v>
                </c:pt>
                <c:pt idx="11">
                  <c:v>0</c:v>
                </c:pt>
                <c:pt idx="12">
                  <c:v>0</c:v>
                </c:pt>
                <c:pt idx="13">
                  <c:v>0</c:v>
                </c:pt>
                <c:pt idx="14">
                  <c:v>0</c:v>
                </c:pt>
                <c:pt idx="15">
                  <c:v>0</c:v>
                </c:pt>
                <c:pt idx="16">
                  <c:v>0</c:v>
                </c:pt>
                <c:pt idx="17">
                  <c:v>0</c:v>
                </c:pt>
                <c:pt idx="18">
                  <c:v>0</c:v>
                </c:pt>
                <c:pt idx="19">
                  <c:v>0</c:v>
                </c:pt>
                <c:pt idx="20">
                  <c:v>-0.057279525448665713</c:v>
                </c:pt>
                <c:pt idx="21">
                  <c:v>0</c:v>
                </c:pt>
                <c:pt idx="22">
                  <c:v>0</c:v>
                </c:pt>
                <c:pt idx="23">
                  <c:v>0</c:v>
                </c:pt>
                <c:pt idx="24">
                  <c:v>0</c:v>
                </c:pt>
                <c:pt idx="25">
                  <c:v>0</c:v>
                </c:pt>
                <c:pt idx="26">
                  <c:v>0</c:v>
                </c:pt>
                <c:pt idx="27">
                  <c:v>0</c:v>
                </c:pt>
                <c:pt idx="28">
                  <c:v>0</c:v>
                </c:pt>
                <c:pt idx="29">
                  <c:v>0</c:v>
                </c:pt>
                <c:pt idx="30">
                  <c:v>-0.017276299090245806</c:v>
                </c:pt>
                <c:pt idx="31">
                  <c:v>0</c:v>
                </c:pt>
                <c:pt idx="32">
                  <c:v>0</c:v>
                </c:pt>
                <c:pt idx="33">
                  <c:v>0</c:v>
                </c:pt>
                <c:pt idx="34">
                  <c:v>0</c:v>
                </c:pt>
                <c:pt idx="35">
                  <c:v>0</c:v>
                </c:pt>
                <c:pt idx="36">
                  <c:v>0</c:v>
                </c:pt>
                <c:pt idx="37">
                  <c:v>0</c:v>
                </c:pt>
                <c:pt idx="38">
                  <c:v>0</c:v>
                </c:pt>
                <c:pt idx="39">
                  <c:v>0</c:v>
                </c:pt>
                <c:pt idx="40">
                  <c:v>-0.3695908651466741</c:v>
                </c:pt>
                <c:pt idx="41">
                  <c:v>0</c:v>
                </c:pt>
                <c:pt idx="42">
                  <c:v>0</c:v>
                </c:pt>
                <c:pt idx="43">
                  <c:v>0</c:v>
                </c:pt>
                <c:pt idx="44">
                  <c:v>0</c:v>
                </c:pt>
                <c:pt idx="45">
                  <c:v>0</c:v>
                </c:pt>
                <c:pt idx="46">
                  <c:v>0</c:v>
                </c:pt>
                <c:pt idx="47">
                  <c:v>0</c:v>
                </c:pt>
                <c:pt idx="48">
                  <c:v>0</c:v>
                </c:pt>
                <c:pt idx="49">
                  <c:v>0</c:v>
                </c:pt>
                <c:pt idx="50">
                  <c:v>-1.1815912999070508</c:v>
                </c:pt>
                <c:pt idx="51">
                  <c:v>0</c:v>
                </c:pt>
                <c:pt idx="52">
                  <c:v>0</c:v>
                </c:pt>
                <c:pt idx="53">
                  <c:v>0</c:v>
                </c:pt>
                <c:pt idx="54">
                  <c:v>0</c:v>
                </c:pt>
                <c:pt idx="55">
                  <c:v>0</c:v>
                </c:pt>
                <c:pt idx="56">
                  <c:v>0</c:v>
                </c:pt>
                <c:pt idx="57">
                  <c:v>0</c:v>
                </c:pt>
                <c:pt idx="58">
                  <c:v>0</c:v>
                </c:pt>
                <c:pt idx="59">
                  <c:v>0</c:v>
                </c:pt>
                <c:pt idx="60">
                  <c:v>-1.2939619732122132</c:v>
                </c:pt>
                <c:pt idx="61">
                  <c:v>0</c:v>
                </c:pt>
                <c:pt idx="62">
                  <c:v>0</c:v>
                </c:pt>
                <c:pt idx="63">
                  <c:v>0</c:v>
                </c:pt>
                <c:pt idx="64">
                  <c:v>0</c:v>
                </c:pt>
                <c:pt idx="65">
                  <c:v>0</c:v>
                </c:pt>
                <c:pt idx="66">
                  <c:v>0</c:v>
                </c:pt>
                <c:pt idx="67">
                  <c:v>0</c:v>
                </c:pt>
                <c:pt idx="68">
                  <c:v>0</c:v>
                </c:pt>
                <c:pt idx="69">
                  <c:v>0</c:v>
                </c:pt>
                <c:pt idx="70">
                  <c:v>-0.24898513906479203</c:v>
                </c:pt>
                <c:pt idx="71">
                  <c:v>0</c:v>
                </c:pt>
                <c:pt idx="72">
                  <c:v>0</c:v>
                </c:pt>
                <c:pt idx="73">
                  <c:v>0</c:v>
                </c:pt>
                <c:pt idx="74">
                  <c:v>0</c:v>
                </c:pt>
                <c:pt idx="75">
                  <c:v>0</c:v>
                </c:pt>
                <c:pt idx="76">
                  <c:v>0</c:v>
                </c:pt>
                <c:pt idx="77">
                  <c:v>0</c:v>
                </c:pt>
                <c:pt idx="78">
                  <c:v>0</c:v>
                </c:pt>
                <c:pt idx="79">
                  <c:v>0</c:v>
                </c:pt>
                <c:pt idx="80">
                  <c:v>0.8090099462979852</c:v>
                </c:pt>
                <c:pt idx="81">
                  <c:v>0</c:v>
                </c:pt>
                <c:pt idx="82">
                  <c:v>0</c:v>
                </c:pt>
                <c:pt idx="83">
                  <c:v>0</c:v>
                </c:pt>
                <c:pt idx="84">
                  <c:v>0</c:v>
                </c:pt>
                <c:pt idx="85">
                  <c:v>0</c:v>
                </c:pt>
                <c:pt idx="86">
                  <c:v>0</c:v>
                </c:pt>
                <c:pt idx="87">
                  <c:v>0</c:v>
                </c:pt>
                <c:pt idx="88">
                  <c:v>0</c:v>
                </c:pt>
                <c:pt idx="89">
                  <c:v>0</c:v>
                </c:pt>
                <c:pt idx="90">
                  <c:v>0.8743166059125436</c:v>
                </c:pt>
                <c:pt idx="91">
                  <c:v>0</c:v>
                </c:pt>
                <c:pt idx="92">
                  <c:v>0</c:v>
                </c:pt>
                <c:pt idx="93">
                  <c:v>0</c:v>
                </c:pt>
                <c:pt idx="94">
                  <c:v>0</c:v>
                </c:pt>
                <c:pt idx="95">
                  <c:v>0</c:v>
                </c:pt>
                <c:pt idx="96">
                  <c:v>0</c:v>
                </c:pt>
                <c:pt idx="97">
                  <c:v>0</c:v>
                </c:pt>
                <c:pt idx="98">
                  <c:v>0</c:v>
                </c:pt>
                <c:pt idx="99">
                  <c:v>0</c:v>
                </c:pt>
                <c:pt idx="100">
                  <c:v>0.516375471005962</c:v>
                </c:pt>
                <c:pt idx="101">
                  <c:v>0</c:v>
                </c:pt>
                <c:pt idx="102">
                  <c:v>0</c:v>
                </c:pt>
                <c:pt idx="103">
                  <c:v>0</c:v>
                </c:pt>
                <c:pt idx="104">
                  <c:v>0</c:v>
                </c:pt>
                <c:pt idx="105">
                  <c:v>0</c:v>
                </c:pt>
                <c:pt idx="106">
                  <c:v>0</c:v>
                </c:pt>
                <c:pt idx="107">
                  <c:v>0</c:v>
                </c:pt>
                <c:pt idx="108">
                  <c:v>0</c:v>
                </c:pt>
                <c:pt idx="109">
                  <c:v>0</c:v>
                </c:pt>
                <c:pt idx="110">
                  <c:v>0.6224889307376777</c:v>
                </c:pt>
                <c:pt idx="111">
                  <c:v>0</c:v>
                </c:pt>
                <c:pt idx="112">
                  <c:v>0</c:v>
                </c:pt>
                <c:pt idx="113">
                  <c:v>0</c:v>
                </c:pt>
                <c:pt idx="114">
                  <c:v>0</c:v>
                </c:pt>
                <c:pt idx="115">
                  <c:v>0</c:v>
                </c:pt>
                <c:pt idx="116">
                  <c:v>0</c:v>
                </c:pt>
                <c:pt idx="117">
                  <c:v>0</c:v>
                </c:pt>
                <c:pt idx="118">
                  <c:v>0</c:v>
                </c:pt>
                <c:pt idx="119">
                  <c:v>0</c:v>
                </c:pt>
                <c:pt idx="120">
                  <c:v>0.7458851926366915</c:v>
                </c:pt>
                <c:pt idx="121">
                  <c:v>0</c:v>
                </c:pt>
                <c:pt idx="122">
                  <c:v>0</c:v>
                </c:pt>
                <c:pt idx="123">
                  <c:v>0</c:v>
                </c:pt>
                <c:pt idx="124">
                  <c:v>0</c:v>
                </c:pt>
                <c:pt idx="125">
                  <c:v>0</c:v>
                </c:pt>
                <c:pt idx="126">
                  <c:v>0</c:v>
                </c:pt>
                <c:pt idx="127">
                  <c:v>0</c:v>
                </c:pt>
                <c:pt idx="128">
                  <c:v>0</c:v>
                </c:pt>
                <c:pt idx="129">
                  <c:v>0</c:v>
                </c:pt>
                <c:pt idx="130">
                  <c:v>-0.012980722878563056</c:v>
                </c:pt>
                <c:pt idx="131">
                  <c:v>0</c:v>
                </c:pt>
                <c:pt idx="132">
                  <c:v>0</c:v>
                </c:pt>
                <c:pt idx="133">
                  <c:v>0</c:v>
                </c:pt>
                <c:pt idx="134">
                  <c:v>0</c:v>
                </c:pt>
                <c:pt idx="135">
                  <c:v>0</c:v>
                </c:pt>
                <c:pt idx="136">
                  <c:v>0</c:v>
                </c:pt>
                <c:pt idx="137">
                  <c:v>0</c:v>
                </c:pt>
                <c:pt idx="138">
                  <c:v>0</c:v>
                </c:pt>
                <c:pt idx="139">
                  <c:v>0</c:v>
                </c:pt>
                <c:pt idx="140">
                  <c:v>-1.171678826318767</c:v>
                </c:pt>
                <c:pt idx="141">
                  <c:v>0</c:v>
                </c:pt>
                <c:pt idx="142">
                  <c:v>0</c:v>
                </c:pt>
                <c:pt idx="143">
                  <c:v>0</c:v>
                </c:pt>
                <c:pt idx="144">
                  <c:v>0</c:v>
                </c:pt>
                <c:pt idx="145">
                  <c:v>0</c:v>
                </c:pt>
                <c:pt idx="146">
                  <c:v>0</c:v>
                </c:pt>
                <c:pt idx="147">
                  <c:v>0</c:v>
                </c:pt>
                <c:pt idx="148">
                  <c:v>0</c:v>
                </c:pt>
                <c:pt idx="149">
                  <c:v>0</c:v>
                </c:pt>
                <c:pt idx="150">
                  <c:v>-1.3869434316721283</c:v>
                </c:pt>
                <c:pt idx="151">
                  <c:v>0</c:v>
                </c:pt>
                <c:pt idx="152">
                  <c:v>0</c:v>
                </c:pt>
                <c:pt idx="153">
                  <c:v>0</c:v>
                </c:pt>
                <c:pt idx="154">
                  <c:v>0</c:v>
                </c:pt>
                <c:pt idx="155">
                  <c:v>0</c:v>
                </c:pt>
                <c:pt idx="156">
                  <c:v>0</c:v>
                </c:pt>
                <c:pt idx="157">
                  <c:v>0</c:v>
                </c:pt>
                <c:pt idx="158">
                  <c:v>0</c:v>
                </c:pt>
                <c:pt idx="159">
                  <c:v>0</c:v>
                </c:pt>
                <c:pt idx="160">
                  <c:v>-0.5433489054269998</c:v>
                </c:pt>
                <c:pt idx="161">
                  <c:v>0</c:v>
                </c:pt>
                <c:pt idx="162">
                  <c:v>0</c:v>
                </c:pt>
                <c:pt idx="163">
                  <c:v>0</c:v>
                </c:pt>
                <c:pt idx="164">
                  <c:v>0</c:v>
                </c:pt>
                <c:pt idx="165">
                  <c:v>0</c:v>
                </c:pt>
                <c:pt idx="166">
                  <c:v>0</c:v>
                </c:pt>
                <c:pt idx="167">
                  <c:v>0</c:v>
                </c:pt>
                <c:pt idx="168">
                  <c:v>0</c:v>
                </c:pt>
                <c:pt idx="169">
                  <c:v>0</c:v>
                </c:pt>
                <c:pt idx="170">
                  <c:v>0.14452051858256992</c:v>
                </c:pt>
                <c:pt idx="171">
                  <c:v>0</c:v>
                </c:pt>
                <c:pt idx="172">
                  <c:v>0</c:v>
                </c:pt>
                <c:pt idx="173">
                  <c:v>0</c:v>
                </c:pt>
                <c:pt idx="174">
                  <c:v>0</c:v>
                </c:pt>
                <c:pt idx="175">
                  <c:v>0</c:v>
                </c:pt>
                <c:pt idx="176">
                  <c:v>0</c:v>
                </c:pt>
                <c:pt idx="177">
                  <c:v>0</c:v>
                </c:pt>
                <c:pt idx="178">
                  <c:v>0</c:v>
                </c:pt>
                <c:pt idx="179">
                  <c:v>0</c:v>
                </c:pt>
                <c:pt idx="180">
                  <c:v>0.15703555151035514</c:v>
                </c:pt>
                <c:pt idx="181">
                  <c:v>0</c:v>
                </c:pt>
                <c:pt idx="182">
                  <c:v>0</c:v>
                </c:pt>
                <c:pt idx="183">
                  <c:v>0</c:v>
                </c:pt>
                <c:pt idx="184">
                  <c:v>0</c:v>
                </c:pt>
                <c:pt idx="185">
                  <c:v>0</c:v>
                </c:pt>
                <c:pt idx="186">
                  <c:v>0</c:v>
                </c:pt>
                <c:pt idx="187">
                  <c:v>0</c:v>
                </c:pt>
                <c:pt idx="188">
                  <c:v>0</c:v>
                </c:pt>
                <c:pt idx="189">
                  <c:v>0</c:v>
                </c:pt>
                <c:pt idx="190">
                  <c:v>0.3173828300654528</c:v>
                </c:pt>
                <c:pt idx="191">
                  <c:v>0</c:v>
                </c:pt>
                <c:pt idx="192">
                  <c:v>0</c:v>
                </c:pt>
                <c:pt idx="193">
                  <c:v>0</c:v>
                </c:pt>
                <c:pt idx="194">
                  <c:v>0</c:v>
                </c:pt>
                <c:pt idx="195">
                  <c:v>0</c:v>
                </c:pt>
                <c:pt idx="196">
                  <c:v>0</c:v>
                </c:pt>
                <c:pt idx="197">
                  <c:v>0</c:v>
                </c:pt>
                <c:pt idx="198">
                  <c:v>0</c:v>
                </c:pt>
                <c:pt idx="199">
                  <c:v>0</c:v>
                </c:pt>
                <c:pt idx="200">
                  <c:v>1.028745243777404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0"/>
        <c:overlap val="0"/>
        <c:axId val="2094734554"/>
        <c:axId val="2094734552"/>
        <c:axId val="2094734556"/>
      </c:barChart>
      <c:lineChart>
        <c:varyColors val="0"/>
        <c:ser>
          <c:idx val="1"/>
          <c:order val="1"/>
          <c:tx>
            <c:strRef>
              <c:f>Sheet1!$C$1</c:f>
              <c:strCache>
                <c:ptCount val="1"/>
                <c:pt idx="0">
                  <c:v>smooth curve (= original)</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B703"/>
              </a:solidFill>
              <a:ln w="9525" cap="flat">
                <a:solidFill>
                  <a:srgbClr val="2EC4B6"/>
                </a:solidFill>
                <a:prstDash val="solid"/>
                <a:round/>
              </a:ln>
              <a:effectLst/>
            </c:spPr>
          </c:marker>
          <c:cat>
            <c:multiLvlStrRef>
              <c:f>Sheet1!$A$2:$A$202</c:f>
              <c:multiLvlStrCache>
                <c:ptCount val="201"/>
                <c:lvl>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lvl>
              </c:multiLvlStrCache>
            </c:multiLvlStrRef>
          </c:cat>
          <c:val>
            <c:numRef>
              <c:f>Sheet1!$C$2:$C$202</c:f>
              <c:numCache>
                <c:formatCode>General</c:formatCode>
                <c:ptCount val="201"/>
                <c:pt idx="0">
                  <c:v>1.2701511529340694</c:v>
                </c:pt>
                <c:pt idx="1">
                  <c:v>1.205127321198038</c:v>
                </c:pt>
                <c:pt idx="2">
                  <c:v>1.1318079719340677</c:v>
                </c:pt>
                <c:pt idx="3">
                  <c:v>1.0515996888932537</c:v>
                </c:pt>
                <c:pt idx="4">
                  <c:v>0.9659932501033002</c:v>
                </c:pt>
                <c:pt idx="5">
                  <c:v>0.8765344852468184</c:v>
                </c:pt>
                <c:pt idx="6">
                  <c:v>0.7847934055792504</c:v>
                </c:pt>
                <c:pt idx="7">
                  <c:v>0.6923322292731933</c:v>
                </c:pt>
                <c:pt idx="8">
                  <c:v>0.6006730332423853</c:v>
                </c:pt>
                <c:pt idx="9">
                  <c:v>0.5112658458784071</c:v>
                </c:pt>
                <c:pt idx="10">
                  <c:v>0.42545804454455705</c:v>
                </c:pt>
                <c:pt idx="11">
                  <c:v>0.3444659305740424</c:v>
                </c:pt>
                <c:pt idx="12">
                  <c:v>0.26934931965834813</c:v>
                </c:pt>
                <c:pt idx="13">
                  <c:v>0.20098990723041799</c:v>
                </c:pt>
                <c:pt idx="14">
                  <c:v>0.1400740506483786</c:v>
                </c:pt>
                <c:pt idx="15">
                  <c:v>0.08708045974283808</c:v>
                </c:pt>
                <c:pt idx="16">
                  <c:v>0.04227311416713193</c:v>
                </c:pt>
                <c:pt idx="17">
                  <c:v>0.0056995411285133135</c:v>
                </c:pt>
                <c:pt idx="18">
                  <c:v>-0.02280559783097235</c:v>
                </c:pt>
                <c:pt idx="19">
                  <c:v>-0.04361183611218523</c:v>
                </c:pt>
                <c:pt idx="20">
                  <c:v>-0.05727952544866541</c:v>
                </c:pt>
                <c:pt idx="21">
                  <c:v>-0.06454225614829016</c:v>
                </c:pt>
                <c:pt idx="22">
                  <c:v>-0.06628566873815224</c:v>
                </c:pt>
                <c:pt idx="23">
                  <c:v>-0.0635233089367164</c:v>
                </c:pt>
                <c:pt idx="24">
                  <c:v>-0.05737020222616041</c:v>
                </c:pt>
                <c:pt idx="25">
                  <c:v>-0.04901481965154225</c:v>
                </c:pt>
                <c:pt idx="26">
                  <c:v>-0.03969007886219451</c:v>
                </c:pt>
                <c:pt idx="27">
                  <c:v>-0.030643981082493006</c:v>
                </c:pt>
                <c:pt idx="28">
                  <c:v>-0.02311043325023988</c:v>
                </c:pt>
                <c:pt idx="29">
                  <c:v>-0.01828075207762557</c:v>
                </c:pt>
                <c:pt idx="30">
                  <c:v>-0.017276299090245965</c:v>
                </c:pt>
                <c:pt idx="31">
                  <c:v>-0.021122656754438026</c:v>
                </c:pt>
                <c:pt idx="32">
                  <c:v>-0.030725727390741763</c:v>
                </c:pt>
                <c:pt idx="33">
                  <c:v>-0.04685011819779548</c:v>
                </c:pt>
                <c:pt idx="34">
                  <c:v>-0.07010016479653958</c:v>
                </c:pt>
                <c:pt idx="35">
                  <c:v>-0.10090393800608594</c:v>
                </c:pt>
                <c:pt idx="36">
                  <c:v>-0.13950056878247047</c:v>
                </c:pt>
                <c:pt idx="37">
                  <c:v>-0.18593120875908759</c:v>
                </c:pt>
                <c:pt idx="38">
                  <c:v>-0.24003391341228958</c:v>
                </c:pt>
                <c:pt idx="39">
                  <c:v>-0.3014426874462912</c:v>
                </c:pt>
                <c:pt idx="40">
                  <c:v>-0.3695908651466748</c:v>
                </c:pt>
                <c:pt idx="41">
                  <c:v>-0.44371891185798423</c:v>
                </c:pt>
                <c:pt idx="42">
                  <c:v>-0.5228866282809628</c:v>
                </c:pt>
                <c:pt idx="43">
                  <c:v>-0.6059896209601148</c:v>
                </c:pt>
                <c:pt idx="44">
                  <c:v>-0.6917797759337703</c:v>
                </c:pt>
                <c:pt idx="45">
                  <c:v>-0.7788893451025587</c:v>
                </c:pt>
                <c:pt idx="46">
                  <c:v>-0.8658581340993016</c:v>
                </c:pt>
                <c:pt idx="47">
                  <c:v>-0.9511631738535697</c:v>
                </c:pt>
                <c:pt idx="48">
                  <c:v>-1.0332501723444234</c:v>
                </c:pt>
                <c:pt idx="49">
                  <c:v>-1.110565983475164</c:v>
                </c:pt>
                <c:pt idx="50">
                  <c:v>-1.1815912999070506</c:v>
                </c:pt>
                <c:pt idx="51">
                  <c:v>-1.244872777180707</c:v>
                </c:pt>
                <c:pt idx="52">
                  <c:v>-1.2990538264186011</c:v>
                </c:pt>
                <c:pt idx="53">
                  <c:v>-1.3429033691639336</c:v>
                </c:pt>
                <c:pt idx="54">
                  <c:v>-1.3753419256175674</c:v>
                </c:pt>
                <c:pt idx="55">
                  <c:v>-1.3954645006947877</c:v>
                </c:pt>
                <c:pt idx="56">
                  <c:v>-1.4025598344421144</c:v>
                </c:pt>
                <c:pt idx="57">
                  <c:v>-1.3961256880890416</c:v>
                </c:pt>
                <c:pt idx="58">
                  <c:v>-1.3758799387790133</c:v>
                </c:pt>
                <c:pt idx="59">
                  <c:v>-1.3417673505034695</c:v>
                </c:pt>
                <c:pt idx="60">
                  <c:v>-1.2939619732122134</c:v>
                </c:pt>
                <c:pt idx="61">
                  <c:v>-1.2328651954686467</c:v>
                </c:pt>
                <c:pt idx="62">
                  <c:v>-1.1590995389743037</c:v>
                </c:pt>
                <c:pt idx="63">
                  <c:v>-1.0734983377857328</c:v>
                </c:pt>
                <c:pt idx="64">
                  <c:v>-0.9770914940094708</c:v>
                </c:pt>
                <c:pt idx="65">
                  <c:v>-0.8710875485123882</c:v>
                </c:pt>
                <c:pt idx="66">
                  <c:v>-0.7568523528803331</c:v>
                </c:pt>
                <c:pt idx="67">
                  <c:v>-0.6358846799378001</c:v>
                </c:pt>
                <c:pt idx="68">
                  <c:v>-0.5097891658795223</c:v>
                </c:pt>
                <c:pt idx="69">
                  <c:v>-0.38024703726981485</c:v>
                </c:pt>
                <c:pt idx="70">
                  <c:v>-0.2489851390647921</c:v>
                </c:pt>
                <c:pt idx="71">
                  <c:v>-0.11774384214300555</c:v>
                </c:pt>
                <c:pt idx="72">
                  <c:v>0.011755533877743703</c:v>
                </c:pt>
                <c:pt idx="73">
                  <c:v>0.13784309972921605</c:v>
                </c:pt>
                <c:pt idx="74">
                  <c:v>0.25893186332007045</c:v>
                </c:pt>
                <c:pt idx="75">
                  <c:v>0.3735475594205524</c:v>
                </c:pt>
                <c:pt idx="76">
                  <c:v>0.48035613118444775</c:v>
                </c:pt>
                <c:pt idx="77">
                  <c:v>0.5781881932927464</c:v>
                </c:pt>
                <c:pt idx="78">
                  <c:v>0.6660598746831503</c:v>
                </c:pt>
                <c:pt idx="79">
                  <c:v>0.7431895327001407</c:v>
                </c:pt>
                <c:pt idx="80">
                  <c:v>0.8090099462979846</c:v>
                </c:pt>
                <c:pt idx="81">
                  <c:v>0.8631757280665976</c:v>
                </c:pt>
                <c:pt idx="82">
                  <c:v>0.9055658363697414</c:v>
                </c:pt>
                <c:pt idx="83">
                  <c:v>0.9362812120610117</c:v>
                </c:pt>
                <c:pt idx="84">
                  <c:v>0.9556377012758179</c:v>
                </c:pt>
                <c:pt idx="85">
                  <c:v>0.9641545495224955</c:v>
                </c:pt>
                <c:pt idx="86">
                  <c:v>0.962538856833951</c:v>
                </c:pt>
                <c:pt idx="87">
                  <c:v>0.9516664650204445</c:v>
                </c:pt>
                <c:pt idx="88">
                  <c:v>0.93255980415272</c:v>
                </c:pt>
                <c:pt idx="89">
                  <c:v>0.9063632566220957</c:v>
                </c:pt>
                <c:pt idx="90">
                  <c:v>0.874316605912544</c:v>
                </c:pt>
                <c:pt idx="91">
                  <c:v>0.8377271277912066</c:v>
                </c:pt>
                <c:pt idx="92">
                  <c:v>0.7979408594168312</c:v>
                </c:pt>
                <c:pt idx="93">
                  <c:v>0.7563135528737318</c:v>
                </c:pt>
                <c:pt idx="94">
                  <c:v>0.7141817896794667</c:v>
                </c:pt>
                <c:pt idx="95">
                  <c:v>0.6728347068226359</c:v>
                </c:pt>
                <c:pt idx="96">
                  <c:v>0.6334867663122417</c:v>
                </c:pt>
                <c:pt idx="97">
                  <c:v>0.5972519905934504</c:v>
                </c:pt>
                <c:pt idx="98">
                  <c:v>0.5651200849121453</c:v>
                </c:pt>
                <c:pt idx="99">
                  <c:v>0.5379348721165322</c:v>
                </c:pt>
                <c:pt idx="100">
                  <c:v>0.5163754710059627</c:v>
                </c:pt>
                <c:pt idx="101">
                  <c:v>0.5009406504473358</c:v>
                </c:pt>
                <c:pt idx="102">
                  <c:v>0.49193678177774264</c:v>
                </c:pt>
                <c:pt idx="103">
                  <c:v>0.4894697854173844</c:v>
                </c:pt>
                <c:pt idx="104">
                  <c:v>0.4934414190745168</c:v>
                </c:pt>
                <c:pt idx="105">
                  <c:v>0.5035501811343225</c:v>
                </c:pt>
                <c:pt idx="106">
                  <c:v>0.5192970028132408</c:v>
                </c:pt>
                <c:pt idx="107">
                  <c:v>0.5399957781245939</c:v>
                </c:pt>
                <c:pt idx="108">
                  <c:v>0.5647886360722298</c:v>
                </c:pt>
                <c:pt idx="109">
                  <c:v>0.5926657017108173</c:v>
                </c:pt>
                <c:pt idx="110">
                  <c:v>0.6224889307376782</c:v>
                </c:pt>
                <c:pt idx="111">
                  <c:v>0.6530194463346473</c:v>
                </c:pt>
                <c:pt idx="112">
                  <c:v>0.6829476676455059</c:v>
                </c:pt>
                <c:pt idx="113">
                  <c:v>0.7109254065202015</c:v>
                </c:pt>
                <c:pt idx="114">
                  <c:v>0.7355990313637499</c:v>
                </c:pt>
                <c:pt idx="115">
                  <c:v>0.7556427600542855</c:v>
                </c:pt>
                <c:pt idx="116">
                  <c:v>0.7697911508489731</c:v>
                </c:pt>
                <c:pt idx="117">
                  <c:v>0.7768699104886708</c:v>
                </c:pt>
                <c:pt idx="118">
                  <c:v>0.7758242284339358</c:v>
                </c:pt>
                <c:pt idx="119">
                  <c:v>0.7657439683025508</c:v>
                </c:pt>
                <c:pt idx="120">
                  <c:v>0.7458851926366914</c:v>
                </c:pt>
                <c:pt idx="121">
                  <c:v>0.7156876540056637</c:v>
                </c:pt>
                <c:pt idx="122">
                  <c:v>0.6747880424870446</c:v>
                </c:pt>
                <c:pt idx="123">
                  <c:v>0.6230289256544375</c:v>
                </c:pt>
                <c:pt idx="124">
                  <c:v>0.560463442835707</c:v>
                </c:pt>
                <c:pt idx="125">
                  <c:v>0.4873559136112048</c:v>
                </c:pt>
                <c:pt idx="126">
                  <c:v>0.40417858748740154</c:v>
                </c:pt>
                <c:pt idx="127">
                  <c:v>0.311604797097671</c:v>
                </c:pt>
                <c:pt idx="128">
                  <c:v>0.21049878430486282</c:v>
                </c:pt>
                <c:pt idx="129">
                  <c:v>0.10190245343464921</c:v>
                </c:pt>
                <c:pt idx="130">
                  <c:v>-0.012980722878563283</c:v>
                </c:pt>
                <c:pt idx="131">
                  <c:v>-0.13280445217468642</c:v>
                </c:pt>
                <c:pt idx="132">
                  <c:v>-0.25610085787948694</c:v>
                </c:pt>
                <c:pt idx="133">
                  <c:v>-0.38130404546195906</c:v>
                </c:pt>
                <c:pt idx="134">
                  <c:v>-0.5067758298262773</c:v>
                </c:pt>
                <c:pt idx="135">
                  <c:v>-0.6308334154106725</c:v>
                </c:pt>
                <c:pt idx="136">
                  <c:v>-0.7517787536853727</c:v>
                </c:pt>
                <c:pt idx="137">
                  <c:v>-0.867929211712459</c:v>
                </c:pt>
                <c:pt idx="138">
                  <c:v>-0.9776490769799051</c:v>
                </c:pt>
                <c:pt idx="139">
                  <c:v>-1.079381307716655</c:v>
                </c:pt>
                <c:pt idx="140">
                  <c:v>-1.171678826318767</c:v>
                </c:pt>
                <c:pt idx="141">
                  <c:v>-1.2532345592852576</c:v>
                </c:pt>
                <c:pt idx="142">
                  <c:v>-1.3229093626999164</c:v>
                </c:pt>
                <c:pt idx="143">
                  <c:v>-1.3797569485918044</c:v>
                </c:pt>
                <c:pt idx="144">
                  <c:v>-1.4230449523053483</c:v>
                </c:pt>
                <c:pt idx="145">
                  <c:v>-1.452271358247486</c:v>
                </c:pt>
                <c:pt idx="146">
                  <c:v>-1.4671756304853065</c:v>
                </c:pt>
                <c:pt idx="147">
                  <c:v>-1.4677440703994737</c:v>
                </c:pt>
                <c:pt idx="148">
                  <c:v>-1.454209136329446</c:v>
                </c:pt>
                <c:pt idx="149">
                  <c:v>-1.4270426965990646</c:v>
                </c:pt>
                <c:pt idx="150">
                  <c:v>-1.3869434316721283</c:v>
                </c:pt>
                <c:pt idx="151">
                  <c:v>-1.3348188364987554</c:v>
                </c:pt>
                <c:pt idx="152">
                  <c:v>-1.2717624838086978</c:v>
                </c:pt>
                <c:pt idx="153">
                  <c:v>-1.199027378545497</c:v>
                </c:pt>
                <c:pt idx="154">
                  <c:v>-1.1179963514739586</c:v>
                </c:pt>
                <c:pt idx="155">
                  <c:v>-1.0301504992696386</c:v>
                </c:pt>
                <c:pt idx="156">
                  <c:v>-0.9370366771978624</c:v>
                </c:pt>
                <c:pt idx="157">
                  <c:v>-0.8402349921316863</c:v>
                </c:pt>
                <c:pt idx="158">
                  <c:v>-0.741327136376989</c:v>
                </c:pt>
                <c:pt idx="159">
                  <c:v>-0.6418662589104841</c:v>
                </c:pt>
                <c:pt idx="160">
                  <c:v>-0.5433489054270007</c:v>
                </c:pt>
                <c:pt idx="161">
                  <c:v>-0.4471893886516119</c:v>
                </c:pt>
                <c:pt idx="162">
                  <c:v>-0.35469679204087506</c:v>
                </c:pt>
                <c:pt idx="163">
                  <c:v>-0.26705467770283325</c:v>
                </c:pt>
                <c:pt idx="164">
                  <c:v>-0.18530347416734236</c:v>
                </c:pt>
                <c:pt idx="165">
                  <c:v>-0.11032546810593268</c:v>
                </c:pt>
                <c:pt idx="166">
                  <c:v>-0.042832317645927986</c:v>
                </c:pt>
                <c:pt idx="167">
                  <c:v>0.0166449603457368</c:v>
                </c:pt>
                <c:pt idx="168">
                  <c:v>0.0677635095072409</c:v>
                </c:pt>
                <c:pt idx="169">
                  <c:v>0.11037355350170025</c:v>
                </c:pt>
                <c:pt idx="170">
                  <c:v>0.1445205185825696</c:v>
                </c:pt>
                <c:pt idx="171">
                  <c:v>0.1704440831603424</c:v>
                </c:pt>
                <c:pt idx="172">
                  <c:v>0.188573827262478</c:v>
                </c:pt>
                <c:pt idx="173">
                  <c:v>0.19952114452262962</c:v>
                </c:pt>
                <c:pt idx="174">
                  <c:v>0.20406711890000262</c:v>
                </c:pt>
                <c:pt idx="175">
                  <c:v>0.203146161554474</c:v>
                </c:pt>
                <c:pt idx="176">
                  <c:v>0.19782534823157003</c:v>
                </c:pt>
                <c:pt idx="177">
                  <c:v>0.18927958635000178</c:v>
                </c:pt>
                <c:pt idx="178">
                  <c:v>0.17876296065888964</c:v>
                </c:pt>
                <c:pt idx="179">
                  <c:v>0.16757683959844402</c:v>
                </c:pt>
                <c:pt idx="180">
                  <c:v>0.15703555151035528</c:v>
                </c:pt>
                <c:pt idx="181">
                  <c:v>0.14843064002766773</c:v>
                </c:pt>
                <c:pt idx="182">
                  <c:v>0.14299486202566564</c:v>
                </c:pt>
                <c:pt idx="183">
                  <c:v>0.14186718333381412</c:v>
                </c:pt>
                <c:pt idx="184">
                  <c:v>0.14606004575823478</c:v>
                </c:pt>
                <c:pt idx="185">
                  <c:v>0.15643011870179685</c:v>
                </c:pt>
                <c:pt idx="186">
                  <c:v>0.1736536114059589</c:v>
                </c:pt>
                <c:pt idx="187">
                  <c:v>0.19820701595737478</c:v>
                </c:pt>
                <c:pt idx="188">
                  <c:v>0.23035389121644656</c:v>
                </c:pt>
                <c:pt idx="189">
                  <c:v>0.27013800313335795</c:v>
                </c:pt>
                <c:pt idx="190">
                  <c:v>0.31738283006545337</c:v>
                </c:pt>
                <c:pt idx="191">
                  <c:v>0.37169714632204603</c:v>
                </c:pt>
                <c:pt idx="192">
                  <c:v>0.4324861357426851</c:v>
                </c:pt>
                <c:pt idx="193">
                  <c:v>0.498967278929691</c:v>
                </c:pt>
                <c:pt idx="194">
                  <c:v>0.5701901170159762</c:v>
                </c:pt>
                <c:pt idx="195">
                  <c:v>0.6450589293625015</c:v>
                </c:pt>
                <c:pt idx="196">
                  <c:v>0.7223573730233251</c:v>
                </c:pt>
                <c:pt idx="197">
                  <c:v>0.800774211702173</c:v>
                </c:pt>
                <c:pt idx="198">
                  <c:v>0.878929398272098</c:v>
                </c:pt>
                <c:pt idx="199">
                  <c:v>0.9553999495852168</c:v>
                </c:pt>
                <c:pt idx="200">
                  <c:v>1.0287452437774043</c:v>
                </c:pt>
              </c:numCache>
            </c:numRef>
          </c:val>
          <c:smooth val="0"/>
        </c:ser>
        <c:ser>
          <c:idx val="2"/>
          <c:order val="2"/>
          <c:tx>
            <c:strRef>
              <c:f>Sheet1!$D$1</c:f>
              <c:strCache>
                <c:ptCount val="1"/>
                <c:pt idx="0">
                  <c:v>DAC staircase</c:v>
                </c:pt>
              </c:strCache>
            </c:strRef>
          </c:tx>
          <c:spPr>
            <a:solidFill>
              <a:srgbClr val="FFB703"/>
            </a:solidFill>
            <a:ln w="19050" cap="flat">
              <a:solidFill>
                <a:srgbClr val="FFB70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B703"/>
              </a:solidFill>
              <a:ln w="9525" cap="flat">
                <a:solidFill>
                  <a:srgbClr val="FFB703"/>
                </a:solidFill>
                <a:prstDash val="solid"/>
                <a:round/>
              </a:ln>
              <a:effectLst/>
            </c:spPr>
          </c:marker>
          <c:cat>
            <c:multiLvlStrRef>
              <c:f>Sheet1!$A$2:$A$202</c:f>
              <c:multiLvlStrCache>
                <c:ptCount val="201"/>
                <c:lvl>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lvl>
              </c:multiLvlStrCache>
            </c:multiLvlStrRef>
          </c:cat>
          <c:val>
            <c:numRef>
              <c:f>Sheet1!$D$2:$D$202</c:f>
              <c:numCache>
                <c:formatCode>General</c:formatCode>
                <c:ptCount val="201"/>
                <c:pt idx="0">
                  <c:v>1.2701511529340699</c:v>
                </c:pt>
                <c:pt idx="1">
                  <c:v>1.2701511529340699</c:v>
                </c:pt>
                <c:pt idx="2">
                  <c:v>1.2701511529340699</c:v>
                </c:pt>
                <c:pt idx="3">
                  <c:v>1.2701511529340699</c:v>
                </c:pt>
                <c:pt idx="4">
                  <c:v>1.2701511529340699</c:v>
                </c:pt>
                <c:pt idx="5">
                  <c:v>1.2701511529340699</c:v>
                </c:pt>
                <c:pt idx="6">
                  <c:v>1.2701511529340699</c:v>
                </c:pt>
                <c:pt idx="7">
                  <c:v>1.2701511529340699</c:v>
                </c:pt>
                <c:pt idx="8">
                  <c:v>1.2701511529340699</c:v>
                </c:pt>
                <c:pt idx="9">
                  <c:v>1.2701511529340699</c:v>
                </c:pt>
                <c:pt idx="10">
                  <c:v>0.4254580445445565</c:v>
                </c:pt>
                <c:pt idx="11">
                  <c:v>0.4254580445445565</c:v>
                </c:pt>
                <c:pt idx="12">
                  <c:v>0.4254580445445565</c:v>
                </c:pt>
                <c:pt idx="13">
                  <c:v>0.4254580445445565</c:v>
                </c:pt>
                <c:pt idx="14">
                  <c:v>0.4254580445445565</c:v>
                </c:pt>
                <c:pt idx="15">
                  <c:v>0.4254580445445565</c:v>
                </c:pt>
                <c:pt idx="16">
                  <c:v>0.4254580445445565</c:v>
                </c:pt>
                <c:pt idx="17">
                  <c:v>0.4254580445445565</c:v>
                </c:pt>
                <c:pt idx="18">
                  <c:v>0.4254580445445565</c:v>
                </c:pt>
                <c:pt idx="19">
                  <c:v>0.4254580445445565</c:v>
                </c:pt>
                <c:pt idx="20">
                  <c:v>-0.057279525448665713</c:v>
                </c:pt>
                <c:pt idx="21">
                  <c:v>-0.057279525448665713</c:v>
                </c:pt>
                <c:pt idx="22">
                  <c:v>-0.057279525448665713</c:v>
                </c:pt>
                <c:pt idx="23">
                  <c:v>-0.057279525448665713</c:v>
                </c:pt>
                <c:pt idx="24">
                  <c:v>-0.057279525448665713</c:v>
                </c:pt>
                <c:pt idx="25">
                  <c:v>-0.057279525448665713</c:v>
                </c:pt>
                <c:pt idx="26">
                  <c:v>-0.057279525448665713</c:v>
                </c:pt>
                <c:pt idx="27">
                  <c:v>-0.057279525448665713</c:v>
                </c:pt>
                <c:pt idx="28">
                  <c:v>-0.057279525448665713</c:v>
                </c:pt>
                <c:pt idx="29">
                  <c:v>-0.057279525448665713</c:v>
                </c:pt>
                <c:pt idx="30">
                  <c:v>-0.017276299090245806</c:v>
                </c:pt>
                <c:pt idx="31">
                  <c:v>-0.017276299090245806</c:v>
                </c:pt>
                <c:pt idx="32">
                  <c:v>-0.017276299090245806</c:v>
                </c:pt>
                <c:pt idx="33">
                  <c:v>-0.017276299090245806</c:v>
                </c:pt>
                <c:pt idx="34">
                  <c:v>-0.017276299090245806</c:v>
                </c:pt>
                <c:pt idx="35">
                  <c:v>-0.017276299090245806</c:v>
                </c:pt>
                <c:pt idx="36">
                  <c:v>-0.017276299090245806</c:v>
                </c:pt>
                <c:pt idx="37">
                  <c:v>-0.017276299090245806</c:v>
                </c:pt>
                <c:pt idx="38">
                  <c:v>-0.017276299090245806</c:v>
                </c:pt>
                <c:pt idx="39">
                  <c:v>-0.017276299090245806</c:v>
                </c:pt>
                <c:pt idx="40">
                  <c:v>-0.3695908651466741</c:v>
                </c:pt>
                <c:pt idx="41">
                  <c:v>-0.3695908651466741</c:v>
                </c:pt>
                <c:pt idx="42">
                  <c:v>-0.3695908651466741</c:v>
                </c:pt>
                <c:pt idx="43">
                  <c:v>-0.3695908651466741</c:v>
                </c:pt>
                <c:pt idx="44">
                  <c:v>-0.3695908651466741</c:v>
                </c:pt>
                <c:pt idx="45">
                  <c:v>-0.3695908651466741</c:v>
                </c:pt>
                <c:pt idx="46">
                  <c:v>-0.3695908651466741</c:v>
                </c:pt>
                <c:pt idx="47">
                  <c:v>-0.3695908651466741</c:v>
                </c:pt>
                <c:pt idx="48">
                  <c:v>-0.3695908651466741</c:v>
                </c:pt>
                <c:pt idx="49">
                  <c:v>-0.3695908651466741</c:v>
                </c:pt>
                <c:pt idx="50">
                  <c:v>-1.1815912999070508</c:v>
                </c:pt>
                <c:pt idx="51">
                  <c:v>-1.1815912999070508</c:v>
                </c:pt>
                <c:pt idx="52">
                  <c:v>-1.1815912999070508</c:v>
                </c:pt>
                <c:pt idx="53">
                  <c:v>-1.1815912999070508</c:v>
                </c:pt>
                <c:pt idx="54">
                  <c:v>-1.1815912999070508</c:v>
                </c:pt>
                <c:pt idx="55">
                  <c:v>-1.1815912999070508</c:v>
                </c:pt>
                <c:pt idx="56">
                  <c:v>-1.1815912999070508</c:v>
                </c:pt>
                <c:pt idx="57">
                  <c:v>-1.1815912999070508</c:v>
                </c:pt>
                <c:pt idx="58">
                  <c:v>-1.1815912999070508</c:v>
                </c:pt>
                <c:pt idx="59">
                  <c:v>-1.1815912999070508</c:v>
                </c:pt>
                <c:pt idx="60">
                  <c:v>-1.2939619732122132</c:v>
                </c:pt>
                <c:pt idx="61">
                  <c:v>-1.2939619732122132</c:v>
                </c:pt>
                <c:pt idx="62">
                  <c:v>-1.2939619732122132</c:v>
                </c:pt>
                <c:pt idx="63">
                  <c:v>-1.2939619732122132</c:v>
                </c:pt>
                <c:pt idx="64">
                  <c:v>-1.2939619732122132</c:v>
                </c:pt>
                <c:pt idx="65">
                  <c:v>-1.2939619732122132</c:v>
                </c:pt>
                <c:pt idx="66">
                  <c:v>-1.2939619732122132</c:v>
                </c:pt>
                <c:pt idx="67">
                  <c:v>-1.2939619732122132</c:v>
                </c:pt>
                <c:pt idx="68">
                  <c:v>-1.2939619732122132</c:v>
                </c:pt>
                <c:pt idx="69">
                  <c:v>-1.2939619732122132</c:v>
                </c:pt>
                <c:pt idx="70">
                  <c:v>-0.24898513906479203</c:v>
                </c:pt>
                <c:pt idx="71">
                  <c:v>-0.24898513906479203</c:v>
                </c:pt>
                <c:pt idx="72">
                  <c:v>-0.24898513906479203</c:v>
                </c:pt>
                <c:pt idx="73">
                  <c:v>-0.24898513906479203</c:v>
                </c:pt>
                <c:pt idx="74">
                  <c:v>-0.24898513906479203</c:v>
                </c:pt>
                <c:pt idx="75">
                  <c:v>-0.24898513906479203</c:v>
                </c:pt>
                <c:pt idx="76">
                  <c:v>-0.24898513906479203</c:v>
                </c:pt>
                <c:pt idx="77">
                  <c:v>-0.24898513906479203</c:v>
                </c:pt>
                <c:pt idx="78">
                  <c:v>-0.24898513906479203</c:v>
                </c:pt>
                <c:pt idx="79">
                  <c:v>-0.24898513906479203</c:v>
                </c:pt>
                <c:pt idx="80">
                  <c:v>0.8090099462979852</c:v>
                </c:pt>
                <c:pt idx="81">
                  <c:v>0.8090099462979852</c:v>
                </c:pt>
                <c:pt idx="82">
                  <c:v>0.8090099462979852</c:v>
                </c:pt>
                <c:pt idx="83">
                  <c:v>0.8090099462979852</c:v>
                </c:pt>
                <c:pt idx="84">
                  <c:v>0.8090099462979852</c:v>
                </c:pt>
                <c:pt idx="85">
                  <c:v>0.8090099462979852</c:v>
                </c:pt>
                <c:pt idx="86">
                  <c:v>0.8090099462979852</c:v>
                </c:pt>
                <c:pt idx="87">
                  <c:v>0.8090099462979852</c:v>
                </c:pt>
                <c:pt idx="88">
                  <c:v>0.8090099462979852</c:v>
                </c:pt>
                <c:pt idx="89">
                  <c:v>0.8090099462979852</c:v>
                </c:pt>
                <c:pt idx="90">
                  <c:v>0.8743166059125436</c:v>
                </c:pt>
                <c:pt idx="91">
                  <c:v>0.8743166059125436</c:v>
                </c:pt>
                <c:pt idx="92">
                  <c:v>0.8743166059125436</c:v>
                </c:pt>
                <c:pt idx="93">
                  <c:v>0.8743166059125436</c:v>
                </c:pt>
                <c:pt idx="94">
                  <c:v>0.8743166059125436</c:v>
                </c:pt>
                <c:pt idx="95">
                  <c:v>0.8743166059125436</c:v>
                </c:pt>
                <c:pt idx="96">
                  <c:v>0.8743166059125436</c:v>
                </c:pt>
                <c:pt idx="97">
                  <c:v>0.8743166059125436</c:v>
                </c:pt>
                <c:pt idx="98">
                  <c:v>0.8743166059125436</c:v>
                </c:pt>
                <c:pt idx="99">
                  <c:v>0.8743166059125436</c:v>
                </c:pt>
                <c:pt idx="100">
                  <c:v>0.516375471005962</c:v>
                </c:pt>
                <c:pt idx="101">
                  <c:v>0.516375471005962</c:v>
                </c:pt>
                <c:pt idx="102">
                  <c:v>0.516375471005962</c:v>
                </c:pt>
                <c:pt idx="103">
                  <c:v>0.516375471005962</c:v>
                </c:pt>
                <c:pt idx="104">
                  <c:v>0.516375471005962</c:v>
                </c:pt>
                <c:pt idx="105">
                  <c:v>0.516375471005962</c:v>
                </c:pt>
                <c:pt idx="106">
                  <c:v>0.516375471005962</c:v>
                </c:pt>
                <c:pt idx="107">
                  <c:v>0.516375471005962</c:v>
                </c:pt>
                <c:pt idx="108">
                  <c:v>0.516375471005962</c:v>
                </c:pt>
                <c:pt idx="109">
                  <c:v>0.516375471005962</c:v>
                </c:pt>
                <c:pt idx="110">
                  <c:v>0.6224889307376777</c:v>
                </c:pt>
                <c:pt idx="111">
                  <c:v>0.6224889307376777</c:v>
                </c:pt>
                <c:pt idx="112">
                  <c:v>0.6224889307376777</c:v>
                </c:pt>
                <c:pt idx="113">
                  <c:v>0.6224889307376777</c:v>
                </c:pt>
                <c:pt idx="114">
                  <c:v>0.6224889307376777</c:v>
                </c:pt>
                <c:pt idx="115">
                  <c:v>0.6224889307376777</c:v>
                </c:pt>
                <c:pt idx="116">
                  <c:v>0.6224889307376777</c:v>
                </c:pt>
                <c:pt idx="117">
                  <c:v>0.6224889307376777</c:v>
                </c:pt>
                <c:pt idx="118">
                  <c:v>0.6224889307376777</c:v>
                </c:pt>
                <c:pt idx="119">
                  <c:v>0.6224889307376777</c:v>
                </c:pt>
                <c:pt idx="120">
                  <c:v>0.7458851926366915</c:v>
                </c:pt>
                <c:pt idx="121">
                  <c:v>0.7458851926366915</c:v>
                </c:pt>
                <c:pt idx="122">
                  <c:v>0.7458851926366915</c:v>
                </c:pt>
                <c:pt idx="123">
                  <c:v>0.7458851926366915</c:v>
                </c:pt>
                <c:pt idx="124">
                  <c:v>0.7458851926366915</c:v>
                </c:pt>
                <c:pt idx="125">
                  <c:v>0.7458851926366915</c:v>
                </c:pt>
                <c:pt idx="126">
                  <c:v>0.7458851926366915</c:v>
                </c:pt>
                <c:pt idx="127">
                  <c:v>0.7458851926366915</c:v>
                </c:pt>
                <c:pt idx="128">
                  <c:v>0.7458851926366915</c:v>
                </c:pt>
                <c:pt idx="129">
                  <c:v>0.7458851926366915</c:v>
                </c:pt>
                <c:pt idx="130">
                  <c:v>-0.012980722878563056</c:v>
                </c:pt>
                <c:pt idx="131">
                  <c:v>-0.012980722878563056</c:v>
                </c:pt>
                <c:pt idx="132">
                  <c:v>-0.012980722878563056</c:v>
                </c:pt>
                <c:pt idx="133">
                  <c:v>-0.012980722878563056</c:v>
                </c:pt>
                <c:pt idx="134">
                  <c:v>-0.012980722878563056</c:v>
                </c:pt>
                <c:pt idx="135">
                  <c:v>-0.012980722878563056</c:v>
                </c:pt>
                <c:pt idx="136">
                  <c:v>-0.012980722878563056</c:v>
                </c:pt>
                <c:pt idx="137">
                  <c:v>-0.012980722878563056</c:v>
                </c:pt>
                <c:pt idx="138">
                  <c:v>-0.012980722878563056</c:v>
                </c:pt>
                <c:pt idx="139">
                  <c:v>-0.012980722878563056</c:v>
                </c:pt>
                <c:pt idx="140">
                  <c:v>-1.171678826318767</c:v>
                </c:pt>
                <c:pt idx="141">
                  <c:v>-1.171678826318767</c:v>
                </c:pt>
                <c:pt idx="142">
                  <c:v>-1.171678826318767</c:v>
                </c:pt>
                <c:pt idx="143">
                  <c:v>-1.171678826318767</c:v>
                </c:pt>
                <c:pt idx="144">
                  <c:v>-1.171678826318767</c:v>
                </c:pt>
                <c:pt idx="145">
                  <c:v>-1.171678826318767</c:v>
                </c:pt>
                <c:pt idx="146">
                  <c:v>-1.171678826318767</c:v>
                </c:pt>
                <c:pt idx="147">
                  <c:v>-1.171678826318767</c:v>
                </c:pt>
                <c:pt idx="148">
                  <c:v>-1.171678826318767</c:v>
                </c:pt>
                <c:pt idx="149">
                  <c:v>-1.171678826318767</c:v>
                </c:pt>
                <c:pt idx="150">
                  <c:v>-1.3869434316721283</c:v>
                </c:pt>
                <c:pt idx="151">
                  <c:v>-1.3869434316721283</c:v>
                </c:pt>
                <c:pt idx="152">
                  <c:v>-1.3869434316721283</c:v>
                </c:pt>
                <c:pt idx="153">
                  <c:v>-1.3869434316721283</c:v>
                </c:pt>
                <c:pt idx="154">
                  <c:v>-1.3869434316721283</c:v>
                </c:pt>
                <c:pt idx="155">
                  <c:v>-1.3869434316721283</c:v>
                </c:pt>
                <c:pt idx="156">
                  <c:v>-1.3869434316721283</c:v>
                </c:pt>
                <c:pt idx="157">
                  <c:v>-1.3869434316721283</c:v>
                </c:pt>
                <c:pt idx="158">
                  <c:v>-1.3869434316721283</c:v>
                </c:pt>
                <c:pt idx="159">
                  <c:v>-1.3869434316721283</c:v>
                </c:pt>
                <c:pt idx="160">
                  <c:v>-0.5433489054269998</c:v>
                </c:pt>
                <c:pt idx="161">
                  <c:v>-0.5433489054269998</c:v>
                </c:pt>
                <c:pt idx="162">
                  <c:v>-0.5433489054269998</c:v>
                </c:pt>
                <c:pt idx="163">
                  <c:v>-0.5433489054269998</c:v>
                </c:pt>
                <c:pt idx="164">
                  <c:v>-0.5433489054269998</c:v>
                </c:pt>
                <c:pt idx="165">
                  <c:v>-0.5433489054269998</c:v>
                </c:pt>
                <c:pt idx="166">
                  <c:v>-0.5433489054269998</c:v>
                </c:pt>
                <c:pt idx="167">
                  <c:v>-0.5433489054269998</c:v>
                </c:pt>
                <c:pt idx="168">
                  <c:v>-0.5433489054269998</c:v>
                </c:pt>
                <c:pt idx="169">
                  <c:v>-0.5433489054269998</c:v>
                </c:pt>
                <c:pt idx="170">
                  <c:v>0.14452051858256992</c:v>
                </c:pt>
                <c:pt idx="171">
                  <c:v>0.14452051858256992</c:v>
                </c:pt>
                <c:pt idx="172">
                  <c:v>0.14452051858256992</c:v>
                </c:pt>
                <c:pt idx="173">
                  <c:v>0.14452051858256992</c:v>
                </c:pt>
                <c:pt idx="174">
                  <c:v>0.14452051858256992</c:v>
                </c:pt>
                <c:pt idx="175">
                  <c:v>0.14452051858256992</c:v>
                </c:pt>
                <c:pt idx="176">
                  <c:v>0.14452051858256992</c:v>
                </c:pt>
                <c:pt idx="177">
                  <c:v>0.14452051858256992</c:v>
                </c:pt>
                <c:pt idx="178">
                  <c:v>0.14452051858256992</c:v>
                </c:pt>
                <c:pt idx="179">
                  <c:v>0.14452051858256992</c:v>
                </c:pt>
                <c:pt idx="180">
                  <c:v>0.15703555151035514</c:v>
                </c:pt>
                <c:pt idx="181">
                  <c:v>0.15703555151035514</c:v>
                </c:pt>
                <c:pt idx="182">
                  <c:v>0.15703555151035514</c:v>
                </c:pt>
                <c:pt idx="183">
                  <c:v>0.15703555151035514</c:v>
                </c:pt>
                <c:pt idx="184">
                  <c:v>0.15703555151035514</c:v>
                </c:pt>
                <c:pt idx="185">
                  <c:v>0.15703555151035514</c:v>
                </c:pt>
                <c:pt idx="186">
                  <c:v>0.15703555151035514</c:v>
                </c:pt>
                <c:pt idx="187">
                  <c:v>0.15703555151035514</c:v>
                </c:pt>
                <c:pt idx="188">
                  <c:v>0.15703555151035514</c:v>
                </c:pt>
                <c:pt idx="189">
                  <c:v>0.15703555151035514</c:v>
                </c:pt>
                <c:pt idx="190">
                  <c:v>0.3173828300654528</c:v>
                </c:pt>
                <c:pt idx="191">
                  <c:v>0.3173828300654528</c:v>
                </c:pt>
                <c:pt idx="192">
                  <c:v>0.3173828300654528</c:v>
                </c:pt>
                <c:pt idx="193">
                  <c:v>0.3173828300654528</c:v>
                </c:pt>
                <c:pt idx="194">
                  <c:v>0.3173828300654528</c:v>
                </c:pt>
                <c:pt idx="195">
                  <c:v>0.3173828300654528</c:v>
                </c:pt>
                <c:pt idx="196">
                  <c:v>0.3173828300654528</c:v>
                </c:pt>
                <c:pt idx="197">
                  <c:v>0.3173828300654528</c:v>
                </c:pt>
                <c:pt idx="198">
                  <c:v>0.3173828300654528</c:v>
                </c:pt>
                <c:pt idx="199">
                  <c:v>0.3173828300654528</c:v>
                </c:pt>
                <c:pt idx="200">
                  <c:v>1.028745243777404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time (ms)  ·  f_s = 10 kSPS</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autoZero"/>
        <c:auto val="1"/>
        <c:lblAlgn val="ctr"/>
        <c:noMultiLvlLbl val="1"/>
        <c:tickLblSkip val="40"/>
      </c:catAx>
      <c:valAx>
        <c:axId val="2094734552"/>
        <c:scaling>
          <c:orientation val="minMax"/>
          <c:max val="1.6"/>
          <c:min val="-1.6"/>
        </c:scaling>
        <c:delete val="0"/>
        <c:axPos val="l"/>
        <c:majorGridlines>
          <c:spPr>
            <a:ln w="6350" cap="flat">
              <a:solidFill>
                <a:srgbClr val="D9E1EA"/>
              </a:solidFill>
              <a:prstDash val="solid"/>
              <a:round/>
            </a:ln>
          </c:spPr>
        </c:majorGridlines>
        <c:numFmt formatCode="0.0"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8"/>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wobble 100 fs</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EC4B6"/>
              </a:solidFill>
              <a:ln w="9525" cap="flat">
                <a:solidFill>
                  <a:srgbClr val="2EC4B6"/>
                </a:solidFill>
                <a:prstDash val="solid"/>
                <a:round/>
              </a:ln>
              <a:effectLst/>
            </c:spPr>
          </c:marker>
          <c:cat>
            <c:multiLvlStrRef>
              <c:f>Sheet1!$A$2:$A$11</c:f>
              <c:multiLvlStrCache>
                <c:ptCount val="10"/>
                <c:lvl>
                  <c:pt idx="0">
                    <c:v>1</c:v>
                  </c:pt>
                  <c:pt idx="1">
                    <c:v>2</c:v>
                  </c:pt>
                  <c:pt idx="2">
                    <c:v>5</c:v>
                  </c:pt>
                  <c:pt idx="3">
                    <c:v>10</c:v>
                  </c:pt>
                  <c:pt idx="4">
                    <c:v>20</c:v>
                  </c:pt>
                  <c:pt idx="5">
                    <c:v>50</c:v>
                  </c:pt>
                  <c:pt idx="6">
                    <c:v>100</c:v>
                  </c:pt>
                  <c:pt idx="7">
                    <c:v>200</c:v>
                  </c:pt>
                  <c:pt idx="8">
                    <c:v>500</c:v>
                  </c:pt>
                  <c:pt idx="9">
                    <c:v>1000</c:v>
                  </c:pt>
                </c:lvl>
              </c:multiLvlStrCache>
            </c:multiLvlStrRef>
          </c:cat>
          <c:val>
            <c:numRef>
              <c:f>Sheet1!$B$2:$B$11</c:f>
              <c:numCache>
                <c:formatCode>General</c:formatCode>
                <c:ptCount val="10"/>
                <c:pt idx="0">
                  <c:v>124.03640263283769</c:v>
                </c:pt>
                <c:pt idx="1">
                  <c:v>118.01580271955807</c:v>
                </c:pt>
                <c:pt idx="2">
                  <c:v>110.05700254611732</c:v>
                </c:pt>
                <c:pt idx="3">
                  <c:v>104.03640263283769</c:v>
                </c:pt>
                <c:pt idx="4">
                  <c:v>98.01580271955807</c:v>
                </c:pt>
                <c:pt idx="5">
                  <c:v>90.05700254611732</c:v>
                </c:pt>
                <c:pt idx="6">
                  <c:v>84.03640263283769</c:v>
                </c:pt>
                <c:pt idx="7">
                  <c:v>78.01580271955808</c:v>
                </c:pt>
                <c:pt idx="8">
                  <c:v>70.05700254611733</c:v>
                </c:pt>
                <c:pt idx="9">
                  <c:v>64.0364026328377</c:v>
                </c:pt>
              </c:numCache>
            </c:numRef>
          </c:val>
          <c:smooth val="0"/>
        </c:ser>
        <c:ser>
          <c:idx val="1"/>
          <c:order val="1"/>
          <c:tx>
            <c:strRef>
              <c:f>Sheet1!$C$1</c:f>
              <c:strCache>
                <c:ptCount val="1"/>
                <c:pt idx="0">
                  <c:v>wobble 1 ps</c:v>
                </c:pt>
              </c:strCache>
            </c:strRef>
          </c:tx>
          <c:spPr>
            <a:solidFill>
              <a:srgbClr val="FFB703"/>
            </a:solidFill>
            <a:ln w="19050" cap="flat">
              <a:solidFill>
                <a:srgbClr val="FFB70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B703"/>
              </a:solidFill>
              <a:ln w="9525" cap="flat">
                <a:solidFill>
                  <a:srgbClr val="FFB703"/>
                </a:solidFill>
                <a:prstDash val="solid"/>
                <a:round/>
              </a:ln>
              <a:effectLst/>
            </c:spPr>
          </c:marker>
          <c:cat>
            <c:multiLvlStrRef>
              <c:f>Sheet1!$A$2:$A$11</c:f>
              <c:multiLvlStrCache>
                <c:ptCount val="10"/>
                <c:lvl>
                  <c:pt idx="0">
                    <c:v>1</c:v>
                  </c:pt>
                  <c:pt idx="1">
                    <c:v>2</c:v>
                  </c:pt>
                  <c:pt idx="2">
                    <c:v>5</c:v>
                  </c:pt>
                  <c:pt idx="3">
                    <c:v>10</c:v>
                  </c:pt>
                  <c:pt idx="4">
                    <c:v>20</c:v>
                  </c:pt>
                  <c:pt idx="5">
                    <c:v>50</c:v>
                  </c:pt>
                  <c:pt idx="6">
                    <c:v>100</c:v>
                  </c:pt>
                  <c:pt idx="7">
                    <c:v>200</c:v>
                  </c:pt>
                  <c:pt idx="8">
                    <c:v>500</c:v>
                  </c:pt>
                  <c:pt idx="9">
                    <c:v>1000</c:v>
                  </c:pt>
                </c:lvl>
              </c:multiLvlStrCache>
            </c:multiLvlStrRef>
          </c:cat>
          <c:val>
            <c:numRef>
              <c:f>Sheet1!$C$2:$C$11</c:f>
              <c:numCache>
                <c:formatCode>General</c:formatCode>
                <c:ptCount val="10"/>
                <c:pt idx="0">
                  <c:v>104.03640263283769</c:v>
                </c:pt>
                <c:pt idx="1">
                  <c:v>98.01580271955807</c:v>
                </c:pt>
                <c:pt idx="2">
                  <c:v>90.05700254611732</c:v>
                </c:pt>
                <c:pt idx="3">
                  <c:v>84.03640263283769</c:v>
                </c:pt>
                <c:pt idx="4">
                  <c:v>78.01580271955808</c:v>
                </c:pt>
                <c:pt idx="5">
                  <c:v>70.05700254611733</c:v>
                </c:pt>
                <c:pt idx="6">
                  <c:v>64.0364026328377</c:v>
                </c:pt>
                <c:pt idx="7">
                  <c:v>58.015802719558074</c:v>
                </c:pt>
                <c:pt idx="8">
                  <c:v>50.057002546117324</c:v>
                </c:pt>
                <c:pt idx="9">
                  <c:v>44.0364026328377</c:v>
                </c:pt>
              </c:numCache>
            </c:numRef>
          </c:val>
          <c:smooth val="0"/>
        </c:ser>
        <c:ser>
          <c:idx val="2"/>
          <c:order val="2"/>
          <c:tx>
            <c:strRef>
              <c:f>Sheet1!$D$1</c:f>
              <c:strCache>
                <c:ptCount val="1"/>
                <c:pt idx="0">
                  <c:v>wobble 10 ps</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76F51"/>
              </a:solidFill>
              <a:ln w="9525" cap="flat">
                <a:solidFill>
                  <a:srgbClr val="E76F51"/>
                </a:solidFill>
                <a:prstDash val="solid"/>
                <a:round/>
              </a:ln>
              <a:effectLst/>
            </c:spPr>
          </c:marker>
          <c:cat>
            <c:multiLvlStrRef>
              <c:f>Sheet1!$A$2:$A$11</c:f>
              <c:multiLvlStrCache>
                <c:ptCount val="10"/>
                <c:lvl>
                  <c:pt idx="0">
                    <c:v>1</c:v>
                  </c:pt>
                  <c:pt idx="1">
                    <c:v>2</c:v>
                  </c:pt>
                  <c:pt idx="2">
                    <c:v>5</c:v>
                  </c:pt>
                  <c:pt idx="3">
                    <c:v>10</c:v>
                  </c:pt>
                  <c:pt idx="4">
                    <c:v>20</c:v>
                  </c:pt>
                  <c:pt idx="5">
                    <c:v>50</c:v>
                  </c:pt>
                  <c:pt idx="6">
                    <c:v>100</c:v>
                  </c:pt>
                  <c:pt idx="7">
                    <c:v>200</c:v>
                  </c:pt>
                  <c:pt idx="8">
                    <c:v>500</c:v>
                  </c:pt>
                  <c:pt idx="9">
                    <c:v>1000</c:v>
                  </c:pt>
                </c:lvl>
              </c:multiLvlStrCache>
            </c:multiLvlStrRef>
          </c:cat>
          <c:val>
            <c:numRef>
              <c:f>Sheet1!$D$2:$D$11</c:f>
              <c:numCache>
                <c:formatCode>General</c:formatCode>
                <c:ptCount val="10"/>
                <c:pt idx="0">
                  <c:v>84.03640263283769</c:v>
                </c:pt>
                <c:pt idx="1">
                  <c:v>78.01580271955808</c:v>
                </c:pt>
                <c:pt idx="2">
                  <c:v>70.05700254611733</c:v>
                </c:pt>
                <c:pt idx="3">
                  <c:v>64.0364026328377</c:v>
                </c:pt>
                <c:pt idx="4">
                  <c:v>58.015802719558074</c:v>
                </c:pt>
                <c:pt idx="5">
                  <c:v>50.057002546117324</c:v>
                </c:pt>
                <c:pt idx="6">
                  <c:v>44.0364026328377</c:v>
                </c:pt>
                <c:pt idx="7">
                  <c:v>38.015802719558074</c:v>
                </c:pt>
                <c:pt idx="8">
                  <c:v>30.057002546117324</c:v>
                </c:pt>
                <c:pt idx="9">
                  <c:v>24.0364026328377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input frequency (MHz)</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catAx>
      <c:valAx>
        <c:axId val="2094734552"/>
        <c:scaling>
          <c:orientation val="minMax"/>
          <c:max val="120"/>
          <c:min val="20"/>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best possible SNR (dB)</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20"/>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smooth input (ramp)</c:v>
                </c:pt>
              </c:strCache>
            </c:strRef>
          </c:tx>
          <c:spPr>
            <a:solidFill>
              <a:srgbClr val="5B6B7F"/>
            </a:solidFill>
            <a:ln w="19050" cap="flat">
              <a:solidFill>
                <a:srgbClr val="5B6B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6B7F"/>
              </a:solidFill>
              <a:ln w="9525" cap="flat">
                <a:solidFill>
                  <a:srgbClr val="5B6B7F"/>
                </a:solidFill>
                <a:prstDash val="solid"/>
                <a:round/>
              </a:ln>
              <a:effectLst/>
            </c:spPr>
          </c:marker>
          <c:cat>
            <c:multiLvlStrRef>
              <c:f>Sheet1!$A$2:$A$202</c:f>
              <c:multiLvlStrCache>
                <c:ptCount val="201"/>
                <c:lvl>
                  <c:pt idx="0">
                    <c:v>-1.00</c:v>
                  </c:pt>
                  <c:pt idx="1">
                    <c:v>-0.99</c:v>
                  </c:pt>
                  <c:pt idx="2">
                    <c:v>-0.98</c:v>
                  </c:pt>
                  <c:pt idx="3">
                    <c:v>-0.97</c:v>
                  </c:pt>
                  <c:pt idx="4">
                    <c:v>-0.96</c:v>
                  </c:pt>
                  <c:pt idx="5">
                    <c:v>-0.95</c:v>
                  </c:pt>
                  <c:pt idx="6">
                    <c:v>-0.94</c:v>
                  </c:pt>
                  <c:pt idx="7">
                    <c:v>-0.93</c:v>
                  </c:pt>
                  <c:pt idx="8">
                    <c:v>-0.92</c:v>
                  </c:pt>
                  <c:pt idx="9">
                    <c:v>-0.91</c:v>
                  </c:pt>
                  <c:pt idx="10">
                    <c:v>-0.90</c:v>
                  </c:pt>
                  <c:pt idx="11">
                    <c:v>-0.89</c:v>
                  </c:pt>
                  <c:pt idx="12">
                    <c:v>-0.88</c:v>
                  </c:pt>
                  <c:pt idx="13">
                    <c:v>-0.87</c:v>
                  </c:pt>
                  <c:pt idx="14">
                    <c:v>-0.86</c:v>
                  </c:pt>
                  <c:pt idx="15">
                    <c:v>-0.85</c:v>
                  </c:pt>
                  <c:pt idx="16">
                    <c:v>-0.84</c:v>
                  </c:pt>
                  <c:pt idx="17">
                    <c:v>-0.83</c:v>
                  </c:pt>
                  <c:pt idx="18">
                    <c:v>-0.82</c:v>
                  </c:pt>
                  <c:pt idx="19">
                    <c:v>-0.81</c:v>
                  </c:pt>
                  <c:pt idx="20">
                    <c:v>-0.80</c:v>
                  </c:pt>
                  <c:pt idx="21">
                    <c:v>-0.79</c:v>
                  </c:pt>
                  <c:pt idx="22">
                    <c:v>-0.78</c:v>
                  </c:pt>
                  <c:pt idx="23">
                    <c:v>-0.77</c:v>
                  </c:pt>
                  <c:pt idx="24">
                    <c:v>-0.76</c:v>
                  </c:pt>
                  <c:pt idx="25">
                    <c:v>-0.75</c:v>
                  </c:pt>
                  <c:pt idx="26">
                    <c:v>-0.74</c:v>
                  </c:pt>
                  <c:pt idx="27">
                    <c:v>-0.73</c:v>
                  </c:pt>
                  <c:pt idx="28">
                    <c:v>-0.72</c:v>
                  </c:pt>
                  <c:pt idx="29">
                    <c:v>-0.71</c:v>
                  </c:pt>
                  <c:pt idx="30">
                    <c:v>-0.70</c:v>
                  </c:pt>
                  <c:pt idx="31">
                    <c:v>-0.69</c:v>
                  </c:pt>
                  <c:pt idx="32">
                    <c:v>-0.68</c:v>
                  </c:pt>
                  <c:pt idx="33">
                    <c:v>-0.67</c:v>
                  </c:pt>
                  <c:pt idx="34">
                    <c:v>-0.66</c:v>
                  </c:pt>
                  <c:pt idx="35">
                    <c:v>-0.65</c:v>
                  </c:pt>
                  <c:pt idx="36">
                    <c:v>-0.64</c:v>
                  </c:pt>
                  <c:pt idx="37">
                    <c:v>-0.63</c:v>
                  </c:pt>
                  <c:pt idx="38">
                    <c:v>-0.62</c:v>
                  </c:pt>
                  <c:pt idx="39">
                    <c:v>-0.61</c:v>
                  </c:pt>
                  <c:pt idx="40">
                    <c:v>-0.60</c:v>
                  </c:pt>
                  <c:pt idx="41">
                    <c:v>-0.59</c:v>
                  </c:pt>
                  <c:pt idx="42">
                    <c:v>-0.58</c:v>
                  </c:pt>
                  <c:pt idx="43">
                    <c:v>-0.57</c:v>
                  </c:pt>
                  <c:pt idx="44">
                    <c:v>-0.56</c:v>
                  </c:pt>
                  <c:pt idx="45">
                    <c:v>-0.55</c:v>
                  </c:pt>
                  <c:pt idx="46">
                    <c:v>-0.54</c:v>
                  </c:pt>
                  <c:pt idx="47">
                    <c:v>-0.53</c:v>
                  </c:pt>
                  <c:pt idx="48">
                    <c:v>-0.52</c:v>
                  </c:pt>
                  <c:pt idx="49">
                    <c:v>-0.51</c:v>
                  </c:pt>
                  <c:pt idx="50">
                    <c:v>-0.50</c:v>
                  </c:pt>
                  <c:pt idx="51">
                    <c:v>-0.49</c:v>
                  </c:pt>
                  <c:pt idx="52">
                    <c:v>-0.48</c:v>
                  </c:pt>
                  <c:pt idx="53">
                    <c:v>-0.47</c:v>
                  </c:pt>
                  <c:pt idx="54">
                    <c:v>-0.46</c:v>
                  </c:pt>
                  <c:pt idx="55">
                    <c:v>-0.45</c:v>
                  </c:pt>
                  <c:pt idx="56">
                    <c:v>-0.44</c:v>
                  </c:pt>
                  <c:pt idx="57">
                    <c:v>-0.43</c:v>
                  </c:pt>
                  <c:pt idx="58">
                    <c:v>-0.42</c:v>
                  </c:pt>
                  <c:pt idx="59">
                    <c:v>-0.41</c:v>
                  </c:pt>
                  <c:pt idx="60">
                    <c:v>-0.40</c:v>
                  </c:pt>
                  <c:pt idx="61">
                    <c:v>-0.39</c:v>
                  </c:pt>
                  <c:pt idx="62">
                    <c:v>-0.38</c:v>
                  </c:pt>
                  <c:pt idx="63">
                    <c:v>-0.37</c:v>
                  </c:pt>
                  <c:pt idx="64">
                    <c:v>-0.36</c:v>
                  </c:pt>
                  <c:pt idx="65">
                    <c:v>-0.35</c:v>
                  </c:pt>
                  <c:pt idx="66">
                    <c:v>-0.34</c:v>
                  </c:pt>
                  <c:pt idx="67">
                    <c:v>-0.33</c:v>
                  </c:pt>
                  <c:pt idx="68">
                    <c:v>-0.32</c:v>
                  </c:pt>
                  <c:pt idx="69">
                    <c:v>-0.31</c:v>
                  </c:pt>
                  <c:pt idx="70">
                    <c:v>-0.30</c:v>
                  </c:pt>
                  <c:pt idx="71">
                    <c:v>-0.29</c:v>
                  </c:pt>
                  <c:pt idx="72">
                    <c:v>-0.28</c:v>
                  </c:pt>
                  <c:pt idx="73">
                    <c:v>-0.27</c:v>
                  </c:pt>
                  <c:pt idx="74">
                    <c:v>-0.26</c:v>
                  </c:pt>
                  <c:pt idx="75">
                    <c:v>-0.25</c:v>
                  </c:pt>
                  <c:pt idx="76">
                    <c:v>-0.24</c:v>
                  </c:pt>
                  <c:pt idx="77">
                    <c:v>-0.23</c:v>
                  </c:pt>
                  <c:pt idx="78">
                    <c:v>-0.22</c:v>
                  </c:pt>
                  <c:pt idx="79">
                    <c:v>-0.21</c:v>
                  </c:pt>
                  <c:pt idx="80">
                    <c:v>-0.20</c:v>
                  </c:pt>
                  <c:pt idx="81">
                    <c:v>-0.19</c:v>
                  </c:pt>
                  <c:pt idx="82">
                    <c:v>-0.18</c:v>
                  </c:pt>
                  <c:pt idx="83">
                    <c:v>-0.17</c:v>
                  </c:pt>
                  <c:pt idx="84">
                    <c:v>-0.16</c:v>
                  </c:pt>
                  <c:pt idx="85">
                    <c:v>-0.15</c:v>
                  </c:pt>
                  <c:pt idx="86">
                    <c:v>-0.14</c:v>
                  </c:pt>
                  <c:pt idx="87">
                    <c:v>-0.13</c:v>
                  </c:pt>
                  <c:pt idx="88">
                    <c:v>-0.12</c:v>
                  </c:pt>
                  <c:pt idx="89">
                    <c:v>-0.11</c:v>
                  </c:pt>
                  <c:pt idx="90">
                    <c:v>-0.10</c:v>
                  </c:pt>
                  <c:pt idx="91">
                    <c:v>-0.09</c:v>
                  </c:pt>
                  <c:pt idx="92">
                    <c:v>-0.08</c:v>
                  </c:pt>
                  <c:pt idx="93">
                    <c:v>-0.07</c:v>
                  </c:pt>
                  <c:pt idx="94">
                    <c:v>-0.06</c:v>
                  </c:pt>
                  <c:pt idx="95">
                    <c:v>-0.05</c:v>
                  </c:pt>
                  <c:pt idx="96">
                    <c:v>-0.04</c:v>
                  </c:pt>
                  <c:pt idx="97">
                    <c:v>-0.03</c:v>
                  </c:pt>
                  <c:pt idx="98">
                    <c:v>-0.02</c:v>
                  </c:pt>
                  <c:pt idx="99">
                    <c:v>-0.01</c:v>
                  </c:pt>
                  <c:pt idx="100">
                    <c:v>0.00</c:v>
                  </c:pt>
                  <c:pt idx="101">
                    <c:v>0.01</c:v>
                  </c:pt>
                  <c:pt idx="102">
                    <c:v>0.02</c:v>
                  </c:pt>
                  <c:pt idx="103">
                    <c:v>0.03</c:v>
                  </c:pt>
                  <c:pt idx="104">
                    <c:v>0.04</c:v>
                  </c:pt>
                  <c:pt idx="105">
                    <c:v>0.05</c:v>
                  </c:pt>
                  <c:pt idx="106">
                    <c:v>0.06</c:v>
                  </c:pt>
                  <c:pt idx="107">
                    <c:v>0.07</c:v>
                  </c:pt>
                  <c:pt idx="108">
                    <c:v>0.08</c:v>
                  </c:pt>
                  <c:pt idx="109">
                    <c:v>0.09</c:v>
                  </c:pt>
                  <c:pt idx="110">
                    <c:v>0.10</c:v>
                  </c:pt>
                  <c:pt idx="111">
                    <c:v>0.11</c:v>
                  </c:pt>
                  <c:pt idx="112">
                    <c:v>0.12</c:v>
                  </c:pt>
                  <c:pt idx="113">
                    <c:v>0.13</c:v>
                  </c:pt>
                  <c:pt idx="114">
                    <c:v>0.14</c:v>
                  </c:pt>
                  <c:pt idx="115">
                    <c:v>0.15</c:v>
                  </c:pt>
                  <c:pt idx="116">
                    <c:v>0.16</c:v>
                  </c:pt>
                  <c:pt idx="117">
                    <c:v>0.17</c:v>
                  </c:pt>
                  <c:pt idx="118">
                    <c:v>0.18</c:v>
                  </c:pt>
                  <c:pt idx="119">
                    <c:v>0.19</c:v>
                  </c:pt>
                  <c:pt idx="120">
                    <c:v>0.20</c:v>
                  </c:pt>
                  <c:pt idx="121">
                    <c:v>0.21</c:v>
                  </c:pt>
                  <c:pt idx="122">
                    <c:v>0.22</c:v>
                  </c:pt>
                  <c:pt idx="123">
                    <c:v>0.23</c:v>
                  </c:pt>
                  <c:pt idx="124">
                    <c:v>0.24</c:v>
                  </c:pt>
                  <c:pt idx="125">
                    <c:v>0.25</c:v>
                  </c:pt>
                  <c:pt idx="126">
                    <c:v>0.26</c:v>
                  </c:pt>
                  <c:pt idx="127">
                    <c:v>0.27</c:v>
                  </c:pt>
                  <c:pt idx="128">
                    <c:v>0.28</c:v>
                  </c:pt>
                  <c:pt idx="129">
                    <c:v>0.29</c:v>
                  </c:pt>
                  <c:pt idx="130">
                    <c:v>0.30</c:v>
                  </c:pt>
                  <c:pt idx="131">
                    <c:v>0.31</c:v>
                  </c:pt>
                  <c:pt idx="132">
                    <c:v>0.32</c:v>
                  </c:pt>
                  <c:pt idx="133">
                    <c:v>0.33</c:v>
                  </c:pt>
                  <c:pt idx="134">
                    <c:v>0.34</c:v>
                  </c:pt>
                  <c:pt idx="135">
                    <c:v>0.35</c:v>
                  </c:pt>
                  <c:pt idx="136">
                    <c:v>0.36</c:v>
                  </c:pt>
                  <c:pt idx="137">
                    <c:v>0.37</c:v>
                  </c:pt>
                  <c:pt idx="138">
                    <c:v>0.38</c:v>
                  </c:pt>
                  <c:pt idx="139">
                    <c:v>0.39</c:v>
                  </c:pt>
                  <c:pt idx="140">
                    <c:v>0.40</c:v>
                  </c:pt>
                  <c:pt idx="141">
                    <c:v>0.41</c:v>
                  </c:pt>
                  <c:pt idx="142">
                    <c:v>0.42</c:v>
                  </c:pt>
                  <c:pt idx="143">
                    <c:v>0.43</c:v>
                  </c:pt>
                  <c:pt idx="144">
                    <c:v>0.44</c:v>
                  </c:pt>
                  <c:pt idx="145">
                    <c:v>0.45</c:v>
                  </c:pt>
                  <c:pt idx="146">
                    <c:v>0.46</c:v>
                  </c:pt>
                  <c:pt idx="147">
                    <c:v>0.47</c:v>
                  </c:pt>
                  <c:pt idx="148">
                    <c:v>0.48</c:v>
                  </c:pt>
                  <c:pt idx="149">
                    <c:v>0.49</c:v>
                  </c:pt>
                  <c:pt idx="150">
                    <c:v>0.50</c:v>
                  </c:pt>
                  <c:pt idx="151">
                    <c:v>0.51</c:v>
                  </c:pt>
                  <c:pt idx="152">
                    <c:v>0.52</c:v>
                  </c:pt>
                  <c:pt idx="153">
                    <c:v>0.53</c:v>
                  </c:pt>
                  <c:pt idx="154">
                    <c:v>0.54</c:v>
                  </c:pt>
                  <c:pt idx="155">
                    <c:v>0.55</c:v>
                  </c:pt>
                  <c:pt idx="156">
                    <c:v>0.56</c:v>
                  </c:pt>
                  <c:pt idx="157">
                    <c:v>0.57</c:v>
                  </c:pt>
                  <c:pt idx="158">
                    <c:v>0.58</c:v>
                  </c:pt>
                  <c:pt idx="159">
                    <c:v>0.59</c:v>
                  </c:pt>
                  <c:pt idx="160">
                    <c:v>0.60</c:v>
                  </c:pt>
                  <c:pt idx="161">
                    <c:v>0.61</c:v>
                  </c:pt>
                  <c:pt idx="162">
                    <c:v>0.62</c:v>
                  </c:pt>
                  <c:pt idx="163">
                    <c:v>0.63</c:v>
                  </c:pt>
                  <c:pt idx="164">
                    <c:v>0.64</c:v>
                  </c:pt>
                  <c:pt idx="165">
                    <c:v>0.65</c:v>
                  </c:pt>
                  <c:pt idx="166">
                    <c:v>0.66</c:v>
                  </c:pt>
                  <c:pt idx="167">
                    <c:v>0.67</c:v>
                  </c:pt>
                  <c:pt idx="168">
                    <c:v>0.68</c:v>
                  </c:pt>
                  <c:pt idx="169">
                    <c:v>0.69</c:v>
                  </c:pt>
                  <c:pt idx="170">
                    <c:v>0.70</c:v>
                  </c:pt>
                  <c:pt idx="171">
                    <c:v>0.71</c:v>
                  </c:pt>
                  <c:pt idx="172">
                    <c:v>0.72</c:v>
                  </c:pt>
                  <c:pt idx="173">
                    <c:v>0.73</c:v>
                  </c:pt>
                  <c:pt idx="174">
                    <c:v>0.74</c:v>
                  </c:pt>
                  <c:pt idx="175">
                    <c:v>0.75</c:v>
                  </c:pt>
                  <c:pt idx="176">
                    <c:v>0.76</c:v>
                  </c:pt>
                  <c:pt idx="177">
                    <c:v>0.77</c:v>
                  </c:pt>
                  <c:pt idx="178">
                    <c:v>0.78</c:v>
                  </c:pt>
                  <c:pt idx="179">
                    <c:v>0.79</c:v>
                  </c:pt>
                  <c:pt idx="180">
                    <c:v>0.80</c:v>
                  </c:pt>
                  <c:pt idx="181">
                    <c:v>0.81</c:v>
                  </c:pt>
                  <c:pt idx="182">
                    <c:v>0.82</c:v>
                  </c:pt>
                  <c:pt idx="183">
                    <c:v>0.83</c:v>
                  </c:pt>
                  <c:pt idx="184">
                    <c:v>0.84</c:v>
                  </c:pt>
                  <c:pt idx="185">
                    <c:v>0.85</c:v>
                  </c:pt>
                  <c:pt idx="186">
                    <c:v>0.86</c:v>
                  </c:pt>
                  <c:pt idx="187">
                    <c:v>0.87</c:v>
                  </c:pt>
                  <c:pt idx="188">
                    <c:v>0.88</c:v>
                  </c:pt>
                  <c:pt idx="189">
                    <c:v>0.89</c:v>
                  </c:pt>
                  <c:pt idx="190">
                    <c:v>0.90</c:v>
                  </c:pt>
                  <c:pt idx="191">
                    <c:v>0.91</c:v>
                  </c:pt>
                  <c:pt idx="192">
                    <c:v>0.92</c:v>
                  </c:pt>
                  <c:pt idx="193">
                    <c:v>0.93</c:v>
                  </c:pt>
                  <c:pt idx="194">
                    <c:v>0.94</c:v>
                  </c:pt>
                  <c:pt idx="195">
                    <c:v>0.95</c:v>
                  </c:pt>
                  <c:pt idx="196">
                    <c:v>0.96</c:v>
                  </c:pt>
                  <c:pt idx="197">
                    <c:v>0.97</c:v>
                  </c:pt>
                  <c:pt idx="198">
                    <c:v>0.98</c:v>
                  </c:pt>
                  <c:pt idx="199">
                    <c:v>0.99</c:v>
                  </c:pt>
                  <c:pt idx="200">
                    <c:v>1.00</c:v>
                  </c:pt>
                </c:lvl>
              </c:multiLvlStrCache>
            </c:multiLvlStrRef>
          </c:cat>
          <c:val>
            <c:numRef>
              <c:f>Sheet1!$B$2:$B$202</c:f>
              <c:numCache>
                <c:formatCode>General</c:formatCode>
                <c:ptCount val="201"/>
                <c:pt idx="0">
                  <c:v>-1</c:v>
                </c:pt>
                <c:pt idx="1">
                  <c:v>-0.99</c:v>
                </c:pt>
                <c:pt idx="2">
                  <c:v>-0.98</c:v>
                </c:pt>
                <c:pt idx="3">
                  <c:v>-0.97</c:v>
                </c:pt>
                <c:pt idx="4">
                  <c:v>-0.96</c:v>
                </c:pt>
                <c:pt idx="5">
                  <c:v>-0.95</c:v>
                </c:pt>
                <c:pt idx="6">
                  <c:v>-0.94</c:v>
                </c:pt>
                <c:pt idx="7">
                  <c:v>-0.9299999999999999</c:v>
                </c:pt>
                <c:pt idx="8">
                  <c:v>-0.92</c:v>
                </c:pt>
                <c:pt idx="9">
                  <c:v>-0.91</c:v>
                </c:pt>
                <c:pt idx="10">
                  <c:v>-0.9</c:v>
                </c:pt>
                <c:pt idx="11">
                  <c:v>-0.89</c:v>
                </c:pt>
                <c:pt idx="12">
                  <c:v>-0.88</c:v>
                </c:pt>
                <c:pt idx="13">
                  <c:v>-0.87</c:v>
                </c:pt>
                <c:pt idx="14">
                  <c:v>-0.86</c:v>
                </c:pt>
                <c:pt idx="15">
                  <c:v>-0.85</c:v>
                </c:pt>
                <c:pt idx="16">
                  <c:v>-0.84</c:v>
                </c:pt>
                <c:pt idx="17">
                  <c:v>-0.83</c:v>
                </c:pt>
                <c:pt idx="18">
                  <c:v>-0.8200000000000001</c:v>
                </c:pt>
                <c:pt idx="19">
                  <c:v>-0.81</c:v>
                </c:pt>
                <c:pt idx="20">
                  <c:v>-0.8</c:v>
                </c:pt>
                <c:pt idx="21">
                  <c:v>-0.79</c:v>
                </c:pt>
                <c:pt idx="22">
                  <c:v>-0.78</c:v>
                </c:pt>
                <c:pt idx="23">
                  <c:v>-0.77</c:v>
                </c:pt>
                <c:pt idx="24">
                  <c:v>-0.76</c:v>
                </c:pt>
                <c:pt idx="25">
                  <c:v>-0.75</c:v>
                </c:pt>
                <c:pt idx="26">
                  <c:v>-0.74</c:v>
                </c:pt>
                <c:pt idx="27">
                  <c:v>-0.73</c:v>
                </c:pt>
                <c:pt idx="28">
                  <c:v>-0.72</c:v>
                </c:pt>
                <c:pt idx="29">
                  <c:v>-0.71</c:v>
                </c:pt>
                <c:pt idx="30">
                  <c:v>-0.7</c:v>
                </c:pt>
                <c:pt idx="31">
                  <c:v>-0.69</c:v>
                </c:pt>
                <c:pt idx="32">
                  <c:v>-0.6799999999999999</c:v>
                </c:pt>
                <c:pt idx="33">
                  <c:v>-0.6699999999999999</c:v>
                </c:pt>
                <c:pt idx="34">
                  <c:v>-0.6599999999999999</c:v>
                </c:pt>
                <c:pt idx="35">
                  <c:v>-0.65</c:v>
                </c:pt>
                <c:pt idx="36">
                  <c:v>-0.64</c:v>
                </c:pt>
                <c:pt idx="37">
                  <c:v>-0.63</c:v>
                </c:pt>
                <c:pt idx="38">
                  <c:v>-0.62</c:v>
                </c:pt>
                <c:pt idx="39">
                  <c:v>-0.61</c:v>
                </c:pt>
                <c:pt idx="40">
                  <c:v>-0.6</c:v>
                </c:pt>
                <c:pt idx="41">
                  <c:v>-0.5900000000000001</c:v>
                </c:pt>
                <c:pt idx="42">
                  <c:v>-0.5800000000000001</c:v>
                </c:pt>
                <c:pt idx="43">
                  <c:v>-0.5700000000000001</c:v>
                </c:pt>
                <c:pt idx="44">
                  <c:v>-0.56</c:v>
                </c:pt>
                <c:pt idx="45">
                  <c:v>-0.55</c:v>
                </c:pt>
                <c:pt idx="46">
                  <c:v>-0.54</c:v>
                </c:pt>
                <c:pt idx="47">
                  <c:v>-0.53</c:v>
                </c:pt>
                <c:pt idx="48">
                  <c:v>-0.52</c:v>
                </c:pt>
                <c:pt idx="49">
                  <c:v>-0.51</c:v>
                </c:pt>
                <c:pt idx="50">
                  <c:v>-0.5</c:v>
                </c:pt>
                <c:pt idx="51">
                  <c:v>-0.49</c:v>
                </c:pt>
                <c:pt idx="52">
                  <c:v>-0.48</c:v>
                </c:pt>
                <c:pt idx="53">
                  <c:v>-0.47</c:v>
                </c:pt>
                <c:pt idx="54">
                  <c:v>-0.45999999999999996</c:v>
                </c:pt>
                <c:pt idx="55">
                  <c:v>-0.44999999999999996</c:v>
                </c:pt>
                <c:pt idx="56">
                  <c:v>-0.43999999999999995</c:v>
                </c:pt>
                <c:pt idx="57">
                  <c:v>-0.43000000000000005</c:v>
                </c:pt>
                <c:pt idx="58">
                  <c:v>-0.42000000000000004</c:v>
                </c:pt>
                <c:pt idx="59">
                  <c:v>-0.41000000000000003</c:v>
                </c:pt>
                <c:pt idx="60">
                  <c:v>-0.4</c:v>
                </c:pt>
                <c:pt idx="61">
                  <c:v>-0.39</c:v>
                </c:pt>
                <c:pt idx="62">
                  <c:v>-0.38</c:v>
                </c:pt>
                <c:pt idx="63">
                  <c:v>-0.37</c:v>
                </c:pt>
                <c:pt idx="64">
                  <c:v>-0.36</c:v>
                </c:pt>
                <c:pt idx="65">
                  <c:v>-0.35</c:v>
                </c:pt>
                <c:pt idx="66">
                  <c:v>-0.33999999999999997</c:v>
                </c:pt>
                <c:pt idx="67">
                  <c:v>-0.32999999999999996</c:v>
                </c:pt>
                <c:pt idx="68">
                  <c:v>-0.31999999999999995</c:v>
                </c:pt>
                <c:pt idx="69">
                  <c:v>-0.31000000000000005</c:v>
                </c:pt>
                <c:pt idx="70">
                  <c:v>-0.30000000000000004</c:v>
                </c:pt>
                <c:pt idx="71">
                  <c:v>-0.29000000000000004</c:v>
                </c:pt>
                <c:pt idx="72">
                  <c:v>-0.28</c:v>
                </c:pt>
                <c:pt idx="73">
                  <c:v>-0.27</c:v>
                </c:pt>
                <c:pt idx="74">
                  <c:v>-0.26</c:v>
                </c:pt>
                <c:pt idx="75">
                  <c:v>-0.25</c:v>
                </c:pt>
                <c:pt idx="76">
                  <c:v>-0.24</c:v>
                </c:pt>
                <c:pt idx="77">
                  <c:v>-0.22999999999999998</c:v>
                </c:pt>
                <c:pt idx="78">
                  <c:v>-0.21999999999999997</c:v>
                </c:pt>
                <c:pt idx="79">
                  <c:v>-0.20999999999999996</c:v>
                </c:pt>
                <c:pt idx="80">
                  <c:v>-0.19999999999999996</c:v>
                </c:pt>
                <c:pt idx="81">
                  <c:v>-0.18999999999999995</c:v>
                </c:pt>
                <c:pt idx="82">
                  <c:v>-0.18000000000000005</c:v>
                </c:pt>
                <c:pt idx="83">
                  <c:v>-0.17000000000000004</c:v>
                </c:pt>
                <c:pt idx="84">
                  <c:v>-0.16000000000000003</c:v>
                </c:pt>
                <c:pt idx="85">
                  <c:v>-0.15000000000000002</c:v>
                </c:pt>
                <c:pt idx="86">
                  <c:v>-0.14</c:v>
                </c:pt>
                <c:pt idx="87">
                  <c:v>-0.13</c:v>
                </c:pt>
                <c:pt idx="88">
                  <c:v>-0.12</c:v>
                </c:pt>
                <c:pt idx="89">
                  <c:v>-0.10999999999999999</c:v>
                </c:pt>
                <c:pt idx="90">
                  <c:v>-0.09999999999999998</c:v>
                </c:pt>
                <c:pt idx="91">
                  <c:v>-0.08999999999999997</c:v>
                </c:pt>
                <c:pt idx="92">
                  <c:v>-0.07999999999999996</c:v>
                </c:pt>
                <c:pt idx="93">
                  <c:v>-0.06999999999999995</c:v>
                </c:pt>
                <c:pt idx="94">
                  <c:v>-0.06000000000000005</c:v>
                </c:pt>
                <c:pt idx="95">
                  <c:v>-0.050000000000000044</c:v>
                </c:pt>
                <c:pt idx="96">
                  <c:v>-0.040000000000000036</c:v>
                </c:pt>
                <c:pt idx="97">
                  <c:v>-0.030000000000000027</c:v>
                </c:pt>
                <c:pt idx="98">
                  <c:v>-0.020000000000000018</c:v>
                </c:pt>
                <c:pt idx="99">
                  <c:v>-0.010000000000000009</c:v>
                </c:pt>
                <c:pt idx="100">
                  <c:v>0</c:v>
                </c:pt>
                <c:pt idx="101">
                  <c:v>0.010000000000000009</c:v>
                </c:pt>
                <c:pt idx="102">
                  <c:v>0.020000000000000018</c:v>
                </c:pt>
                <c:pt idx="103">
                  <c:v>0.030000000000000027</c:v>
                </c:pt>
                <c:pt idx="104">
                  <c:v>0.040000000000000036</c:v>
                </c:pt>
                <c:pt idx="105">
                  <c:v>0.050000000000000044</c:v>
                </c:pt>
                <c:pt idx="106">
                  <c:v>0.06000000000000005</c:v>
                </c:pt>
                <c:pt idx="107">
                  <c:v>0.07000000000000006</c:v>
                </c:pt>
                <c:pt idx="108">
                  <c:v>0.08000000000000007</c:v>
                </c:pt>
                <c:pt idx="109">
                  <c:v>0.09000000000000008</c:v>
                </c:pt>
                <c:pt idx="110">
                  <c:v>0.10000000000000009</c:v>
                </c:pt>
                <c:pt idx="111">
                  <c:v>0.1100000000000001</c:v>
                </c:pt>
                <c:pt idx="112">
                  <c:v>0.1200000000000001</c:v>
                </c:pt>
                <c:pt idx="113">
                  <c:v>0.1299999999999999</c:v>
                </c:pt>
                <c:pt idx="114">
                  <c:v>0.1399999999999999</c:v>
                </c:pt>
                <c:pt idx="115">
                  <c:v>0.1499999999999999</c:v>
                </c:pt>
                <c:pt idx="116">
                  <c:v>0.15999999999999992</c:v>
                </c:pt>
                <c:pt idx="117">
                  <c:v>0.16999999999999993</c:v>
                </c:pt>
                <c:pt idx="118">
                  <c:v>0.17999999999999994</c:v>
                </c:pt>
                <c:pt idx="119">
                  <c:v>0.18999999999999995</c:v>
                </c:pt>
                <c:pt idx="120">
                  <c:v>0.19999999999999996</c:v>
                </c:pt>
                <c:pt idx="121">
                  <c:v>0.20999999999999996</c:v>
                </c:pt>
                <c:pt idx="122">
                  <c:v>0.21999999999999997</c:v>
                </c:pt>
                <c:pt idx="123">
                  <c:v>0.22999999999999998</c:v>
                </c:pt>
                <c:pt idx="124">
                  <c:v>0.24</c:v>
                </c:pt>
                <c:pt idx="125">
                  <c:v>0.25</c:v>
                </c:pt>
                <c:pt idx="126">
                  <c:v>0.26</c:v>
                </c:pt>
                <c:pt idx="127">
                  <c:v>0.27</c:v>
                </c:pt>
                <c:pt idx="128">
                  <c:v>0.28</c:v>
                </c:pt>
                <c:pt idx="129">
                  <c:v>0.29000000000000004</c:v>
                </c:pt>
                <c:pt idx="130">
                  <c:v>0.30000000000000004</c:v>
                </c:pt>
                <c:pt idx="131">
                  <c:v>0.31000000000000005</c:v>
                </c:pt>
                <c:pt idx="132">
                  <c:v>0.32000000000000006</c:v>
                </c:pt>
                <c:pt idx="133">
                  <c:v>0.33000000000000007</c:v>
                </c:pt>
                <c:pt idx="134">
                  <c:v>0.3400000000000001</c:v>
                </c:pt>
                <c:pt idx="135">
                  <c:v>0.3500000000000001</c:v>
                </c:pt>
                <c:pt idx="136">
                  <c:v>0.3600000000000001</c:v>
                </c:pt>
                <c:pt idx="137">
                  <c:v>0.3700000000000001</c:v>
                </c:pt>
                <c:pt idx="138">
                  <c:v>0.3799999999999999</c:v>
                </c:pt>
                <c:pt idx="139">
                  <c:v>0.3899999999999999</c:v>
                </c:pt>
                <c:pt idx="140">
                  <c:v>0.3999999999999999</c:v>
                </c:pt>
                <c:pt idx="141">
                  <c:v>0.4099999999999999</c:v>
                </c:pt>
                <c:pt idx="142">
                  <c:v>0.41999999999999993</c:v>
                </c:pt>
                <c:pt idx="143">
                  <c:v>0.42999999999999994</c:v>
                </c:pt>
                <c:pt idx="144">
                  <c:v>0.43999999999999995</c:v>
                </c:pt>
                <c:pt idx="145">
                  <c:v>0.44999999999999996</c:v>
                </c:pt>
                <c:pt idx="146">
                  <c:v>0.45999999999999996</c:v>
                </c:pt>
                <c:pt idx="147">
                  <c:v>0.47</c:v>
                </c:pt>
                <c:pt idx="148">
                  <c:v>0.48</c:v>
                </c:pt>
                <c:pt idx="149">
                  <c:v>0.49</c:v>
                </c:pt>
                <c:pt idx="150">
                  <c:v>0.5</c:v>
                </c:pt>
                <c:pt idx="151">
                  <c:v>0.51</c:v>
                </c:pt>
                <c:pt idx="152">
                  <c:v>0.52</c:v>
                </c:pt>
                <c:pt idx="153">
                  <c:v>0.53</c:v>
                </c:pt>
                <c:pt idx="154">
                  <c:v>0.54</c:v>
                </c:pt>
                <c:pt idx="155">
                  <c:v>0.55</c:v>
                </c:pt>
                <c:pt idx="156">
                  <c:v>0.56</c:v>
                </c:pt>
                <c:pt idx="157">
                  <c:v>0.5700000000000001</c:v>
                </c:pt>
                <c:pt idx="158">
                  <c:v>0.5800000000000001</c:v>
                </c:pt>
                <c:pt idx="159">
                  <c:v>0.5900000000000001</c:v>
                </c:pt>
                <c:pt idx="160">
                  <c:v>0.6000000000000001</c:v>
                </c:pt>
                <c:pt idx="161">
                  <c:v>0.6100000000000001</c:v>
                </c:pt>
                <c:pt idx="162">
                  <c:v>0.6200000000000001</c:v>
                </c:pt>
                <c:pt idx="163">
                  <c:v>0.6299999999999999</c:v>
                </c:pt>
                <c:pt idx="164">
                  <c:v>0.6399999999999999</c:v>
                </c:pt>
                <c:pt idx="165">
                  <c:v>0.6499999999999999</c:v>
                </c:pt>
                <c:pt idx="166">
                  <c:v>0.6599999999999999</c:v>
                </c:pt>
                <c:pt idx="167">
                  <c:v>0.6699999999999999</c:v>
                </c:pt>
                <c:pt idx="168">
                  <c:v>0.6799999999999999</c:v>
                </c:pt>
                <c:pt idx="169">
                  <c:v>0.69</c:v>
                </c:pt>
                <c:pt idx="170">
                  <c:v>0.7</c:v>
                </c:pt>
                <c:pt idx="171">
                  <c:v>0.71</c:v>
                </c:pt>
                <c:pt idx="172">
                  <c:v>0.72</c:v>
                </c:pt>
                <c:pt idx="173">
                  <c:v>0.73</c:v>
                </c:pt>
                <c:pt idx="174">
                  <c:v>0.74</c:v>
                </c:pt>
                <c:pt idx="175">
                  <c:v>0.75</c:v>
                </c:pt>
                <c:pt idx="176">
                  <c:v>0.76</c:v>
                </c:pt>
                <c:pt idx="177">
                  <c:v>0.77</c:v>
                </c:pt>
                <c:pt idx="178">
                  <c:v>0.78</c:v>
                </c:pt>
                <c:pt idx="179">
                  <c:v>0.79</c:v>
                </c:pt>
                <c:pt idx="180">
                  <c:v>0.8</c:v>
                </c:pt>
                <c:pt idx="181">
                  <c:v>0.81</c:v>
                </c:pt>
                <c:pt idx="182">
                  <c:v>0.8200000000000001</c:v>
                </c:pt>
                <c:pt idx="183">
                  <c:v>0.8300000000000001</c:v>
                </c:pt>
                <c:pt idx="184">
                  <c:v>0.8400000000000001</c:v>
                </c:pt>
                <c:pt idx="185">
                  <c:v>0.8500000000000001</c:v>
                </c:pt>
                <c:pt idx="186">
                  <c:v>0.8600000000000001</c:v>
                </c:pt>
                <c:pt idx="187">
                  <c:v>0.8700000000000001</c:v>
                </c:pt>
                <c:pt idx="188">
                  <c:v>0.8799999999999999</c:v>
                </c:pt>
                <c:pt idx="189">
                  <c:v>0.8899999999999999</c:v>
                </c:pt>
                <c:pt idx="190">
                  <c:v>0.8999999999999999</c:v>
                </c:pt>
                <c:pt idx="191">
                  <c:v>0.9099999999999999</c:v>
                </c:pt>
                <c:pt idx="192">
                  <c:v>0.9199999999999999</c:v>
                </c:pt>
                <c:pt idx="193">
                  <c:v>0.9299999999999999</c:v>
                </c:pt>
                <c:pt idx="194">
                  <c:v>0.94</c:v>
                </c:pt>
                <c:pt idx="195">
                  <c:v>0.95</c:v>
                </c:pt>
                <c:pt idx="196">
                  <c:v>0.96</c:v>
                </c:pt>
                <c:pt idx="197">
                  <c:v>0.97</c:v>
                </c:pt>
                <c:pt idx="198">
                  <c:v>0.98</c:v>
                </c:pt>
                <c:pt idx="199">
                  <c:v>0.99</c:v>
                </c:pt>
                <c:pt idx="200">
                  <c:v>1</c:v>
                </c:pt>
              </c:numCache>
            </c:numRef>
          </c:val>
          <c:smooth val="0"/>
        </c:ser>
        <c:ser>
          <c:idx val="1"/>
          <c:order val="1"/>
          <c:tx>
            <c:strRef>
              <c:f>Sheet1!$C$1</c:f>
              <c:strCache>
                <c:ptCount val="1"/>
                <c:pt idx="0">
                  <c:v>3-bit output (staircase)</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Sheet1!$A$2:$A$202</c:f>
              <c:multiLvlStrCache>
                <c:ptCount val="201"/>
                <c:lvl>
                  <c:pt idx="0">
                    <c:v>-1.00</c:v>
                  </c:pt>
                  <c:pt idx="1">
                    <c:v>-0.99</c:v>
                  </c:pt>
                  <c:pt idx="2">
                    <c:v>-0.98</c:v>
                  </c:pt>
                  <c:pt idx="3">
                    <c:v>-0.97</c:v>
                  </c:pt>
                  <c:pt idx="4">
                    <c:v>-0.96</c:v>
                  </c:pt>
                  <c:pt idx="5">
                    <c:v>-0.95</c:v>
                  </c:pt>
                  <c:pt idx="6">
                    <c:v>-0.94</c:v>
                  </c:pt>
                  <c:pt idx="7">
                    <c:v>-0.93</c:v>
                  </c:pt>
                  <c:pt idx="8">
                    <c:v>-0.92</c:v>
                  </c:pt>
                  <c:pt idx="9">
                    <c:v>-0.91</c:v>
                  </c:pt>
                  <c:pt idx="10">
                    <c:v>-0.90</c:v>
                  </c:pt>
                  <c:pt idx="11">
                    <c:v>-0.89</c:v>
                  </c:pt>
                  <c:pt idx="12">
                    <c:v>-0.88</c:v>
                  </c:pt>
                  <c:pt idx="13">
                    <c:v>-0.87</c:v>
                  </c:pt>
                  <c:pt idx="14">
                    <c:v>-0.86</c:v>
                  </c:pt>
                  <c:pt idx="15">
                    <c:v>-0.85</c:v>
                  </c:pt>
                  <c:pt idx="16">
                    <c:v>-0.84</c:v>
                  </c:pt>
                  <c:pt idx="17">
                    <c:v>-0.83</c:v>
                  </c:pt>
                  <c:pt idx="18">
                    <c:v>-0.82</c:v>
                  </c:pt>
                  <c:pt idx="19">
                    <c:v>-0.81</c:v>
                  </c:pt>
                  <c:pt idx="20">
                    <c:v>-0.80</c:v>
                  </c:pt>
                  <c:pt idx="21">
                    <c:v>-0.79</c:v>
                  </c:pt>
                  <c:pt idx="22">
                    <c:v>-0.78</c:v>
                  </c:pt>
                  <c:pt idx="23">
                    <c:v>-0.77</c:v>
                  </c:pt>
                  <c:pt idx="24">
                    <c:v>-0.76</c:v>
                  </c:pt>
                  <c:pt idx="25">
                    <c:v>-0.75</c:v>
                  </c:pt>
                  <c:pt idx="26">
                    <c:v>-0.74</c:v>
                  </c:pt>
                  <c:pt idx="27">
                    <c:v>-0.73</c:v>
                  </c:pt>
                  <c:pt idx="28">
                    <c:v>-0.72</c:v>
                  </c:pt>
                  <c:pt idx="29">
                    <c:v>-0.71</c:v>
                  </c:pt>
                  <c:pt idx="30">
                    <c:v>-0.70</c:v>
                  </c:pt>
                  <c:pt idx="31">
                    <c:v>-0.69</c:v>
                  </c:pt>
                  <c:pt idx="32">
                    <c:v>-0.68</c:v>
                  </c:pt>
                  <c:pt idx="33">
                    <c:v>-0.67</c:v>
                  </c:pt>
                  <c:pt idx="34">
                    <c:v>-0.66</c:v>
                  </c:pt>
                  <c:pt idx="35">
                    <c:v>-0.65</c:v>
                  </c:pt>
                  <c:pt idx="36">
                    <c:v>-0.64</c:v>
                  </c:pt>
                  <c:pt idx="37">
                    <c:v>-0.63</c:v>
                  </c:pt>
                  <c:pt idx="38">
                    <c:v>-0.62</c:v>
                  </c:pt>
                  <c:pt idx="39">
                    <c:v>-0.61</c:v>
                  </c:pt>
                  <c:pt idx="40">
                    <c:v>-0.60</c:v>
                  </c:pt>
                  <c:pt idx="41">
                    <c:v>-0.59</c:v>
                  </c:pt>
                  <c:pt idx="42">
                    <c:v>-0.58</c:v>
                  </c:pt>
                  <c:pt idx="43">
                    <c:v>-0.57</c:v>
                  </c:pt>
                  <c:pt idx="44">
                    <c:v>-0.56</c:v>
                  </c:pt>
                  <c:pt idx="45">
                    <c:v>-0.55</c:v>
                  </c:pt>
                  <c:pt idx="46">
                    <c:v>-0.54</c:v>
                  </c:pt>
                  <c:pt idx="47">
                    <c:v>-0.53</c:v>
                  </c:pt>
                  <c:pt idx="48">
                    <c:v>-0.52</c:v>
                  </c:pt>
                  <c:pt idx="49">
                    <c:v>-0.51</c:v>
                  </c:pt>
                  <c:pt idx="50">
                    <c:v>-0.50</c:v>
                  </c:pt>
                  <c:pt idx="51">
                    <c:v>-0.49</c:v>
                  </c:pt>
                  <c:pt idx="52">
                    <c:v>-0.48</c:v>
                  </c:pt>
                  <c:pt idx="53">
                    <c:v>-0.47</c:v>
                  </c:pt>
                  <c:pt idx="54">
                    <c:v>-0.46</c:v>
                  </c:pt>
                  <c:pt idx="55">
                    <c:v>-0.45</c:v>
                  </c:pt>
                  <c:pt idx="56">
                    <c:v>-0.44</c:v>
                  </c:pt>
                  <c:pt idx="57">
                    <c:v>-0.43</c:v>
                  </c:pt>
                  <c:pt idx="58">
                    <c:v>-0.42</c:v>
                  </c:pt>
                  <c:pt idx="59">
                    <c:v>-0.41</c:v>
                  </c:pt>
                  <c:pt idx="60">
                    <c:v>-0.40</c:v>
                  </c:pt>
                  <c:pt idx="61">
                    <c:v>-0.39</c:v>
                  </c:pt>
                  <c:pt idx="62">
                    <c:v>-0.38</c:v>
                  </c:pt>
                  <c:pt idx="63">
                    <c:v>-0.37</c:v>
                  </c:pt>
                  <c:pt idx="64">
                    <c:v>-0.36</c:v>
                  </c:pt>
                  <c:pt idx="65">
                    <c:v>-0.35</c:v>
                  </c:pt>
                  <c:pt idx="66">
                    <c:v>-0.34</c:v>
                  </c:pt>
                  <c:pt idx="67">
                    <c:v>-0.33</c:v>
                  </c:pt>
                  <c:pt idx="68">
                    <c:v>-0.32</c:v>
                  </c:pt>
                  <c:pt idx="69">
                    <c:v>-0.31</c:v>
                  </c:pt>
                  <c:pt idx="70">
                    <c:v>-0.30</c:v>
                  </c:pt>
                  <c:pt idx="71">
                    <c:v>-0.29</c:v>
                  </c:pt>
                  <c:pt idx="72">
                    <c:v>-0.28</c:v>
                  </c:pt>
                  <c:pt idx="73">
                    <c:v>-0.27</c:v>
                  </c:pt>
                  <c:pt idx="74">
                    <c:v>-0.26</c:v>
                  </c:pt>
                  <c:pt idx="75">
                    <c:v>-0.25</c:v>
                  </c:pt>
                  <c:pt idx="76">
                    <c:v>-0.24</c:v>
                  </c:pt>
                  <c:pt idx="77">
                    <c:v>-0.23</c:v>
                  </c:pt>
                  <c:pt idx="78">
                    <c:v>-0.22</c:v>
                  </c:pt>
                  <c:pt idx="79">
                    <c:v>-0.21</c:v>
                  </c:pt>
                  <c:pt idx="80">
                    <c:v>-0.20</c:v>
                  </c:pt>
                  <c:pt idx="81">
                    <c:v>-0.19</c:v>
                  </c:pt>
                  <c:pt idx="82">
                    <c:v>-0.18</c:v>
                  </c:pt>
                  <c:pt idx="83">
                    <c:v>-0.17</c:v>
                  </c:pt>
                  <c:pt idx="84">
                    <c:v>-0.16</c:v>
                  </c:pt>
                  <c:pt idx="85">
                    <c:v>-0.15</c:v>
                  </c:pt>
                  <c:pt idx="86">
                    <c:v>-0.14</c:v>
                  </c:pt>
                  <c:pt idx="87">
                    <c:v>-0.13</c:v>
                  </c:pt>
                  <c:pt idx="88">
                    <c:v>-0.12</c:v>
                  </c:pt>
                  <c:pt idx="89">
                    <c:v>-0.11</c:v>
                  </c:pt>
                  <c:pt idx="90">
                    <c:v>-0.10</c:v>
                  </c:pt>
                  <c:pt idx="91">
                    <c:v>-0.09</c:v>
                  </c:pt>
                  <c:pt idx="92">
                    <c:v>-0.08</c:v>
                  </c:pt>
                  <c:pt idx="93">
                    <c:v>-0.07</c:v>
                  </c:pt>
                  <c:pt idx="94">
                    <c:v>-0.06</c:v>
                  </c:pt>
                  <c:pt idx="95">
                    <c:v>-0.05</c:v>
                  </c:pt>
                  <c:pt idx="96">
                    <c:v>-0.04</c:v>
                  </c:pt>
                  <c:pt idx="97">
                    <c:v>-0.03</c:v>
                  </c:pt>
                  <c:pt idx="98">
                    <c:v>-0.02</c:v>
                  </c:pt>
                  <c:pt idx="99">
                    <c:v>-0.01</c:v>
                  </c:pt>
                  <c:pt idx="100">
                    <c:v>0.00</c:v>
                  </c:pt>
                  <c:pt idx="101">
                    <c:v>0.01</c:v>
                  </c:pt>
                  <c:pt idx="102">
                    <c:v>0.02</c:v>
                  </c:pt>
                  <c:pt idx="103">
                    <c:v>0.03</c:v>
                  </c:pt>
                  <c:pt idx="104">
                    <c:v>0.04</c:v>
                  </c:pt>
                  <c:pt idx="105">
                    <c:v>0.05</c:v>
                  </c:pt>
                  <c:pt idx="106">
                    <c:v>0.06</c:v>
                  </c:pt>
                  <c:pt idx="107">
                    <c:v>0.07</c:v>
                  </c:pt>
                  <c:pt idx="108">
                    <c:v>0.08</c:v>
                  </c:pt>
                  <c:pt idx="109">
                    <c:v>0.09</c:v>
                  </c:pt>
                  <c:pt idx="110">
                    <c:v>0.10</c:v>
                  </c:pt>
                  <c:pt idx="111">
                    <c:v>0.11</c:v>
                  </c:pt>
                  <c:pt idx="112">
                    <c:v>0.12</c:v>
                  </c:pt>
                  <c:pt idx="113">
                    <c:v>0.13</c:v>
                  </c:pt>
                  <c:pt idx="114">
                    <c:v>0.14</c:v>
                  </c:pt>
                  <c:pt idx="115">
                    <c:v>0.15</c:v>
                  </c:pt>
                  <c:pt idx="116">
                    <c:v>0.16</c:v>
                  </c:pt>
                  <c:pt idx="117">
                    <c:v>0.17</c:v>
                  </c:pt>
                  <c:pt idx="118">
                    <c:v>0.18</c:v>
                  </c:pt>
                  <c:pt idx="119">
                    <c:v>0.19</c:v>
                  </c:pt>
                  <c:pt idx="120">
                    <c:v>0.20</c:v>
                  </c:pt>
                  <c:pt idx="121">
                    <c:v>0.21</c:v>
                  </c:pt>
                  <c:pt idx="122">
                    <c:v>0.22</c:v>
                  </c:pt>
                  <c:pt idx="123">
                    <c:v>0.23</c:v>
                  </c:pt>
                  <c:pt idx="124">
                    <c:v>0.24</c:v>
                  </c:pt>
                  <c:pt idx="125">
                    <c:v>0.25</c:v>
                  </c:pt>
                  <c:pt idx="126">
                    <c:v>0.26</c:v>
                  </c:pt>
                  <c:pt idx="127">
                    <c:v>0.27</c:v>
                  </c:pt>
                  <c:pt idx="128">
                    <c:v>0.28</c:v>
                  </c:pt>
                  <c:pt idx="129">
                    <c:v>0.29</c:v>
                  </c:pt>
                  <c:pt idx="130">
                    <c:v>0.30</c:v>
                  </c:pt>
                  <c:pt idx="131">
                    <c:v>0.31</c:v>
                  </c:pt>
                  <c:pt idx="132">
                    <c:v>0.32</c:v>
                  </c:pt>
                  <c:pt idx="133">
                    <c:v>0.33</c:v>
                  </c:pt>
                  <c:pt idx="134">
                    <c:v>0.34</c:v>
                  </c:pt>
                  <c:pt idx="135">
                    <c:v>0.35</c:v>
                  </c:pt>
                  <c:pt idx="136">
                    <c:v>0.36</c:v>
                  </c:pt>
                  <c:pt idx="137">
                    <c:v>0.37</c:v>
                  </c:pt>
                  <c:pt idx="138">
                    <c:v>0.38</c:v>
                  </c:pt>
                  <c:pt idx="139">
                    <c:v>0.39</c:v>
                  </c:pt>
                  <c:pt idx="140">
                    <c:v>0.40</c:v>
                  </c:pt>
                  <c:pt idx="141">
                    <c:v>0.41</c:v>
                  </c:pt>
                  <c:pt idx="142">
                    <c:v>0.42</c:v>
                  </c:pt>
                  <c:pt idx="143">
                    <c:v>0.43</c:v>
                  </c:pt>
                  <c:pt idx="144">
                    <c:v>0.44</c:v>
                  </c:pt>
                  <c:pt idx="145">
                    <c:v>0.45</c:v>
                  </c:pt>
                  <c:pt idx="146">
                    <c:v>0.46</c:v>
                  </c:pt>
                  <c:pt idx="147">
                    <c:v>0.47</c:v>
                  </c:pt>
                  <c:pt idx="148">
                    <c:v>0.48</c:v>
                  </c:pt>
                  <c:pt idx="149">
                    <c:v>0.49</c:v>
                  </c:pt>
                  <c:pt idx="150">
                    <c:v>0.50</c:v>
                  </c:pt>
                  <c:pt idx="151">
                    <c:v>0.51</c:v>
                  </c:pt>
                  <c:pt idx="152">
                    <c:v>0.52</c:v>
                  </c:pt>
                  <c:pt idx="153">
                    <c:v>0.53</c:v>
                  </c:pt>
                  <c:pt idx="154">
                    <c:v>0.54</c:v>
                  </c:pt>
                  <c:pt idx="155">
                    <c:v>0.55</c:v>
                  </c:pt>
                  <c:pt idx="156">
                    <c:v>0.56</c:v>
                  </c:pt>
                  <c:pt idx="157">
                    <c:v>0.57</c:v>
                  </c:pt>
                  <c:pt idx="158">
                    <c:v>0.58</c:v>
                  </c:pt>
                  <c:pt idx="159">
                    <c:v>0.59</c:v>
                  </c:pt>
                  <c:pt idx="160">
                    <c:v>0.60</c:v>
                  </c:pt>
                  <c:pt idx="161">
                    <c:v>0.61</c:v>
                  </c:pt>
                  <c:pt idx="162">
                    <c:v>0.62</c:v>
                  </c:pt>
                  <c:pt idx="163">
                    <c:v>0.63</c:v>
                  </c:pt>
                  <c:pt idx="164">
                    <c:v>0.64</c:v>
                  </c:pt>
                  <c:pt idx="165">
                    <c:v>0.65</c:v>
                  </c:pt>
                  <c:pt idx="166">
                    <c:v>0.66</c:v>
                  </c:pt>
                  <c:pt idx="167">
                    <c:v>0.67</c:v>
                  </c:pt>
                  <c:pt idx="168">
                    <c:v>0.68</c:v>
                  </c:pt>
                  <c:pt idx="169">
                    <c:v>0.69</c:v>
                  </c:pt>
                  <c:pt idx="170">
                    <c:v>0.70</c:v>
                  </c:pt>
                  <c:pt idx="171">
                    <c:v>0.71</c:v>
                  </c:pt>
                  <c:pt idx="172">
                    <c:v>0.72</c:v>
                  </c:pt>
                  <c:pt idx="173">
                    <c:v>0.73</c:v>
                  </c:pt>
                  <c:pt idx="174">
                    <c:v>0.74</c:v>
                  </c:pt>
                  <c:pt idx="175">
                    <c:v>0.75</c:v>
                  </c:pt>
                  <c:pt idx="176">
                    <c:v>0.76</c:v>
                  </c:pt>
                  <c:pt idx="177">
                    <c:v>0.77</c:v>
                  </c:pt>
                  <c:pt idx="178">
                    <c:v>0.78</c:v>
                  </c:pt>
                  <c:pt idx="179">
                    <c:v>0.79</c:v>
                  </c:pt>
                  <c:pt idx="180">
                    <c:v>0.80</c:v>
                  </c:pt>
                  <c:pt idx="181">
                    <c:v>0.81</c:v>
                  </c:pt>
                  <c:pt idx="182">
                    <c:v>0.82</c:v>
                  </c:pt>
                  <c:pt idx="183">
                    <c:v>0.83</c:v>
                  </c:pt>
                  <c:pt idx="184">
                    <c:v>0.84</c:v>
                  </c:pt>
                  <c:pt idx="185">
                    <c:v>0.85</c:v>
                  </c:pt>
                  <c:pt idx="186">
                    <c:v>0.86</c:v>
                  </c:pt>
                  <c:pt idx="187">
                    <c:v>0.87</c:v>
                  </c:pt>
                  <c:pt idx="188">
                    <c:v>0.88</c:v>
                  </c:pt>
                  <c:pt idx="189">
                    <c:v>0.89</c:v>
                  </c:pt>
                  <c:pt idx="190">
                    <c:v>0.90</c:v>
                  </c:pt>
                  <c:pt idx="191">
                    <c:v>0.91</c:v>
                  </c:pt>
                  <c:pt idx="192">
                    <c:v>0.92</c:v>
                  </c:pt>
                  <c:pt idx="193">
                    <c:v>0.93</c:v>
                  </c:pt>
                  <c:pt idx="194">
                    <c:v>0.94</c:v>
                  </c:pt>
                  <c:pt idx="195">
                    <c:v>0.95</c:v>
                  </c:pt>
                  <c:pt idx="196">
                    <c:v>0.96</c:v>
                  </c:pt>
                  <c:pt idx="197">
                    <c:v>0.97</c:v>
                  </c:pt>
                  <c:pt idx="198">
                    <c:v>0.98</c:v>
                  </c:pt>
                  <c:pt idx="199">
                    <c:v>0.99</c:v>
                  </c:pt>
                  <c:pt idx="200">
                    <c:v>1.00</c:v>
                  </c:pt>
                </c:lvl>
              </c:multiLvlStrCache>
            </c:multiLvlStrRef>
          </c:cat>
          <c:val>
            <c:numRef>
              <c:f>Sheet1!$C$2:$C$202</c:f>
              <c:numCache>
                <c:formatCode>General</c:formatCode>
                <c:ptCount val="201"/>
                <c:pt idx="0">
                  <c:v>-1</c:v>
                </c:pt>
                <c:pt idx="1">
                  <c:v>-1</c:v>
                </c:pt>
                <c:pt idx="2">
                  <c:v>-1</c:v>
                </c:pt>
                <c:pt idx="3">
                  <c:v>-1</c:v>
                </c:pt>
                <c:pt idx="4">
                  <c:v>-1</c:v>
                </c:pt>
                <c:pt idx="5">
                  <c:v>-1</c:v>
                </c:pt>
                <c:pt idx="6">
                  <c:v>-1</c:v>
                </c:pt>
                <c:pt idx="7">
                  <c:v>-1</c:v>
                </c:pt>
                <c:pt idx="8">
                  <c:v>-1</c:v>
                </c:pt>
                <c:pt idx="9">
                  <c:v>-1</c:v>
                </c:pt>
                <c:pt idx="10">
                  <c:v>-1</c:v>
                </c:pt>
                <c:pt idx="11">
                  <c:v>-1</c:v>
                </c:pt>
                <c:pt idx="12">
                  <c:v>-1</c:v>
                </c:pt>
                <c:pt idx="13">
                  <c:v>-0.75</c:v>
                </c:pt>
                <c:pt idx="14">
                  <c:v>-0.75</c:v>
                </c:pt>
                <c:pt idx="15">
                  <c:v>-0.75</c:v>
                </c:pt>
                <c:pt idx="16">
                  <c:v>-0.75</c:v>
                </c:pt>
                <c:pt idx="17">
                  <c:v>-0.75</c:v>
                </c:pt>
                <c:pt idx="18">
                  <c:v>-0.75</c:v>
                </c:pt>
                <c:pt idx="19">
                  <c:v>-0.75</c:v>
                </c:pt>
                <c:pt idx="20">
                  <c:v>-0.75</c:v>
                </c:pt>
                <c:pt idx="21">
                  <c:v>-0.75</c:v>
                </c:pt>
                <c:pt idx="22">
                  <c:v>-0.75</c:v>
                </c:pt>
                <c:pt idx="23">
                  <c:v>-0.75</c:v>
                </c:pt>
                <c:pt idx="24">
                  <c:v>-0.75</c:v>
                </c:pt>
                <c:pt idx="25">
                  <c:v>-0.75</c:v>
                </c:pt>
                <c:pt idx="26">
                  <c:v>-0.75</c:v>
                </c:pt>
                <c:pt idx="27">
                  <c:v>-0.75</c:v>
                </c:pt>
                <c:pt idx="28">
                  <c:v>-0.75</c:v>
                </c:pt>
                <c:pt idx="29">
                  <c:v>-0.75</c:v>
                </c:pt>
                <c:pt idx="30">
                  <c:v>-0.75</c:v>
                </c:pt>
                <c:pt idx="31">
                  <c:v>-0.75</c:v>
                </c:pt>
                <c:pt idx="32">
                  <c:v>-0.75</c:v>
                </c:pt>
                <c:pt idx="33">
                  <c:v>-0.75</c:v>
                </c:pt>
                <c:pt idx="34">
                  <c:v>-0.75</c:v>
                </c:pt>
                <c:pt idx="35">
                  <c:v>-0.75</c:v>
                </c:pt>
                <c:pt idx="36">
                  <c:v>-0.75</c:v>
                </c:pt>
                <c:pt idx="37">
                  <c:v>-0.75</c:v>
                </c:pt>
                <c:pt idx="38">
                  <c:v>-0.5</c:v>
                </c:pt>
                <c:pt idx="39">
                  <c:v>-0.5</c:v>
                </c:pt>
                <c:pt idx="40">
                  <c:v>-0.5</c:v>
                </c:pt>
                <c:pt idx="41">
                  <c:v>-0.5</c:v>
                </c:pt>
                <c:pt idx="42">
                  <c:v>-0.5</c:v>
                </c:pt>
                <c:pt idx="43">
                  <c:v>-0.5</c:v>
                </c:pt>
                <c:pt idx="44">
                  <c:v>-0.5</c:v>
                </c:pt>
                <c:pt idx="45">
                  <c:v>-0.5</c:v>
                </c:pt>
                <c:pt idx="46">
                  <c:v>-0.5</c:v>
                </c:pt>
                <c:pt idx="47">
                  <c:v>-0.5</c:v>
                </c:pt>
                <c:pt idx="48">
                  <c:v>-0.5</c:v>
                </c:pt>
                <c:pt idx="49">
                  <c:v>-0.5</c:v>
                </c:pt>
                <c:pt idx="50">
                  <c:v>-0.5</c:v>
                </c:pt>
                <c:pt idx="51">
                  <c:v>-0.5</c:v>
                </c:pt>
                <c:pt idx="52">
                  <c:v>-0.5</c:v>
                </c:pt>
                <c:pt idx="53">
                  <c:v>-0.5</c:v>
                </c:pt>
                <c:pt idx="54">
                  <c:v>-0.5</c:v>
                </c:pt>
                <c:pt idx="55">
                  <c:v>-0.5</c:v>
                </c:pt>
                <c:pt idx="56">
                  <c:v>-0.5</c:v>
                </c:pt>
                <c:pt idx="57">
                  <c:v>-0.5</c:v>
                </c:pt>
                <c:pt idx="58">
                  <c:v>-0.5</c:v>
                </c:pt>
                <c:pt idx="59">
                  <c:v>-0.5</c:v>
                </c:pt>
                <c:pt idx="60">
                  <c:v>-0.5</c:v>
                </c:pt>
                <c:pt idx="61">
                  <c:v>-0.5</c:v>
                </c:pt>
                <c:pt idx="62">
                  <c:v>-0.5</c:v>
                </c:pt>
                <c:pt idx="63">
                  <c:v>-0.25</c:v>
                </c:pt>
                <c:pt idx="64">
                  <c:v>-0.25</c:v>
                </c:pt>
                <c:pt idx="65">
                  <c:v>-0.25</c:v>
                </c:pt>
                <c:pt idx="66">
                  <c:v>-0.25</c:v>
                </c:pt>
                <c:pt idx="67">
                  <c:v>-0.25</c:v>
                </c:pt>
                <c:pt idx="68">
                  <c:v>-0.25</c:v>
                </c:pt>
                <c:pt idx="69">
                  <c:v>-0.25</c:v>
                </c:pt>
                <c:pt idx="70">
                  <c:v>-0.25</c:v>
                </c:pt>
                <c:pt idx="71">
                  <c:v>-0.25</c:v>
                </c:pt>
                <c:pt idx="72">
                  <c:v>-0.25</c:v>
                </c:pt>
                <c:pt idx="73">
                  <c:v>-0.25</c:v>
                </c:pt>
                <c:pt idx="74">
                  <c:v>-0.25</c:v>
                </c:pt>
                <c:pt idx="75">
                  <c:v>-0.25</c:v>
                </c:pt>
                <c:pt idx="76">
                  <c:v>-0.25</c:v>
                </c:pt>
                <c:pt idx="77">
                  <c:v>-0.25</c:v>
                </c:pt>
                <c:pt idx="78">
                  <c:v>-0.25</c:v>
                </c:pt>
                <c:pt idx="79">
                  <c:v>-0.25</c:v>
                </c:pt>
                <c:pt idx="80">
                  <c:v>-0.25</c:v>
                </c:pt>
                <c:pt idx="81">
                  <c:v>-0.25</c:v>
                </c:pt>
                <c:pt idx="82">
                  <c:v>-0.25</c:v>
                </c:pt>
                <c:pt idx="83">
                  <c:v>-0.25</c:v>
                </c:pt>
                <c:pt idx="84">
                  <c:v>-0.25</c:v>
                </c:pt>
                <c:pt idx="85">
                  <c:v>-0.25</c:v>
                </c:pt>
                <c:pt idx="86">
                  <c:v>-0.25</c:v>
                </c:pt>
                <c:pt idx="87">
                  <c:v>-0.25</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0.25</c:v>
                </c:pt>
                <c:pt idx="114">
                  <c:v>0.25</c:v>
                </c:pt>
                <c:pt idx="115">
                  <c:v>0.25</c:v>
                </c:pt>
                <c:pt idx="116">
                  <c:v>0.25</c:v>
                </c:pt>
                <c:pt idx="117">
                  <c:v>0.25</c:v>
                </c:pt>
                <c:pt idx="118">
                  <c:v>0.25</c:v>
                </c:pt>
                <c:pt idx="119">
                  <c:v>0.25</c:v>
                </c:pt>
                <c:pt idx="120">
                  <c:v>0.25</c:v>
                </c:pt>
                <c:pt idx="121">
                  <c:v>0.25</c:v>
                </c:pt>
                <c:pt idx="122">
                  <c:v>0.25</c:v>
                </c:pt>
                <c:pt idx="123">
                  <c:v>0.25</c:v>
                </c:pt>
                <c:pt idx="124">
                  <c:v>0.25</c:v>
                </c:pt>
                <c:pt idx="125">
                  <c:v>0.25</c:v>
                </c:pt>
                <c:pt idx="126">
                  <c:v>0.25</c:v>
                </c:pt>
                <c:pt idx="127">
                  <c:v>0.25</c:v>
                </c:pt>
                <c:pt idx="128">
                  <c:v>0.25</c:v>
                </c:pt>
                <c:pt idx="129">
                  <c:v>0.25</c:v>
                </c:pt>
                <c:pt idx="130">
                  <c:v>0.25</c:v>
                </c:pt>
                <c:pt idx="131">
                  <c:v>0.25</c:v>
                </c:pt>
                <c:pt idx="132">
                  <c:v>0.25</c:v>
                </c:pt>
                <c:pt idx="133">
                  <c:v>0.25</c:v>
                </c:pt>
                <c:pt idx="134">
                  <c:v>0.25</c:v>
                </c:pt>
                <c:pt idx="135">
                  <c:v>0.25</c:v>
                </c:pt>
                <c:pt idx="136">
                  <c:v>0.25</c:v>
                </c:pt>
                <c:pt idx="137">
                  <c:v>0.25</c:v>
                </c:pt>
                <c:pt idx="138">
                  <c:v>0.5</c:v>
                </c:pt>
                <c:pt idx="139">
                  <c:v>0.5</c:v>
                </c:pt>
                <c:pt idx="140">
                  <c:v>0.5</c:v>
                </c:pt>
                <c:pt idx="141">
                  <c:v>0.5</c:v>
                </c:pt>
                <c:pt idx="142">
                  <c:v>0.5</c:v>
                </c:pt>
                <c:pt idx="143">
                  <c:v>0.5</c:v>
                </c:pt>
                <c:pt idx="144">
                  <c:v>0.5</c:v>
                </c:pt>
                <c:pt idx="145">
                  <c:v>0.5</c:v>
                </c:pt>
                <c:pt idx="146">
                  <c:v>0.5</c:v>
                </c:pt>
                <c:pt idx="147">
                  <c:v>0.5</c:v>
                </c:pt>
                <c:pt idx="148">
                  <c:v>0.5</c:v>
                </c:pt>
                <c:pt idx="149">
                  <c:v>0.5</c:v>
                </c:pt>
                <c:pt idx="150">
                  <c:v>0.5</c:v>
                </c:pt>
                <c:pt idx="151">
                  <c:v>0.5</c:v>
                </c:pt>
                <c:pt idx="152">
                  <c:v>0.5</c:v>
                </c:pt>
                <c:pt idx="153">
                  <c:v>0.5</c:v>
                </c:pt>
                <c:pt idx="154">
                  <c:v>0.5</c:v>
                </c:pt>
                <c:pt idx="155">
                  <c:v>0.5</c:v>
                </c:pt>
                <c:pt idx="156">
                  <c:v>0.5</c:v>
                </c:pt>
                <c:pt idx="157">
                  <c:v>0.5</c:v>
                </c:pt>
                <c:pt idx="158">
                  <c:v>0.5</c:v>
                </c:pt>
                <c:pt idx="159">
                  <c:v>0.5</c:v>
                </c:pt>
                <c:pt idx="160">
                  <c:v>0.5</c:v>
                </c:pt>
                <c:pt idx="161">
                  <c:v>0.5</c:v>
                </c:pt>
                <c:pt idx="162">
                  <c:v>0.5</c:v>
                </c:pt>
                <c:pt idx="163">
                  <c:v>0.75</c:v>
                </c:pt>
                <c:pt idx="164">
                  <c:v>0.75</c:v>
                </c:pt>
                <c:pt idx="165">
                  <c:v>0.75</c:v>
                </c:pt>
                <c:pt idx="166">
                  <c:v>0.75</c:v>
                </c:pt>
                <c:pt idx="167">
                  <c:v>0.75</c:v>
                </c:pt>
                <c:pt idx="168">
                  <c:v>0.75</c:v>
                </c:pt>
                <c:pt idx="169">
                  <c:v>0.75</c:v>
                </c:pt>
                <c:pt idx="170">
                  <c:v>0.75</c:v>
                </c:pt>
                <c:pt idx="171">
                  <c:v>0.75</c:v>
                </c:pt>
                <c:pt idx="172">
                  <c:v>0.75</c:v>
                </c:pt>
                <c:pt idx="173">
                  <c:v>0.75</c:v>
                </c:pt>
                <c:pt idx="174">
                  <c:v>0.75</c:v>
                </c:pt>
                <c:pt idx="175">
                  <c:v>0.75</c:v>
                </c:pt>
                <c:pt idx="176">
                  <c:v>0.75</c:v>
                </c:pt>
                <c:pt idx="177">
                  <c:v>0.75</c:v>
                </c:pt>
                <c:pt idx="178">
                  <c:v>0.75</c:v>
                </c:pt>
                <c:pt idx="179">
                  <c:v>0.75</c:v>
                </c:pt>
                <c:pt idx="180">
                  <c:v>0.75</c:v>
                </c:pt>
                <c:pt idx="181">
                  <c:v>0.75</c:v>
                </c:pt>
                <c:pt idx="182">
                  <c:v>0.75</c:v>
                </c:pt>
                <c:pt idx="183">
                  <c:v>0.75</c:v>
                </c:pt>
                <c:pt idx="184">
                  <c:v>0.75</c:v>
                </c:pt>
                <c:pt idx="185">
                  <c:v>0.75</c:v>
                </c:pt>
                <c:pt idx="186">
                  <c:v>0.75</c:v>
                </c:pt>
                <c:pt idx="187">
                  <c:v>0.75</c:v>
                </c:pt>
                <c:pt idx="188">
                  <c:v>0.75</c:v>
                </c:pt>
                <c:pt idx="189">
                  <c:v>0.75</c:v>
                </c:pt>
                <c:pt idx="190">
                  <c:v>0.75</c:v>
                </c:pt>
                <c:pt idx="191">
                  <c:v>0.75</c:v>
                </c:pt>
                <c:pt idx="192">
                  <c:v>0.75</c:v>
                </c:pt>
                <c:pt idx="193">
                  <c:v>0.75</c:v>
                </c:pt>
                <c:pt idx="194">
                  <c:v>0.75</c:v>
                </c:pt>
                <c:pt idx="195">
                  <c:v>0.75</c:v>
                </c:pt>
                <c:pt idx="196">
                  <c:v>0.75</c:v>
                </c:pt>
                <c:pt idx="197">
                  <c:v>0.75</c:v>
                </c:pt>
                <c:pt idx="198">
                  <c:v>0.75</c:v>
                </c:pt>
                <c:pt idx="199">
                  <c:v>0.75</c:v>
                </c:pt>
                <c:pt idx="200">
                  <c:v>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input (V)  ·  range 2 V, step 0.25 V</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25"/>
      </c:catAx>
      <c:valAx>
        <c:axId val="2094734552"/>
        <c:scaling>
          <c:orientation val="minMax"/>
          <c:max val="1"/>
          <c:min val="-1"/>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output (V)</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error (3-bit)</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Sheet1!$A$2:$A$202</c:f>
              <c:multiLvlStrCache>
                <c:ptCount val="201"/>
                <c:lvl>
                  <c:pt idx="0">
                    <c:v>-1.00</c:v>
                  </c:pt>
                  <c:pt idx="1">
                    <c:v>-0.99</c:v>
                  </c:pt>
                  <c:pt idx="2">
                    <c:v>-0.98</c:v>
                  </c:pt>
                  <c:pt idx="3">
                    <c:v>-0.97</c:v>
                  </c:pt>
                  <c:pt idx="4">
                    <c:v>-0.96</c:v>
                  </c:pt>
                  <c:pt idx="5">
                    <c:v>-0.95</c:v>
                  </c:pt>
                  <c:pt idx="6">
                    <c:v>-0.94</c:v>
                  </c:pt>
                  <c:pt idx="7">
                    <c:v>-0.93</c:v>
                  </c:pt>
                  <c:pt idx="8">
                    <c:v>-0.92</c:v>
                  </c:pt>
                  <c:pt idx="9">
                    <c:v>-0.91</c:v>
                  </c:pt>
                  <c:pt idx="10">
                    <c:v>-0.90</c:v>
                  </c:pt>
                  <c:pt idx="11">
                    <c:v>-0.89</c:v>
                  </c:pt>
                  <c:pt idx="12">
                    <c:v>-0.88</c:v>
                  </c:pt>
                  <c:pt idx="13">
                    <c:v>-0.87</c:v>
                  </c:pt>
                  <c:pt idx="14">
                    <c:v>-0.86</c:v>
                  </c:pt>
                  <c:pt idx="15">
                    <c:v>-0.85</c:v>
                  </c:pt>
                  <c:pt idx="16">
                    <c:v>-0.84</c:v>
                  </c:pt>
                  <c:pt idx="17">
                    <c:v>-0.83</c:v>
                  </c:pt>
                  <c:pt idx="18">
                    <c:v>-0.82</c:v>
                  </c:pt>
                  <c:pt idx="19">
                    <c:v>-0.81</c:v>
                  </c:pt>
                  <c:pt idx="20">
                    <c:v>-0.80</c:v>
                  </c:pt>
                  <c:pt idx="21">
                    <c:v>-0.79</c:v>
                  </c:pt>
                  <c:pt idx="22">
                    <c:v>-0.78</c:v>
                  </c:pt>
                  <c:pt idx="23">
                    <c:v>-0.77</c:v>
                  </c:pt>
                  <c:pt idx="24">
                    <c:v>-0.76</c:v>
                  </c:pt>
                  <c:pt idx="25">
                    <c:v>-0.75</c:v>
                  </c:pt>
                  <c:pt idx="26">
                    <c:v>-0.74</c:v>
                  </c:pt>
                  <c:pt idx="27">
                    <c:v>-0.73</c:v>
                  </c:pt>
                  <c:pt idx="28">
                    <c:v>-0.72</c:v>
                  </c:pt>
                  <c:pt idx="29">
                    <c:v>-0.71</c:v>
                  </c:pt>
                  <c:pt idx="30">
                    <c:v>-0.70</c:v>
                  </c:pt>
                  <c:pt idx="31">
                    <c:v>-0.69</c:v>
                  </c:pt>
                  <c:pt idx="32">
                    <c:v>-0.68</c:v>
                  </c:pt>
                  <c:pt idx="33">
                    <c:v>-0.67</c:v>
                  </c:pt>
                  <c:pt idx="34">
                    <c:v>-0.66</c:v>
                  </c:pt>
                  <c:pt idx="35">
                    <c:v>-0.65</c:v>
                  </c:pt>
                  <c:pt idx="36">
                    <c:v>-0.64</c:v>
                  </c:pt>
                  <c:pt idx="37">
                    <c:v>-0.63</c:v>
                  </c:pt>
                  <c:pt idx="38">
                    <c:v>-0.62</c:v>
                  </c:pt>
                  <c:pt idx="39">
                    <c:v>-0.61</c:v>
                  </c:pt>
                  <c:pt idx="40">
                    <c:v>-0.60</c:v>
                  </c:pt>
                  <c:pt idx="41">
                    <c:v>-0.59</c:v>
                  </c:pt>
                  <c:pt idx="42">
                    <c:v>-0.58</c:v>
                  </c:pt>
                  <c:pt idx="43">
                    <c:v>-0.57</c:v>
                  </c:pt>
                  <c:pt idx="44">
                    <c:v>-0.56</c:v>
                  </c:pt>
                  <c:pt idx="45">
                    <c:v>-0.55</c:v>
                  </c:pt>
                  <c:pt idx="46">
                    <c:v>-0.54</c:v>
                  </c:pt>
                  <c:pt idx="47">
                    <c:v>-0.53</c:v>
                  </c:pt>
                  <c:pt idx="48">
                    <c:v>-0.52</c:v>
                  </c:pt>
                  <c:pt idx="49">
                    <c:v>-0.51</c:v>
                  </c:pt>
                  <c:pt idx="50">
                    <c:v>-0.50</c:v>
                  </c:pt>
                  <c:pt idx="51">
                    <c:v>-0.49</c:v>
                  </c:pt>
                  <c:pt idx="52">
                    <c:v>-0.48</c:v>
                  </c:pt>
                  <c:pt idx="53">
                    <c:v>-0.47</c:v>
                  </c:pt>
                  <c:pt idx="54">
                    <c:v>-0.46</c:v>
                  </c:pt>
                  <c:pt idx="55">
                    <c:v>-0.45</c:v>
                  </c:pt>
                  <c:pt idx="56">
                    <c:v>-0.44</c:v>
                  </c:pt>
                  <c:pt idx="57">
                    <c:v>-0.43</c:v>
                  </c:pt>
                  <c:pt idx="58">
                    <c:v>-0.42</c:v>
                  </c:pt>
                  <c:pt idx="59">
                    <c:v>-0.41</c:v>
                  </c:pt>
                  <c:pt idx="60">
                    <c:v>-0.40</c:v>
                  </c:pt>
                  <c:pt idx="61">
                    <c:v>-0.39</c:v>
                  </c:pt>
                  <c:pt idx="62">
                    <c:v>-0.38</c:v>
                  </c:pt>
                  <c:pt idx="63">
                    <c:v>-0.37</c:v>
                  </c:pt>
                  <c:pt idx="64">
                    <c:v>-0.36</c:v>
                  </c:pt>
                  <c:pt idx="65">
                    <c:v>-0.35</c:v>
                  </c:pt>
                  <c:pt idx="66">
                    <c:v>-0.34</c:v>
                  </c:pt>
                  <c:pt idx="67">
                    <c:v>-0.33</c:v>
                  </c:pt>
                  <c:pt idx="68">
                    <c:v>-0.32</c:v>
                  </c:pt>
                  <c:pt idx="69">
                    <c:v>-0.31</c:v>
                  </c:pt>
                  <c:pt idx="70">
                    <c:v>-0.30</c:v>
                  </c:pt>
                  <c:pt idx="71">
                    <c:v>-0.29</c:v>
                  </c:pt>
                  <c:pt idx="72">
                    <c:v>-0.28</c:v>
                  </c:pt>
                  <c:pt idx="73">
                    <c:v>-0.27</c:v>
                  </c:pt>
                  <c:pt idx="74">
                    <c:v>-0.26</c:v>
                  </c:pt>
                  <c:pt idx="75">
                    <c:v>-0.25</c:v>
                  </c:pt>
                  <c:pt idx="76">
                    <c:v>-0.24</c:v>
                  </c:pt>
                  <c:pt idx="77">
                    <c:v>-0.23</c:v>
                  </c:pt>
                  <c:pt idx="78">
                    <c:v>-0.22</c:v>
                  </c:pt>
                  <c:pt idx="79">
                    <c:v>-0.21</c:v>
                  </c:pt>
                  <c:pt idx="80">
                    <c:v>-0.20</c:v>
                  </c:pt>
                  <c:pt idx="81">
                    <c:v>-0.19</c:v>
                  </c:pt>
                  <c:pt idx="82">
                    <c:v>-0.18</c:v>
                  </c:pt>
                  <c:pt idx="83">
                    <c:v>-0.17</c:v>
                  </c:pt>
                  <c:pt idx="84">
                    <c:v>-0.16</c:v>
                  </c:pt>
                  <c:pt idx="85">
                    <c:v>-0.15</c:v>
                  </c:pt>
                  <c:pt idx="86">
                    <c:v>-0.14</c:v>
                  </c:pt>
                  <c:pt idx="87">
                    <c:v>-0.13</c:v>
                  </c:pt>
                  <c:pt idx="88">
                    <c:v>-0.12</c:v>
                  </c:pt>
                  <c:pt idx="89">
                    <c:v>-0.11</c:v>
                  </c:pt>
                  <c:pt idx="90">
                    <c:v>-0.10</c:v>
                  </c:pt>
                  <c:pt idx="91">
                    <c:v>-0.09</c:v>
                  </c:pt>
                  <c:pt idx="92">
                    <c:v>-0.08</c:v>
                  </c:pt>
                  <c:pt idx="93">
                    <c:v>-0.07</c:v>
                  </c:pt>
                  <c:pt idx="94">
                    <c:v>-0.06</c:v>
                  </c:pt>
                  <c:pt idx="95">
                    <c:v>-0.05</c:v>
                  </c:pt>
                  <c:pt idx="96">
                    <c:v>-0.04</c:v>
                  </c:pt>
                  <c:pt idx="97">
                    <c:v>-0.03</c:v>
                  </c:pt>
                  <c:pt idx="98">
                    <c:v>-0.02</c:v>
                  </c:pt>
                  <c:pt idx="99">
                    <c:v>-0.01</c:v>
                  </c:pt>
                  <c:pt idx="100">
                    <c:v>0.00</c:v>
                  </c:pt>
                  <c:pt idx="101">
                    <c:v>0.01</c:v>
                  </c:pt>
                  <c:pt idx="102">
                    <c:v>0.02</c:v>
                  </c:pt>
                  <c:pt idx="103">
                    <c:v>0.03</c:v>
                  </c:pt>
                  <c:pt idx="104">
                    <c:v>0.04</c:v>
                  </c:pt>
                  <c:pt idx="105">
                    <c:v>0.05</c:v>
                  </c:pt>
                  <c:pt idx="106">
                    <c:v>0.06</c:v>
                  </c:pt>
                  <c:pt idx="107">
                    <c:v>0.07</c:v>
                  </c:pt>
                  <c:pt idx="108">
                    <c:v>0.08</c:v>
                  </c:pt>
                  <c:pt idx="109">
                    <c:v>0.09</c:v>
                  </c:pt>
                  <c:pt idx="110">
                    <c:v>0.10</c:v>
                  </c:pt>
                  <c:pt idx="111">
                    <c:v>0.11</c:v>
                  </c:pt>
                  <c:pt idx="112">
                    <c:v>0.12</c:v>
                  </c:pt>
                  <c:pt idx="113">
                    <c:v>0.13</c:v>
                  </c:pt>
                  <c:pt idx="114">
                    <c:v>0.14</c:v>
                  </c:pt>
                  <c:pt idx="115">
                    <c:v>0.15</c:v>
                  </c:pt>
                  <c:pt idx="116">
                    <c:v>0.16</c:v>
                  </c:pt>
                  <c:pt idx="117">
                    <c:v>0.17</c:v>
                  </c:pt>
                  <c:pt idx="118">
                    <c:v>0.18</c:v>
                  </c:pt>
                  <c:pt idx="119">
                    <c:v>0.19</c:v>
                  </c:pt>
                  <c:pt idx="120">
                    <c:v>0.20</c:v>
                  </c:pt>
                  <c:pt idx="121">
                    <c:v>0.21</c:v>
                  </c:pt>
                  <c:pt idx="122">
                    <c:v>0.22</c:v>
                  </c:pt>
                  <c:pt idx="123">
                    <c:v>0.23</c:v>
                  </c:pt>
                  <c:pt idx="124">
                    <c:v>0.24</c:v>
                  </c:pt>
                  <c:pt idx="125">
                    <c:v>0.25</c:v>
                  </c:pt>
                  <c:pt idx="126">
                    <c:v>0.26</c:v>
                  </c:pt>
                  <c:pt idx="127">
                    <c:v>0.27</c:v>
                  </c:pt>
                  <c:pt idx="128">
                    <c:v>0.28</c:v>
                  </c:pt>
                  <c:pt idx="129">
                    <c:v>0.29</c:v>
                  </c:pt>
                  <c:pt idx="130">
                    <c:v>0.30</c:v>
                  </c:pt>
                  <c:pt idx="131">
                    <c:v>0.31</c:v>
                  </c:pt>
                  <c:pt idx="132">
                    <c:v>0.32</c:v>
                  </c:pt>
                  <c:pt idx="133">
                    <c:v>0.33</c:v>
                  </c:pt>
                  <c:pt idx="134">
                    <c:v>0.34</c:v>
                  </c:pt>
                  <c:pt idx="135">
                    <c:v>0.35</c:v>
                  </c:pt>
                  <c:pt idx="136">
                    <c:v>0.36</c:v>
                  </c:pt>
                  <c:pt idx="137">
                    <c:v>0.37</c:v>
                  </c:pt>
                  <c:pt idx="138">
                    <c:v>0.38</c:v>
                  </c:pt>
                  <c:pt idx="139">
                    <c:v>0.39</c:v>
                  </c:pt>
                  <c:pt idx="140">
                    <c:v>0.40</c:v>
                  </c:pt>
                  <c:pt idx="141">
                    <c:v>0.41</c:v>
                  </c:pt>
                  <c:pt idx="142">
                    <c:v>0.42</c:v>
                  </c:pt>
                  <c:pt idx="143">
                    <c:v>0.43</c:v>
                  </c:pt>
                  <c:pt idx="144">
                    <c:v>0.44</c:v>
                  </c:pt>
                  <c:pt idx="145">
                    <c:v>0.45</c:v>
                  </c:pt>
                  <c:pt idx="146">
                    <c:v>0.46</c:v>
                  </c:pt>
                  <c:pt idx="147">
                    <c:v>0.47</c:v>
                  </c:pt>
                  <c:pt idx="148">
                    <c:v>0.48</c:v>
                  </c:pt>
                  <c:pt idx="149">
                    <c:v>0.49</c:v>
                  </c:pt>
                  <c:pt idx="150">
                    <c:v>0.50</c:v>
                  </c:pt>
                  <c:pt idx="151">
                    <c:v>0.51</c:v>
                  </c:pt>
                  <c:pt idx="152">
                    <c:v>0.52</c:v>
                  </c:pt>
                  <c:pt idx="153">
                    <c:v>0.53</c:v>
                  </c:pt>
                  <c:pt idx="154">
                    <c:v>0.54</c:v>
                  </c:pt>
                  <c:pt idx="155">
                    <c:v>0.55</c:v>
                  </c:pt>
                  <c:pt idx="156">
                    <c:v>0.56</c:v>
                  </c:pt>
                  <c:pt idx="157">
                    <c:v>0.57</c:v>
                  </c:pt>
                  <c:pt idx="158">
                    <c:v>0.58</c:v>
                  </c:pt>
                  <c:pt idx="159">
                    <c:v>0.59</c:v>
                  </c:pt>
                  <c:pt idx="160">
                    <c:v>0.60</c:v>
                  </c:pt>
                  <c:pt idx="161">
                    <c:v>0.61</c:v>
                  </c:pt>
                  <c:pt idx="162">
                    <c:v>0.62</c:v>
                  </c:pt>
                  <c:pt idx="163">
                    <c:v>0.63</c:v>
                  </c:pt>
                  <c:pt idx="164">
                    <c:v>0.64</c:v>
                  </c:pt>
                  <c:pt idx="165">
                    <c:v>0.65</c:v>
                  </c:pt>
                  <c:pt idx="166">
                    <c:v>0.66</c:v>
                  </c:pt>
                  <c:pt idx="167">
                    <c:v>0.67</c:v>
                  </c:pt>
                  <c:pt idx="168">
                    <c:v>0.68</c:v>
                  </c:pt>
                  <c:pt idx="169">
                    <c:v>0.69</c:v>
                  </c:pt>
                  <c:pt idx="170">
                    <c:v>0.70</c:v>
                  </c:pt>
                  <c:pt idx="171">
                    <c:v>0.71</c:v>
                  </c:pt>
                  <c:pt idx="172">
                    <c:v>0.72</c:v>
                  </c:pt>
                  <c:pt idx="173">
                    <c:v>0.73</c:v>
                  </c:pt>
                  <c:pt idx="174">
                    <c:v>0.74</c:v>
                  </c:pt>
                  <c:pt idx="175">
                    <c:v>0.75</c:v>
                  </c:pt>
                  <c:pt idx="176">
                    <c:v>0.76</c:v>
                  </c:pt>
                  <c:pt idx="177">
                    <c:v>0.77</c:v>
                  </c:pt>
                  <c:pt idx="178">
                    <c:v>0.78</c:v>
                  </c:pt>
                  <c:pt idx="179">
                    <c:v>0.79</c:v>
                  </c:pt>
                  <c:pt idx="180">
                    <c:v>0.80</c:v>
                  </c:pt>
                  <c:pt idx="181">
                    <c:v>0.81</c:v>
                  </c:pt>
                  <c:pt idx="182">
                    <c:v>0.82</c:v>
                  </c:pt>
                  <c:pt idx="183">
                    <c:v>0.83</c:v>
                  </c:pt>
                  <c:pt idx="184">
                    <c:v>0.84</c:v>
                  </c:pt>
                  <c:pt idx="185">
                    <c:v>0.85</c:v>
                  </c:pt>
                  <c:pt idx="186">
                    <c:v>0.86</c:v>
                  </c:pt>
                  <c:pt idx="187">
                    <c:v>0.87</c:v>
                  </c:pt>
                  <c:pt idx="188">
                    <c:v>0.88</c:v>
                  </c:pt>
                  <c:pt idx="189">
                    <c:v>0.89</c:v>
                  </c:pt>
                  <c:pt idx="190">
                    <c:v>0.90</c:v>
                  </c:pt>
                  <c:pt idx="191">
                    <c:v>0.91</c:v>
                  </c:pt>
                  <c:pt idx="192">
                    <c:v>0.92</c:v>
                  </c:pt>
                  <c:pt idx="193">
                    <c:v>0.93</c:v>
                  </c:pt>
                  <c:pt idx="194">
                    <c:v>0.94</c:v>
                  </c:pt>
                  <c:pt idx="195">
                    <c:v>0.95</c:v>
                  </c:pt>
                  <c:pt idx="196">
                    <c:v>0.96</c:v>
                  </c:pt>
                  <c:pt idx="197">
                    <c:v>0.97</c:v>
                  </c:pt>
                  <c:pt idx="198">
                    <c:v>0.98</c:v>
                  </c:pt>
                  <c:pt idx="199">
                    <c:v>0.99</c:v>
                  </c:pt>
                  <c:pt idx="200">
                    <c:v>1.00</c:v>
                  </c:pt>
                </c:lvl>
              </c:multiLvlStrCache>
            </c:multiLvlStrRef>
          </c:cat>
          <c:val>
            <c:numRef>
              <c:f>Sheet1!$B$2:$B$202</c:f>
              <c:numCache>
                <c:formatCode>General</c:formatCode>
                <c:ptCount val="201"/>
                <c:pt idx="0">
                  <c:v>0</c:v>
                </c:pt>
                <c:pt idx="1">
                  <c:v>0.010000000000000009</c:v>
                </c:pt>
                <c:pt idx="2">
                  <c:v>0.020000000000000018</c:v>
                </c:pt>
                <c:pt idx="3">
                  <c:v>0.030000000000000027</c:v>
                </c:pt>
                <c:pt idx="4">
                  <c:v>0.040000000000000036</c:v>
                </c:pt>
                <c:pt idx="5">
                  <c:v>0.050000000000000044</c:v>
                </c:pt>
                <c:pt idx="6">
                  <c:v>0.06000000000000005</c:v>
                </c:pt>
                <c:pt idx="7">
                  <c:v>0.07000000000000006</c:v>
                </c:pt>
                <c:pt idx="8">
                  <c:v>0.07999999999999996</c:v>
                </c:pt>
                <c:pt idx="9">
                  <c:v>0.08999999999999997</c:v>
                </c:pt>
                <c:pt idx="10">
                  <c:v>0.09999999999999998</c:v>
                </c:pt>
                <c:pt idx="11">
                  <c:v>0.10999999999999999</c:v>
                </c:pt>
                <c:pt idx="12">
                  <c:v>0.12</c:v>
                </c:pt>
                <c:pt idx="13">
                  <c:v>-0.12</c:v>
                </c:pt>
                <c:pt idx="14">
                  <c:v>-0.10999999999999999</c:v>
                </c:pt>
                <c:pt idx="15">
                  <c:v>-0.09999999999999998</c:v>
                </c:pt>
                <c:pt idx="16">
                  <c:v>-0.08999999999999997</c:v>
                </c:pt>
                <c:pt idx="17">
                  <c:v>-0.07999999999999996</c:v>
                </c:pt>
                <c:pt idx="18">
                  <c:v>-0.07000000000000006</c:v>
                </c:pt>
                <c:pt idx="19">
                  <c:v>-0.06000000000000005</c:v>
                </c:pt>
                <c:pt idx="20">
                  <c:v>-0.050000000000000044</c:v>
                </c:pt>
                <c:pt idx="21">
                  <c:v>-0.040000000000000036</c:v>
                </c:pt>
                <c:pt idx="22">
                  <c:v>-0.030000000000000027</c:v>
                </c:pt>
                <c:pt idx="23">
                  <c:v>-0.020000000000000018</c:v>
                </c:pt>
                <c:pt idx="24">
                  <c:v>-0.010000000000000009</c:v>
                </c:pt>
                <c:pt idx="25">
                  <c:v>0</c:v>
                </c:pt>
                <c:pt idx="26">
                  <c:v>0.010000000000000009</c:v>
                </c:pt>
                <c:pt idx="27">
                  <c:v>0.020000000000000018</c:v>
                </c:pt>
                <c:pt idx="28">
                  <c:v>0.030000000000000027</c:v>
                </c:pt>
                <c:pt idx="29">
                  <c:v>0.040000000000000036</c:v>
                </c:pt>
                <c:pt idx="30">
                  <c:v>0.050000000000000044</c:v>
                </c:pt>
                <c:pt idx="31">
                  <c:v>0.06000000000000005</c:v>
                </c:pt>
                <c:pt idx="32">
                  <c:v>0.07000000000000006</c:v>
                </c:pt>
                <c:pt idx="33">
                  <c:v>0.08000000000000007</c:v>
                </c:pt>
                <c:pt idx="34">
                  <c:v>0.09000000000000008</c:v>
                </c:pt>
                <c:pt idx="35">
                  <c:v>0.09999999999999998</c:v>
                </c:pt>
                <c:pt idx="36">
                  <c:v>0.10999999999999999</c:v>
                </c:pt>
                <c:pt idx="37">
                  <c:v>0.12</c:v>
                </c:pt>
                <c:pt idx="38">
                  <c:v>-0.12</c:v>
                </c:pt>
                <c:pt idx="39">
                  <c:v>-0.10999999999999999</c:v>
                </c:pt>
                <c:pt idx="40">
                  <c:v>-0.09999999999999998</c:v>
                </c:pt>
                <c:pt idx="41">
                  <c:v>-0.09000000000000008</c:v>
                </c:pt>
                <c:pt idx="42">
                  <c:v>-0.08000000000000007</c:v>
                </c:pt>
                <c:pt idx="43">
                  <c:v>-0.07000000000000006</c:v>
                </c:pt>
                <c:pt idx="44">
                  <c:v>-0.06000000000000005</c:v>
                </c:pt>
                <c:pt idx="45">
                  <c:v>-0.050000000000000044</c:v>
                </c:pt>
                <c:pt idx="46">
                  <c:v>-0.040000000000000036</c:v>
                </c:pt>
                <c:pt idx="47">
                  <c:v>-0.030000000000000027</c:v>
                </c:pt>
                <c:pt idx="48">
                  <c:v>-0.020000000000000018</c:v>
                </c:pt>
                <c:pt idx="49">
                  <c:v>-0.010000000000000009</c:v>
                </c:pt>
                <c:pt idx="50">
                  <c:v>0</c:v>
                </c:pt>
                <c:pt idx="51">
                  <c:v>0.010000000000000009</c:v>
                </c:pt>
                <c:pt idx="52">
                  <c:v>0.020000000000000018</c:v>
                </c:pt>
                <c:pt idx="53">
                  <c:v>0.030000000000000027</c:v>
                </c:pt>
                <c:pt idx="54">
                  <c:v>0.040000000000000036</c:v>
                </c:pt>
                <c:pt idx="55">
                  <c:v>0.050000000000000044</c:v>
                </c:pt>
                <c:pt idx="56">
                  <c:v>0.06000000000000005</c:v>
                </c:pt>
                <c:pt idx="57">
                  <c:v>0.06999999999999995</c:v>
                </c:pt>
                <c:pt idx="58">
                  <c:v>0.07999999999999996</c:v>
                </c:pt>
                <c:pt idx="59">
                  <c:v>0.08999999999999997</c:v>
                </c:pt>
                <c:pt idx="60">
                  <c:v>0.09999999999999998</c:v>
                </c:pt>
                <c:pt idx="61">
                  <c:v>0.10999999999999999</c:v>
                </c:pt>
                <c:pt idx="62">
                  <c:v>0.12</c:v>
                </c:pt>
                <c:pt idx="63">
                  <c:v>-0.12</c:v>
                </c:pt>
                <c:pt idx="64">
                  <c:v>-0.10999999999999999</c:v>
                </c:pt>
                <c:pt idx="65">
                  <c:v>-0.09999999999999998</c:v>
                </c:pt>
                <c:pt idx="66">
                  <c:v>-0.08999999999999997</c:v>
                </c:pt>
                <c:pt idx="67">
                  <c:v>-0.07999999999999996</c:v>
                </c:pt>
                <c:pt idx="68">
                  <c:v>-0.06999999999999995</c:v>
                </c:pt>
                <c:pt idx="69">
                  <c:v>-0.06000000000000005</c:v>
                </c:pt>
                <c:pt idx="70">
                  <c:v>-0.050000000000000044</c:v>
                </c:pt>
                <c:pt idx="71">
                  <c:v>-0.040000000000000036</c:v>
                </c:pt>
                <c:pt idx="72">
                  <c:v>-0.030000000000000027</c:v>
                </c:pt>
                <c:pt idx="73">
                  <c:v>-0.020000000000000018</c:v>
                </c:pt>
                <c:pt idx="74">
                  <c:v>-0.010000000000000009</c:v>
                </c:pt>
                <c:pt idx="75">
                  <c:v>0</c:v>
                </c:pt>
                <c:pt idx="76">
                  <c:v>0.010000000000000009</c:v>
                </c:pt>
                <c:pt idx="77">
                  <c:v>0.020000000000000018</c:v>
                </c:pt>
                <c:pt idx="78">
                  <c:v>0.030000000000000027</c:v>
                </c:pt>
                <c:pt idx="79">
                  <c:v>0.040000000000000036</c:v>
                </c:pt>
                <c:pt idx="80">
                  <c:v>0.050000000000000044</c:v>
                </c:pt>
                <c:pt idx="81">
                  <c:v>0.06000000000000005</c:v>
                </c:pt>
                <c:pt idx="82">
                  <c:v>0.06999999999999995</c:v>
                </c:pt>
                <c:pt idx="83">
                  <c:v>0.07999999999999996</c:v>
                </c:pt>
                <c:pt idx="84">
                  <c:v>0.08999999999999997</c:v>
                </c:pt>
                <c:pt idx="85">
                  <c:v>0.09999999999999998</c:v>
                </c:pt>
                <c:pt idx="86">
                  <c:v>0.10999999999999999</c:v>
                </c:pt>
                <c:pt idx="87">
                  <c:v>0.12</c:v>
                </c:pt>
                <c:pt idx="88">
                  <c:v>-0.12</c:v>
                </c:pt>
                <c:pt idx="89">
                  <c:v>-0.10999999999999999</c:v>
                </c:pt>
                <c:pt idx="90">
                  <c:v>-0.09999999999999998</c:v>
                </c:pt>
                <c:pt idx="91">
                  <c:v>-0.08999999999999997</c:v>
                </c:pt>
                <c:pt idx="92">
                  <c:v>-0.07999999999999996</c:v>
                </c:pt>
                <c:pt idx="93">
                  <c:v>-0.06999999999999995</c:v>
                </c:pt>
                <c:pt idx="94">
                  <c:v>-0.06000000000000005</c:v>
                </c:pt>
                <c:pt idx="95">
                  <c:v>-0.050000000000000044</c:v>
                </c:pt>
                <c:pt idx="96">
                  <c:v>-0.040000000000000036</c:v>
                </c:pt>
                <c:pt idx="97">
                  <c:v>-0.030000000000000027</c:v>
                </c:pt>
                <c:pt idx="98">
                  <c:v>-0.020000000000000018</c:v>
                </c:pt>
                <c:pt idx="99">
                  <c:v>-0.010000000000000009</c:v>
                </c:pt>
                <c:pt idx="100">
                  <c:v>0</c:v>
                </c:pt>
                <c:pt idx="101">
                  <c:v>0.010000000000000009</c:v>
                </c:pt>
                <c:pt idx="102">
                  <c:v>0.020000000000000018</c:v>
                </c:pt>
                <c:pt idx="103">
                  <c:v>0.030000000000000027</c:v>
                </c:pt>
                <c:pt idx="104">
                  <c:v>0.040000000000000036</c:v>
                </c:pt>
                <c:pt idx="105">
                  <c:v>0.050000000000000044</c:v>
                </c:pt>
                <c:pt idx="106">
                  <c:v>0.06000000000000005</c:v>
                </c:pt>
                <c:pt idx="107">
                  <c:v>0.07000000000000006</c:v>
                </c:pt>
                <c:pt idx="108">
                  <c:v>0.08000000000000007</c:v>
                </c:pt>
                <c:pt idx="109">
                  <c:v>0.09000000000000008</c:v>
                </c:pt>
                <c:pt idx="110">
                  <c:v>0.10000000000000009</c:v>
                </c:pt>
                <c:pt idx="111">
                  <c:v>0.1100000000000001</c:v>
                </c:pt>
                <c:pt idx="112">
                  <c:v>0.1200000000000001</c:v>
                </c:pt>
                <c:pt idx="113">
                  <c:v>-0.1200000000000001</c:v>
                </c:pt>
                <c:pt idx="114">
                  <c:v>-0.1100000000000001</c:v>
                </c:pt>
                <c:pt idx="115">
                  <c:v>-0.10000000000000009</c:v>
                </c:pt>
                <c:pt idx="116">
                  <c:v>-0.09000000000000008</c:v>
                </c:pt>
                <c:pt idx="117">
                  <c:v>-0.08000000000000007</c:v>
                </c:pt>
                <c:pt idx="118">
                  <c:v>-0.07000000000000006</c:v>
                </c:pt>
                <c:pt idx="119">
                  <c:v>-0.06000000000000005</c:v>
                </c:pt>
                <c:pt idx="120">
                  <c:v>-0.050000000000000044</c:v>
                </c:pt>
                <c:pt idx="121">
                  <c:v>-0.040000000000000036</c:v>
                </c:pt>
                <c:pt idx="122">
                  <c:v>-0.030000000000000027</c:v>
                </c:pt>
                <c:pt idx="123">
                  <c:v>-0.020000000000000018</c:v>
                </c:pt>
                <c:pt idx="124">
                  <c:v>-0.010000000000000009</c:v>
                </c:pt>
                <c:pt idx="125">
                  <c:v>0</c:v>
                </c:pt>
                <c:pt idx="126">
                  <c:v>0.010000000000000009</c:v>
                </c:pt>
                <c:pt idx="127">
                  <c:v>0.020000000000000018</c:v>
                </c:pt>
                <c:pt idx="128">
                  <c:v>0.030000000000000027</c:v>
                </c:pt>
                <c:pt idx="129">
                  <c:v>0.040000000000000036</c:v>
                </c:pt>
                <c:pt idx="130">
                  <c:v>0.050000000000000044</c:v>
                </c:pt>
                <c:pt idx="131">
                  <c:v>0.06000000000000005</c:v>
                </c:pt>
                <c:pt idx="132">
                  <c:v>0.07000000000000006</c:v>
                </c:pt>
                <c:pt idx="133">
                  <c:v>0.08000000000000007</c:v>
                </c:pt>
                <c:pt idx="134">
                  <c:v>0.09000000000000008</c:v>
                </c:pt>
                <c:pt idx="135">
                  <c:v>0.10000000000000009</c:v>
                </c:pt>
                <c:pt idx="136">
                  <c:v>0.1100000000000001</c:v>
                </c:pt>
                <c:pt idx="137">
                  <c:v>0.1200000000000001</c:v>
                </c:pt>
                <c:pt idx="138">
                  <c:v>-0.1200000000000001</c:v>
                </c:pt>
                <c:pt idx="139">
                  <c:v>-0.1100000000000001</c:v>
                </c:pt>
                <c:pt idx="140">
                  <c:v>-0.10000000000000009</c:v>
                </c:pt>
                <c:pt idx="141">
                  <c:v>-0.09000000000000008</c:v>
                </c:pt>
                <c:pt idx="142">
                  <c:v>-0.08000000000000007</c:v>
                </c:pt>
                <c:pt idx="143">
                  <c:v>-0.07000000000000006</c:v>
                </c:pt>
                <c:pt idx="144">
                  <c:v>-0.06000000000000005</c:v>
                </c:pt>
                <c:pt idx="145">
                  <c:v>-0.050000000000000044</c:v>
                </c:pt>
                <c:pt idx="146">
                  <c:v>-0.040000000000000036</c:v>
                </c:pt>
                <c:pt idx="147">
                  <c:v>-0.030000000000000027</c:v>
                </c:pt>
                <c:pt idx="148">
                  <c:v>-0.020000000000000018</c:v>
                </c:pt>
                <c:pt idx="149">
                  <c:v>-0.010000000000000009</c:v>
                </c:pt>
                <c:pt idx="150">
                  <c:v>0</c:v>
                </c:pt>
                <c:pt idx="151">
                  <c:v>0.010000000000000009</c:v>
                </c:pt>
                <c:pt idx="152">
                  <c:v>0.020000000000000018</c:v>
                </c:pt>
                <c:pt idx="153">
                  <c:v>0.030000000000000027</c:v>
                </c:pt>
                <c:pt idx="154">
                  <c:v>0.040000000000000036</c:v>
                </c:pt>
                <c:pt idx="155">
                  <c:v>0.050000000000000044</c:v>
                </c:pt>
                <c:pt idx="156">
                  <c:v>0.06000000000000005</c:v>
                </c:pt>
                <c:pt idx="157">
                  <c:v>0.07000000000000006</c:v>
                </c:pt>
                <c:pt idx="158">
                  <c:v>0.08000000000000007</c:v>
                </c:pt>
                <c:pt idx="159">
                  <c:v>0.09000000000000008</c:v>
                </c:pt>
                <c:pt idx="160">
                  <c:v>0.10000000000000009</c:v>
                </c:pt>
                <c:pt idx="161">
                  <c:v>0.1100000000000001</c:v>
                </c:pt>
                <c:pt idx="162">
                  <c:v>0.1200000000000001</c:v>
                </c:pt>
                <c:pt idx="163">
                  <c:v>-0.1200000000000001</c:v>
                </c:pt>
                <c:pt idx="164">
                  <c:v>-0.1100000000000001</c:v>
                </c:pt>
                <c:pt idx="165">
                  <c:v>-0.10000000000000009</c:v>
                </c:pt>
                <c:pt idx="166">
                  <c:v>-0.09000000000000008</c:v>
                </c:pt>
                <c:pt idx="167">
                  <c:v>-0.08000000000000007</c:v>
                </c:pt>
                <c:pt idx="168">
                  <c:v>-0.07000000000000006</c:v>
                </c:pt>
                <c:pt idx="169">
                  <c:v>-0.06000000000000005</c:v>
                </c:pt>
                <c:pt idx="170">
                  <c:v>-0.050000000000000044</c:v>
                </c:pt>
                <c:pt idx="171">
                  <c:v>-0.040000000000000036</c:v>
                </c:pt>
                <c:pt idx="172">
                  <c:v>-0.030000000000000027</c:v>
                </c:pt>
                <c:pt idx="173">
                  <c:v>-0.020000000000000018</c:v>
                </c:pt>
                <c:pt idx="174">
                  <c:v>-0.010000000000000009</c:v>
                </c:pt>
                <c:pt idx="175">
                  <c:v>0</c:v>
                </c:pt>
                <c:pt idx="176">
                  <c:v>0.010000000000000009</c:v>
                </c:pt>
                <c:pt idx="177">
                  <c:v>0.020000000000000018</c:v>
                </c:pt>
                <c:pt idx="178">
                  <c:v>0.030000000000000027</c:v>
                </c:pt>
                <c:pt idx="179">
                  <c:v>0.040000000000000036</c:v>
                </c:pt>
                <c:pt idx="180">
                  <c:v>0.050000000000000044</c:v>
                </c:pt>
                <c:pt idx="181">
                  <c:v>0.06000000000000005</c:v>
                </c:pt>
                <c:pt idx="182">
                  <c:v>0.07000000000000006</c:v>
                </c:pt>
                <c:pt idx="183">
                  <c:v>0.08000000000000007</c:v>
                </c:pt>
                <c:pt idx="184">
                  <c:v>0.09000000000000008</c:v>
                </c:pt>
                <c:pt idx="185">
                  <c:v>0.10000000000000009</c:v>
                </c:pt>
                <c:pt idx="186">
                  <c:v>0.1100000000000001</c:v>
                </c:pt>
                <c:pt idx="187">
                  <c:v>0.1200000000000001</c:v>
                </c:pt>
                <c:pt idx="188">
                  <c:v>0.1299999999999999</c:v>
                </c:pt>
                <c:pt idx="189">
                  <c:v>0.1399999999999999</c:v>
                </c:pt>
                <c:pt idx="190">
                  <c:v>0.1499999999999999</c:v>
                </c:pt>
                <c:pt idx="191">
                  <c:v>0.15999999999999992</c:v>
                </c:pt>
                <c:pt idx="192">
                  <c:v>0.16999999999999993</c:v>
                </c:pt>
                <c:pt idx="193">
                  <c:v>0.17999999999999994</c:v>
                </c:pt>
                <c:pt idx="194">
                  <c:v>0.18999999999999995</c:v>
                </c:pt>
                <c:pt idx="195">
                  <c:v>0.19999999999999996</c:v>
                </c:pt>
                <c:pt idx="196">
                  <c:v>0.20999999999999996</c:v>
                </c:pt>
                <c:pt idx="197">
                  <c:v>0.21999999999999997</c:v>
                </c:pt>
                <c:pt idx="198">
                  <c:v>0.22999999999999998</c:v>
                </c:pt>
                <c:pt idx="199">
                  <c:v>0.24</c:v>
                </c:pt>
                <c:pt idx="200">
                  <c:v>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input (V): error is a sawtooth</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25"/>
      </c:catAx>
      <c:valAx>
        <c:axId val="2094734552"/>
        <c:scaling>
          <c:orientation val="minMax"/>
          <c:max val="0.15"/>
          <c:min val="-0.15"/>
        </c:scaling>
        <c:delete val="0"/>
        <c:axPos val="l"/>
        <c:majorGridlines>
          <c:spPr>
            <a:ln w="6350" cap="flat">
              <a:solidFill>
                <a:srgbClr val="D9E1EA"/>
              </a:solidFill>
              <a:prstDash val="solid"/>
              <a:round/>
            </a:ln>
          </c:spPr>
        </c:majorGridlines>
        <c:numFmt formatCode="0.00"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0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how often each error size occurs (12-bit)</c:v>
                </c:pt>
              </c:strCache>
            </c:strRef>
          </c:tx>
          <c:spPr>
            <a:solidFill>
              <a:srgbClr val="2EC4B6"/>
            </a:solidFill>
            <a:effectLst/>
          </c:spPr>
          <c:invertIfNegative val="0"/>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-0.45</c:v>
                  </c:pt>
                  <c:pt idx="1">
                    <c:v>-0.35</c:v>
                  </c:pt>
                  <c:pt idx="2">
                    <c:v>-0.25</c:v>
                  </c:pt>
                  <c:pt idx="3">
                    <c:v>-0.15</c:v>
                  </c:pt>
                  <c:pt idx="4">
                    <c:v>-0.05</c:v>
                  </c:pt>
                  <c:pt idx="5">
                    <c:v>0.05</c:v>
                  </c:pt>
                  <c:pt idx="6">
                    <c:v>0.15</c:v>
                  </c:pt>
                  <c:pt idx="7">
                    <c:v>0.25</c:v>
                  </c:pt>
                  <c:pt idx="8">
                    <c:v>0.35</c:v>
                  </c:pt>
                  <c:pt idx="9">
                    <c:v>0.45</c:v>
                  </c:pt>
                </c:lvl>
              </c:multiLvlStrCache>
            </c:multiLvlStrRef>
          </c:cat>
          <c:val>
            <c:numRef>
              <c:f>Sheet1!$B$2:$B$11</c:f>
              <c:numCache>
                <c:formatCode>General</c:formatCode>
                <c:ptCount val="10"/>
                <c:pt idx="0">
                  <c:v>801</c:v>
                </c:pt>
                <c:pt idx="1">
                  <c:v>815</c:v>
                </c:pt>
                <c:pt idx="2">
                  <c:v>853</c:v>
                </c:pt>
                <c:pt idx="3">
                  <c:v>812</c:v>
                </c:pt>
                <c:pt idx="4">
                  <c:v>809</c:v>
                </c:pt>
                <c:pt idx="5">
                  <c:v>830</c:v>
                </c:pt>
                <c:pt idx="6">
                  <c:v>811</c:v>
                </c:pt>
                <c:pt idx="7">
                  <c:v>811</c:v>
                </c:pt>
                <c:pt idx="8">
                  <c:v>808</c:v>
                </c:pt>
                <c:pt idx="9">
                  <c:v>842</c:v>
                </c:pt>
              </c:numCache>
            </c:numRef>
          </c:val>
        </c:ser>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gapWidth val="2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error in steps: every size equally likely</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catAx>
      <c:valAx>
        <c:axId val="2094734552"/>
        <c:scaling>
          <c:orientation val="minMax"/>
          <c:min val="0"/>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ideal SNR = 6.02 N + 1.76 dB</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C4B6"/>
              </a:solidFill>
              <a:ln w="9525" cap="flat">
                <a:solidFill>
                  <a:srgbClr val="2EC4B6"/>
                </a:solidFill>
                <a:prstDash val="solid"/>
                <a:round/>
              </a:ln>
              <a:effectLst/>
            </c:spPr>
          </c:marker>
          <c:cat>
            <c:multiLvlStrRef>
              <c:f>Sheet1!$A$2:$A$11</c:f>
              <c:multiLvlStrCache>
                <c:ptCount val="10"/>
                <c:lvl>
                  <c:pt idx="0">
                    <c:v>4</c:v>
                  </c:pt>
                  <c:pt idx="1">
                    <c:v>6</c:v>
                  </c:pt>
                  <c:pt idx="2">
                    <c:v>8</c:v>
                  </c:pt>
                  <c:pt idx="3">
                    <c:v>10</c:v>
                  </c:pt>
                  <c:pt idx="4">
                    <c:v>12</c:v>
                  </c:pt>
                  <c:pt idx="5">
                    <c:v>14</c:v>
                  </c:pt>
                  <c:pt idx="6">
                    <c:v>16</c:v>
                  </c:pt>
                  <c:pt idx="7">
                    <c:v>18</c:v>
                  </c:pt>
                  <c:pt idx="8">
                    <c:v>20</c:v>
                  </c:pt>
                  <c:pt idx="9">
                    <c:v>24</c:v>
                  </c:pt>
                </c:lvl>
              </c:multiLvlStrCache>
            </c:multiLvlStrRef>
          </c:cat>
          <c:val>
            <c:numRef>
              <c:f>Sheet1!$B$2:$B$11</c:f>
              <c:numCache>
                <c:formatCode>General</c:formatCode>
                <c:ptCount val="10"/>
                <c:pt idx="0">
                  <c:v>25.84</c:v>
                </c:pt>
                <c:pt idx="1">
                  <c:v>37.879999999999995</c:v>
                </c:pt>
                <c:pt idx="2">
                  <c:v>49.919999999999995</c:v>
                </c:pt>
                <c:pt idx="3">
                  <c:v>61.959999999999994</c:v>
                </c:pt>
                <c:pt idx="4">
                  <c:v>74</c:v>
                </c:pt>
                <c:pt idx="5">
                  <c:v>86.04</c:v>
                </c:pt>
                <c:pt idx="6">
                  <c:v>98.08</c:v>
                </c:pt>
                <c:pt idx="7">
                  <c:v>110.11999999999999</c:v>
                </c:pt>
                <c:pt idx="8">
                  <c:v>122.16</c:v>
                </c:pt>
                <c:pt idx="9">
                  <c:v>146.23999999999998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bits N</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catAx>
      <c:valAx>
        <c:axId val="2094734552"/>
        <c:scaling>
          <c:orientation val="minMax"/>
          <c:max val="160"/>
          <c:min val="0"/>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SNR (dB)</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40"/>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trial voltage</c:v>
                </c:pt>
              </c:strCache>
            </c:strRef>
          </c:tx>
          <c:spPr>
            <a:solidFill>
              <a:srgbClr val="FFB703"/>
            </a:solidFill>
            <a:ln w="19050" cap="flat">
              <a:solidFill>
                <a:srgbClr val="FFB70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B703"/>
              </a:solidFill>
              <a:ln w="9525" cap="flat">
                <a:solidFill>
                  <a:srgbClr val="FFB703"/>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0.5</c:v>
                </c:pt>
                <c:pt idx="1">
                  <c:v>0.75</c:v>
                </c:pt>
                <c:pt idx="2">
                  <c:v>0.625</c:v>
                </c:pt>
                <c:pt idx="3">
                  <c:v>0.6875</c:v>
                </c:pt>
                <c:pt idx="4">
                  <c:v>0.71875</c:v>
                </c:pt>
                <c:pt idx="5">
                  <c:v>0.703125</c:v>
                </c:pt>
                <c:pt idx="6">
                  <c:v>0.6953125</c:v>
                </c:pt>
                <c:pt idx="7">
                  <c:v>0.69921875</c:v>
                </c:pt>
              </c:numCache>
            </c:numRef>
          </c:val>
          <c:smooth val="0"/>
        </c:ser>
        <c:ser>
          <c:idx val="1"/>
          <c:order val="1"/>
          <c:tx>
            <c:strRef>
              <c:f>Sheet1!$C$1</c:f>
              <c:strCache>
                <c:ptCount val="1"/>
                <c:pt idx="0">
                  <c:v>result so far</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C4B6"/>
              </a:solidFill>
              <a:ln w="9525" cap="flat">
                <a:solidFill>
                  <a:srgbClr val="2EC4B6"/>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0.5</c:v>
                </c:pt>
                <c:pt idx="1">
                  <c:v>0.5</c:v>
                </c:pt>
                <c:pt idx="2">
                  <c:v>0.625</c:v>
                </c:pt>
                <c:pt idx="3">
                  <c:v>0.6875</c:v>
                </c:pt>
                <c:pt idx="4">
                  <c:v>0.6875</c:v>
                </c:pt>
                <c:pt idx="5">
                  <c:v>0.6875</c:v>
                </c:pt>
                <c:pt idx="6">
                  <c:v>0.6953125</c:v>
                </c:pt>
                <c:pt idx="7">
                  <c:v>0.69921875</c:v>
                </c:pt>
              </c:numCache>
            </c:numRef>
          </c:val>
          <c:smooth val="0"/>
        </c:ser>
        <c:ser>
          <c:idx val="2"/>
          <c:order val="2"/>
          <c:tx>
            <c:strRef>
              <c:f>Sheet1!$D$1</c:f>
              <c:strCache>
                <c:ptCount val="1"/>
                <c:pt idx="0">
                  <c:v>input = 0.70</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76F51"/>
              </a:solidFill>
              <a:ln w="9525" cap="flat">
                <a:solidFill>
                  <a:srgbClr val="E76F51"/>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Sheet1!$D$2:$D$9</c:f>
              <c:numCache>
                <c:formatCode>General</c:formatCode>
                <c:ptCount val="8"/>
                <c:pt idx="0">
                  <c:v>0.7</c:v>
                </c:pt>
                <c:pt idx="1">
                  <c:v>0.7</c:v>
                </c:pt>
                <c:pt idx="2">
                  <c:v>0.7</c:v>
                </c:pt>
                <c:pt idx="3">
                  <c:v>0.7</c:v>
                </c:pt>
                <c:pt idx="4">
                  <c:v>0.7</c:v>
                </c:pt>
                <c:pt idx="5">
                  <c:v>0.7</c:v>
                </c:pt>
                <c:pt idx="6">
                  <c:v>0.7</c:v>
                </c:pt>
                <c:pt idx="7">
                  <c:v>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clock tick (bit tested: biggest first)</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catAx>
      <c:valAx>
        <c:axId val="2094734552"/>
        <c:scaling>
          <c:orientation val="minMax"/>
          <c:max val="1"/>
          <c:min val="0"/>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fraction of full scale</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25"/>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plain quantiser hiss</c:v>
                </c:pt>
              </c:strCache>
            </c:strRef>
          </c:tx>
          <c:spPr>
            <a:solidFill>
              <a:srgbClr val="5B6B7F"/>
            </a:solidFill>
            <a:ln w="19050" cap="flat">
              <a:solidFill>
                <a:srgbClr val="5B6B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6B7F"/>
              </a:solidFill>
              <a:ln w="9525" cap="flat">
                <a:solidFill>
                  <a:srgbClr val="5B6B7F"/>
                </a:solidFill>
                <a:prstDash val="solid"/>
                <a:round/>
              </a:ln>
              <a:effectLst/>
            </c:spPr>
          </c:marker>
          <c:cat>
            <c:multiLvlStrRef>
              <c:f>Sheet1!$A$2:$A$101</c:f>
              <c:multiLvlStrCache>
                <c:ptCount val="100"/>
                <c:lvl>
                  <c:pt idx="0">
                    <c:v>0.01</c:v>
                  </c:pt>
                  <c:pt idx="1">
                    <c:v>0.01</c:v>
                  </c:pt>
                  <c:pt idx="2">
                    <c:v>0.01</c:v>
                  </c:pt>
                  <c:pt idx="3">
                    <c:v>0.02</c:v>
                  </c:pt>
                  <c:pt idx="4">
                    <c:v>0.03</c:v>
                  </c:pt>
                  <c:pt idx="5">
                    <c:v>0.03</c:v>
                  </c:pt>
                  <c:pt idx="6">
                    <c:v>0.03</c:v>
                  </c:pt>
                  <c:pt idx="7">
                    <c:v>0.04</c:v>
                  </c:pt>
                  <c:pt idx="8">
                    <c:v>0.04</c:v>
                  </c:pt>
                  <c:pt idx="9">
                    <c:v>0.05</c:v>
                  </c:pt>
                  <c:pt idx="10">
                    <c:v>0.06</c:v>
                  </c:pt>
                  <c:pt idx="11">
                    <c:v>0.06</c:v>
                  </c:pt>
                  <c:pt idx="12">
                    <c:v>0.07</c:v>
                  </c:pt>
                  <c:pt idx="13">
                    <c:v>0.07</c:v>
                  </c:pt>
                  <c:pt idx="14">
                    <c:v>0.07</c:v>
                  </c:pt>
                  <c:pt idx="15">
                    <c:v>0.08</c:v>
                  </c:pt>
                  <c:pt idx="16">
                    <c:v>0.09</c:v>
                  </c:pt>
                  <c:pt idx="17">
                    <c:v>0.09</c:v>
                  </c:pt>
                  <c:pt idx="18">
                    <c:v>0.10</c:v>
                  </c:pt>
                  <c:pt idx="19">
                    <c:v>0.10</c:v>
                  </c:pt>
                  <c:pt idx="20">
                    <c:v>0.11</c:v>
                  </c:pt>
                  <c:pt idx="21">
                    <c:v>0.11</c:v>
                  </c:pt>
                  <c:pt idx="22">
                    <c:v>0.12</c:v>
                  </c:pt>
                  <c:pt idx="23">
                    <c:v>0.12</c:v>
                  </c:pt>
                  <c:pt idx="24">
                    <c:v>0.13</c:v>
                  </c:pt>
                  <c:pt idx="25">
                    <c:v>0.13</c:v>
                  </c:pt>
                  <c:pt idx="26">
                    <c:v>0.14</c:v>
                  </c:pt>
                  <c:pt idx="27">
                    <c:v>0.14</c:v>
                  </c:pt>
                  <c:pt idx="28">
                    <c:v>0.14</c:v>
                  </c:pt>
                  <c:pt idx="29">
                    <c:v>0.15</c:v>
                  </c:pt>
                  <c:pt idx="30">
                    <c:v>0.15</c:v>
                  </c:pt>
                  <c:pt idx="31">
                    <c:v>0.16</c:v>
                  </c:pt>
                  <c:pt idx="32">
                    <c:v>0.17</c:v>
                  </c:pt>
                  <c:pt idx="33">
                    <c:v>0.17</c:v>
                  </c:pt>
                  <c:pt idx="34">
                    <c:v>0.17</c:v>
                  </c:pt>
                  <c:pt idx="35">
                    <c:v>0.18</c:v>
                  </c:pt>
                  <c:pt idx="36">
                    <c:v>0.18</c:v>
                  </c:pt>
                  <c:pt idx="37">
                    <c:v>0.19</c:v>
                  </c:pt>
                  <c:pt idx="38">
                    <c:v>0.19</c:v>
                  </c:pt>
                  <c:pt idx="39">
                    <c:v>0.20</c:v>
                  </c:pt>
                  <c:pt idx="40">
                    <c:v>0.21</c:v>
                  </c:pt>
                  <c:pt idx="41">
                    <c:v>0.21</c:v>
                  </c:pt>
                  <c:pt idx="42">
                    <c:v>0.21</c:v>
                  </c:pt>
                  <c:pt idx="43">
                    <c:v>0.22</c:v>
                  </c:pt>
                  <c:pt idx="44">
                    <c:v>0.23</c:v>
                  </c:pt>
                  <c:pt idx="45">
                    <c:v>0.23</c:v>
                  </c:pt>
                  <c:pt idx="46">
                    <c:v>0.23</c:v>
                  </c:pt>
                  <c:pt idx="47">
                    <c:v>0.24</c:v>
                  </c:pt>
                  <c:pt idx="48">
                    <c:v>0.24</c:v>
                  </c:pt>
                  <c:pt idx="49">
                    <c:v>0.25</c:v>
                  </c:pt>
                  <c:pt idx="50">
                    <c:v>0.26</c:v>
                  </c:pt>
                  <c:pt idx="51">
                    <c:v>0.26</c:v>
                  </c:pt>
                  <c:pt idx="52">
                    <c:v>0.27</c:v>
                  </c:pt>
                  <c:pt idx="53">
                    <c:v>0.27</c:v>
                  </c:pt>
                  <c:pt idx="54">
                    <c:v>0.28</c:v>
                  </c:pt>
                  <c:pt idx="55">
                    <c:v>0.28</c:v>
                  </c:pt>
                  <c:pt idx="56">
                    <c:v>0.28</c:v>
                  </c:pt>
                  <c:pt idx="57">
                    <c:v>0.29</c:v>
                  </c:pt>
                  <c:pt idx="58">
                    <c:v>0.30</c:v>
                  </c:pt>
                  <c:pt idx="59">
                    <c:v>0.30</c:v>
                  </c:pt>
                  <c:pt idx="60">
                    <c:v>0.30</c:v>
                  </c:pt>
                  <c:pt idx="61">
                    <c:v>0.31</c:v>
                  </c:pt>
                  <c:pt idx="62">
                    <c:v>0.32</c:v>
                  </c:pt>
                  <c:pt idx="63">
                    <c:v>0.32</c:v>
                  </c:pt>
                  <c:pt idx="64">
                    <c:v>0.33</c:v>
                  </c:pt>
                  <c:pt idx="65">
                    <c:v>0.33</c:v>
                  </c:pt>
                  <c:pt idx="66">
                    <c:v>0.34</c:v>
                  </c:pt>
                  <c:pt idx="67">
                    <c:v>0.34</c:v>
                  </c:pt>
                  <c:pt idx="68">
                    <c:v>0.34</c:v>
                  </c:pt>
                  <c:pt idx="69">
                    <c:v>0.35</c:v>
                  </c:pt>
                  <c:pt idx="70">
                    <c:v>0.35</c:v>
                  </c:pt>
                  <c:pt idx="71">
                    <c:v>0.36</c:v>
                  </c:pt>
                  <c:pt idx="72">
                    <c:v>0.36</c:v>
                  </c:pt>
                  <c:pt idx="73">
                    <c:v>0.37</c:v>
                  </c:pt>
                  <c:pt idx="74">
                    <c:v>0.38</c:v>
                  </c:pt>
                  <c:pt idx="75">
                    <c:v>0.38</c:v>
                  </c:pt>
                  <c:pt idx="76">
                    <c:v>0.38</c:v>
                  </c:pt>
                  <c:pt idx="77">
                    <c:v>0.39</c:v>
                  </c:pt>
                  <c:pt idx="78">
                    <c:v>0.40</c:v>
                  </c:pt>
                  <c:pt idx="79">
                    <c:v>0.40</c:v>
                  </c:pt>
                  <c:pt idx="80">
                    <c:v>0.41</c:v>
                  </c:pt>
                  <c:pt idx="81">
                    <c:v>0.41</c:v>
                  </c:pt>
                  <c:pt idx="82">
                    <c:v>0.41</c:v>
                  </c:pt>
                  <c:pt idx="83">
                    <c:v>0.42</c:v>
                  </c:pt>
                  <c:pt idx="84">
                    <c:v>0.42</c:v>
                  </c:pt>
                  <c:pt idx="85">
                    <c:v>0.43</c:v>
                  </c:pt>
                  <c:pt idx="86">
                    <c:v>0.43</c:v>
                  </c:pt>
                  <c:pt idx="87">
                    <c:v>0.44</c:v>
                  </c:pt>
                  <c:pt idx="88">
                    <c:v>0.45</c:v>
                  </c:pt>
                  <c:pt idx="89">
                    <c:v>0.45</c:v>
                  </c:pt>
                  <c:pt idx="90">
                    <c:v>0.45</c:v>
                  </c:pt>
                  <c:pt idx="91">
                    <c:v>0.46</c:v>
                  </c:pt>
                  <c:pt idx="92">
                    <c:v>0.46</c:v>
                  </c:pt>
                  <c:pt idx="93">
                    <c:v>0.47</c:v>
                  </c:pt>
                  <c:pt idx="94">
                    <c:v>0.48</c:v>
                  </c:pt>
                  <c:pt idx="95">
                    <c:v>0.48</c:v>
                  </c:pt>
                  <c:pt idx="96">
                    <c:v>0.48</c:v>
                  </c:pt>
                  <c:pt idx="97">
                    <c:v>0.49</c:v>
                  </c:pt>
                  <c:pt idx="98">
                    <c:v>0.49</c:v>
                  </c:pt>
                  <c:pt idx="99">
                    <c:v>0.50</c:v>
                  </c:pt>
                </c:lvl>
              </c:multiLvlStrCache>
            </c:multiLvlStrRef>
          </c:cat>
          <c:val>
            <c:numRef>
              <c:f>Sheet1!$B$2:$B$101</c:f>
              <c:numCache>
                <c:formatCode>General</c:formatCode>
                <c:ptCount val="10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numCache>
            </c:numRef>
          </c:val>
          <c:smooth val="0"/>
        </c:ser>
        <c:ser>
          <c:idx val="1"/>
          <c:order val="1"/>
          <c:tx>
            <c:strRef>
              <c:f>Sheet1!$C$1</c:f>
              <c:strCache>
                <c:ptCount val="1"/>
                <c:pt idx="0">
                  <c:v>1st-order loop</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Sheet1!$A$2:$A$101</c:f>
              <c:multiLvlStrCache>
                <c:ptCount val="100"/>
                <c:lvl>
                  <c:pt idx="0">
                    <c:v>0.01</c:v>
                  </c:pt>
                  <c:pt idx="1">
                    <c:v>0.01</c:v>
                  </c:pt>
                  <c:pt idx="2">
                    <c:v>0.01</c:v>
                  </c:pt>
                  <c:pt idx="3">
                    <c:v>0.02</c:v>
                  </c:pt>
                  <c:pt idx="4">
                    <c:v>0.03</c:v>
                  </c:pt>
                  <c:pt idx="5">
                    <c:v>0.03</c:v>
                  </c:pt>
                  <c:pt idx="6">
                    <c:v>0.03</c:v>
                  </c:pt>
                  <c:pt idx="7">
                    <c:v>0.04</c:v>
                  </c:pt>
                  <c:pt idx="8">
                    <c:v>0.04</c:v>
                  </c:pt>
                  <c:pt idx="9">
                    <c:v>0.05</c:v>
                  </c:pt>
                  <c:pt idx="10">
                    <c:v>0.06</c:v>
                  </c:pt>
                  <c:pt idx="11">
                    <c:v>0.06</c:v>
                  </c:pt>
                  <c:pt idx="12">
                    <c:v>0.07</c:v>
                  </c:pt>
                  <c:pt idx="13">
                    <c:v>0.07</c:v>
                  </c:pt>
                  <c:pt idx="14">
                    <c:v>0.07</c:v>
                  </c:pt>
                  <c:pt idx="15">
                    <c:v>0.08</c:v>
                  </c:pt>
                  <c:pt idx="16">
                    <c:v>0.09</c:v>
                  </c:pt>
                  <c:pt idx="17">
                    <c:v>0.09</c:v>
                  </c:pt>
                  <c:pt idx="18">
                    <c:v>0.10</c:v>
                  </c:pt>
                  <c:pt idx="19">
                    <c:v>0.10</c:v>
                  </c:pt>
                  <c:pt idx="20">
                    <c:v>0.11</c:v>
                  </c:pt>
                  <c:pt idx="21">
                    <c:v>0.11</c:v>
                  </c:pt>
                  <c:pt idx="22">
                    <c:v>0.12</c:v>
                  </c:pt>
                  <c:pt idx="23">
                    <c:v>0.12</c:v>
                  </c:pt>
                  <c:pt idx="24">
                    <c:v>0.13</c:v>
                  </c:pt>
                  <c:pt idx="25">
                    <c:v>0.13</c:v>
                  </c:pt>
                  <c:pt idx="26">
                    <c:v>0.14</c:v>
                  </c:pt>
                  <c:pt idx="27">
                    <c:v>0.14</c:v>
                  </c:pt>
                  <c:pt idx="28">
                    <c:v>0.14</c:v>
                  </c:pt>
                  <c:pt idx="29">
                    <c:v>0.15</c:v>
                  </c:pt>
                  <c:pt idx="30">
                    <c:v>0.15</c:v>
                  </c:pt>
                  <c:pt idx="31">
                    <c:v>0.16</c:v>
                  </c:pt>
                  <c:pt idx="32">
                    <c:v>0.17</c:v>
                  </c:pt>
                  <c:pt idx="33">
                    <c:v>0.17</c:v>
                  </c:pt>
                  <c:pt idx="34">
                    <c:v>0.17</c:v>
                  </c:pt>
                  <c:pt idx="35">
                    <c:v>0.18</c:v>
                  </c:pt>
                  <c:pt idx="36">
                    <c:v>0.18</c:v>
                  </c:pt>
                  <c:pt idx="37">
                    <c:v>0.19</c:v>
                  </c:pt>
                  <c:pt idx="38">
                    <c:v>0.19</c:v>
                  </c:pt>
                  <c:pt idx="39">
                    <c:v>0.20</c:v>
                  </c:pt>
                  <c:pt idx="40">
                    <c:v>0.21</c:v>
                  </c:pt>
                  <c:pt idx="41">
                    <c:v>0.21</c:v>
                  </c:pt>
                  <c:pt idx="42">
                    <c:v>0.21</c:v>
                  </c:pt>
                  <c:pt idx="43">
                    <c:v>0.22</c:v>
                  </c:pt>
                  <c:pt idx="44">
                    <c:v>0.23</c:v>
                  </c:pt>
                  <c:pt idx="45">
                    <c:v>0.23</c:v>
                  </c:pt>
                  <c:pt idx="46">
                    <c:v>0.23</c:v>
                  </c:pt>
                  <c:pt idx="47">
                    <c:v>0.24</c:v>
                  </c:pt>
                  <c:pt idx="48">
                    <c:v>0.24</c:v>
                  </c:pt>
                  <c:pt idx="49">
                    <c:v>0.25</c:v>
                  </c:pt>
                  <c:pt idx="50">
                    <c:v>0.26</c:v>
                  </c:pt>
                  <c:pt idx="51">
                    <c:v>0.26</c:v>
                  </c:pt>
                  <c:pt idx="52">
                    <c:v>0.27</c:v>
                  </c:pt>
                  <c:pt idx="53">
                    <c:v>0.27</c:v>
                  </c:pt>
                  <c:pt idx="54">
                    <c:v>0.28</c:v>
                  </c:pt>
                  <c:pt idx="55">
                    <c:v>0.28</c:v>
                  </c:pt>
                  <c:pt idx="56">
                    <c:v>0.28</c:v>
                  </c:pt>
                  <c:pt idx="57">
                    <c:v>0.29</c:v>
                  </c:pt>
                  <c:pt idx="58">
                    <c:v>0.30</c:v>
                  </c:pt>
                  <c:pt idx="59">
                    <c:v>0.30</c:v>
                  </c:pt>
                  <c:pt idx="60">
                    <c:v>0.30</c:v>
                  </c:pt>
                  <c:pt idx="61">
                    <c:v>0.31</c:v>
                  </c:pt>
                  <c:pt idx="62">
                    <c:v>0.32</c:v>
                  </c:pt>
                  <c:pt idx="63">
                    <c:v>0.32</c:v>
                  </c:pt>
                  <c:pt idx="64">
                    <c:v>0.33</c:v>
                  </c:pt>
                  <c:pt idx="65">
                    <c:v>0.33</c:v>
                  </c:pt>
                  <c:pt idx="66">
                    <c:v>0.34</c:v>
                  </c:pt>
                  <c:pt idx="67">
                    <c:v>0.34</c:v>
                  </c:pt>
                  <c:pt idx="68">
                    <c:v>0.34</c:v>
                  </c:pt>
                  <c:pt idx="69">
                    <c:v>0.35</c:v>
                  </c:pt>
                  <c:pt idx="70">
                    <c:v>0.35</c:v>
                  </c:pt>
                  <c:pt idx="71">
                    <c:v>0.36</c:v>
                  </c:pt>
                  <c:pt idx="72">
                    <c:v>0.36</c:v>
                  </c:pt>
                  <c:pt idx="73">
                    <c:v>0.37</c:v>
                  </c:pt>
                  <c:pt idx="74">
                    <c:v>0.38</c:v>
                  </c:pt>
                  <c:pt idx="75">
                    <c:v>0.38</c:v>
                  </c:pt>
                  <c:pt idx="76">
                    <c:v>0.38</c:v>
                  </c:pt>
                  <c:pt idx="77">
                    <c:v>0.39</c:v>
                  </c:pt>
                  <c:pt idx="78">
                    <c:v>0.40</c:v>
                  </c:pt>
                  <c:pt idx="79">
                    <c:v>0.40</c:v>
                  </c:pt>
                  <c:pt idx="80">
                    <c:v>0.41</c:v>
                  </c:pt>
                  <c:pt idx="81">
                    <c:v>0.41</c:v>
                  </c:pt>
                  <c:pt idx="82">
                    <c:v>0.41</c:v>
                  </c:pt>
                  <c:pt idx="83">
                    <c:v>0.42</c:v>
                  </c:pt>
                  <c:pt idx="84">
                    <c:v>0.42</c:v>
                  </c:pt>
                  <c:pt idx="85">
                    <c:v>0.43</c:v>
                  </c:pt>
                  <c:pt idx="86">
                    <c:v>0.43</c:v>
                  </c:pt>
                  <c:pt idx="87">
                    <c:v>0.44</c:v>
                  </c:pt>
                  <c:pt idx="88">
                    <c:v>0.45</c:v>
                  </c:pt>
                  <c:pt idx="89">
                    <c:v>0.45</c:v>
                  </c:pt>
                  <c:pt idx="90">
                    <c:v>0.45</c:v>
                  </c:pt>
                  <c:pt idx="91">
                    <c:v>0.46</c:v>
                  </c:pt>
                  <c:pt idx="92">
                    <c:v>0.46</c:v>
                  </c:pt>
                  <c:pt idx="93">
                    <c:v>0.47</c:v>
                  </c:pt>
                  <c:pt idx="94">
                    <c:v>0.48</c:v>
                  </c:pt>
                  <c:pt idx="95">
                    <c:v>0.48</c:v>
                  </c:pt>
                  <c:pt idx="96">
                    <c:v>0.48</c:v>
                  </c:pt>
                  <c:pt idx="97">
                    <c:v>0.49</c:v>
                  </c:pt>
                  <c:pt idx="98">
                    <c:v>0.49</c:v>
                  </c:pt>
                  <c:pt idx="99">
                    <c:v>0.50</c:v>
                  </c:pt>
                </c:lvl>
              </c:multiLvlStrCache>
            </c:multiLvlStrRef>
          </c:cat>
          <c:val>
            <c:numRef>
              <c:f>Sheet1!$C$2:$C$101</c:f>
              <c:numCache>
                <c:formatCode>General</c:formatCode>
                <c:ptCount val="100"/>
                <c:pt idx="0">
                  <c:v>-30.057359741949327</c:v>
                </c:pt>
                <c:pt idx="1">
                  <c:v>-24.037831451422</c:v>
                </c:pt>
                <c:pt idx="2">
                  <c:v>-20.517792425766398</c:v>
                </c:pt>
                <c:pt idx="3">
                  <c:v>-18.02151855812847</c:v>
                </c:pt>
                <c:pt idx="4">
                  <c:v>-16.086534118591608</c:v>
                </c:pt>
                <c:pt idx="5">
                  <c:v>-14.506840292163808</c:v>
                </c:pt>
                <c:pt idx="6">
                  <c:v>-13.172551256708653</c:v>
                </c:pt>
                <c:pt idx="7">
                  <c:v>-12.018075196787432</c:v>
                </c:pt>
                <c:pt idx="8">
                  <c:v>-11.00110428111873</c:v>
                </c:pt>
                <c:pt idx="9">
                  <c:v>-10.092751259580599</c:v>
                </c:pt>
                <c:pt idx="10">
                  <c:v>-9.272412277102235</c:v>
                </c:pt>
                <c:pt idx="11">
                  <c:v>-8.524874457809577</c:v>
                </c:pt>
                <c:pt idx="12">
                  <c:v>-7.83858522826712</c:v>
                </c:pt>
                <c:pt idx="13">
                  <c:v>-7.20456484589336</c:v>
                </c:pt>
                <c:pt idx="14">
                  <c:v>-6.615695018431706</c:v>
                </c:pt>
                <c:pt idx="15">
                  <c:v>-6.0662375809836435</c:v>
                </c:pt>
                <c:pt idx="16">
                  <c:v>-5.551499349314303</c:v>
                </c:pt>
                <c:pt idx="17">
                  <c:v>-5.06759291441346</c:v>
                </c:pt>
                <c:pt idx="18">
                  <c:v>-4.611262197869622</c:v>
                </c:pt>
                <c:pt idx="19">
                  <c:v>-4.179752804999575</c:v>
                </c:pt>
                <c:pt idx="20">
                  <c:v>-3.7707140426052104</c:v>
                </c:pt>
                <c:pt idx="21">
                  <c:v>-3.382123751615995</c:v>
                </c:pt>
                <c:pt idx="22">
                  <c:v>-3.0122298624840456</c:v>
                </c:pt>
                <c:pt idx="23">
                  <c:v>-2.659504398484293</c:v>
                </c:pt>
                <c:pt idx="24">
                  <c:v>-2.3226068750587245</c:v>
                </c:pt>
                <c:pt idx="25">
                  <c:v>-2.0003548821159383</c:v>
                </c:pt>
                <c:pt idx="26">
                  <c:v>-1.6917002214326538</c:v>
                </c:pt>
                <c:pt idx="27">
                  <c:v>-1.395709386089146</c:v>
                </c:pt>
                <c:pt idx="28">
                  <c:v>-1.1115474670984415</c:v>
                </c:pt>
                <c:pt idx="29">
                  <c:v>-0.8384647896602722</c:v>
                </c:pt>
                <c:pt idx="30">
                  <c:v>-0.5757857416994923</c:v>
                </c:pt>
                <c:pt idx="31">
                  <c:v>-0.3228993768486631</c:v>
                </c:pt>
                <c:pt idx="32">
                  <c:v>-0.07925146409541409</c:v>
                </c:pt>
                <c:pt idx="33">
                  <c:v>0.15566227514767234</c:v>
                </c:pt>
                <c:pt idx="34">
                  <c:v>0.38230194915965554</c:v>
                </c:pt>
                <c:pt idx="35">
                  <c:v>0.60108846305914</c:v>
                </c:pt>
                <c:pt idx="36">
                  <c:v>0.8124078050043821</c:v>
                </c:pt>
                <c:pt idx="37">
                  <c:v>1.0166147604357936</c:v>
                </c:pt>
                <c:pt idx="38">
                  <c:v>1.214036143524326</c:v>
                </c:pt>
                <c:pt idx="39">
                  <c:v>1.404973619180307</c:v>
                </c:pt>
                <c:pt idx="40">
                  <c:v>1.589706176292652</c:v>
                </c:pt>
                <c:pt idx="41">
                  <c:v>1.7684923026301114</c:v>
                </c:pt>
                <c:pt idx="42">
                  <c:v>1.941571903526032</c:v>
                </c:pt>
                <c:pt idx="43">
                  <c:v>2.109167999686897</c:v>
                </c:pt>
                <c:pt idx="44">
                  <c:v>2.2714882339032587</c:v>
                </c:pt>
                <c:pt idx="45">
                  <c:v>2.428726211858259</c:v>
                </c:pt>
                <c:pt idx="46">
                  <c:v>2.58106269843436</c:v>
                </c:pt>
                <c:pt idx="47">
                  <c:v>2.728666687763588</c:v>
                </c:pt>
                <c:pt idx="48">
                  <c:v>2.871696362631936</c:v>
                </c:pt>
                <c:pt idx="49">
                  <c:v>3.0102999566398116</c:v>
                </c:pt>
                <c:pt idx="50">
                  <c:v>3.144616530661591</c:v>
                </c:pt>
                <c:pt idx="51">
                  <c:v>3.2747766735774526</c:v>
                </c:pt>
                <c:pt idx="52">
                  <c:v>3.4009031359198714</c:v>
                </c:pt>
                <c:pt idx="53">
                  <c:v>3.523111403945529</c:v>
                </c:pt>
                <c:pt idx="54">
                  <c:v>3.641510220677766</c:v>
                </c:pt>
                <c:pt idx="55">
                  <c:v>3.756202059638385</c:v>
                </c:pt>
                <c:pt idx="56">
                  <c:v>3.867283556278178</c:v>
                </c:pt>
                <c:pt idx="57">
                  <c:v>3.974845901504866</c:v>
                </c:pt>
                <c:pt idx="58">
                  <c:v>4.078975201179948</c:v>
                </c:pt>
                <c:pt idx="59">
                  <c:v>4.179752804999575</c:v>
                </c:pt>
                <c:pt idx="60">
                  <c:v>4.277255607778566</c:v>
                </c:pt>
                <c:pt idx="61">
                  <c:v>4.371556325812086</c:v>
                </c:pt>
                <c:pt idx="62">
                  <c:v>4.462723750689009</c:v>
                </c:pt>
                <c:pt idx="63">
                  <c:v>4.550822982668393</c:v>
                </c:pt>
                <c:pt idx="64">
                  <c:v>4.63591564550019</c:v>
                </c:pt>
                <c:pt idx="65">
                  <c:v>4.718060084369384</c:v>
                </c:pt>
                <c:pt idx="66">
                  <c:v>4.797311548464801</c:v>
                </c:pt>
                <c:pt idx="67">
                  <c:v>4.873722359517058</c:v>
                </c:pt>
                <c:pt idx="68">
                  <c:v>4.947342067511578</c:v>
                </c:pt>
                <c:pt idx="69">
                  <c:v>5.018217594659847</c:v>
                </c:pt>
                <c:pt idx="70">
                  <c:v>5.086393368603307</c:v>
                </c:pt>
                <c:pt idx="71">
                  <c:v>5.151911445727533</c:v>
                </c:pt>
                <c:pt idx="72">
                  <c:v>5.214811625378183</c:v>
                </c:pt>
                <c:pt idx="73">
                  <c:v>5.275131555693391</c:v>
                </c:pt>
                <c:pt idx="74">
                  <c:v>5.332906831698537</c:v>
                </c:pt>
                <c:pt idx="75">
                  <c:v>5.388171086247878</c:v>
                </c:pt>
                <c:pt idx="76">
                  <c:v>5.440956074342305</c:v>
                </c:pt>
                <c:pt idx="77">
                  <c:v>5.491291751302894</c:v>
                </c:pt>
                <c:pt idx="78">
                  <c:v>5.539206345235322</c:v>
                </c:pt>
                <c:pt idx="79">
                  <c:v>5.584726424179881</c:v>
                </c:pt>
                <c:pt idx="80">
                  <c:v>5.627876958305414</c:v>
                </c:pt>
                <c:pt idx="81">
                  <c:v>5.6686813774726</c:v>
                </c:pt>
                <c:pt idx="82">
                  <c:v>5.707161624461975</c:v>
                </c:pt>
                <c:pt idx="83">
                  <c:v>5.743338204134979</c:v>
                </c:pt>
                <c:pt idx="84">
                  <c:v>5.777230228771431</c:v>
                </c:pt>
                <c:pt idx="85">
                  <c:v>5.808855459804212</c:v>
                </c:pt>
                <c:pt idx="86">
                  <c:v>5.838230346151181</c:v>
                </c:pt>
                <c:pt idx="87">
                  <c:v>5.865370059325282</c:v>
                </c:pt>
                <c:pt idx="88">
                  <c:v>5.890288525486239</c:v>
                </c:pt>
                <c:pt idx="89">
                  <c:v>5.912998454581024</c:v>
                </c:pt>
                <c:pt idx="90">
                  <c:v>5.93351136670527</c:v>
                </c:pt>
                <c:pt idx="91">
                  <c:v>5.951837615803789</c:v>
                </c:pt>
                <c:pt idx="92">
                  <c:v>5.967986410815293</c:v>
                </c:pt>
                <c:pt idx="93">
                  <c:v>5.981965834354232</c:v>
                </c:pt>
                <c:pt idx="94">
                  <c:v>5.993782859011011</c:v>
                </c:pt>
                <c:pt idx="95">
                  <c:v>6.003443361341039</c:v>
                </c:pt>
                <c:pt idx="96">
                  <c:v>6.010952133602593</c:v>
                </c:pt>
                <c:pt idx="97">
                  <c:v>6.016312893293527</c:v>
                </c:pt>
                <c:pt idx="98">
                  <c:v>6.019528290527326</c:v>
                </c:pt>
                <c:pt idx="99">
                  <c:v>6.020599913279624</c:v>
                </c:pt>
              </c:numCache>
            </c:numRef>
          </c:val>
          <c:smooth val="0"/>
        </c:ser>
        <c:ser>
          <c:idx val="2"/>
          <c:order val="2"/>
          <c:tx>
            <c:strRef>
              <c:f>Sheet1!$D$1</c:f>
              <c:strCache>
                <c:ptCount val="1"/>
                <c:pt idx="0">
                  <c:v>2nd-order loop</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Sheet1!$A$2:$A$101</c:f>
              <c:multiLvlStrCache>
                <c:ptCount val="100"/>
                <c:lvl>
                  <c:pt idx="0">
                    <c:v>0.01</c:v>
                  </c:pt>
                  <c:pt idx="1">
                    <c:v>0.01</c:v>
                  </c:pt>
                  <c:pt idx="2">
                    <c:v>0.01</c:v>
                  </c:pt>
                  <c:pt idx="3">
                    <c:v>0.02</c:v>
                  </c:pt>
                  <c:pt idx="4">
                    <c:v>0.03</c:v>
                  </c:pt>
                  <c:pt idx="5">
                    <c:v>0.03</c:v>
                  </c:pt>
                  <c:pt idx="6">
                    <c:v>0.03</c:v>
                  </c:pt>
                  <c:pt idx="7">
                    <c:v>0.04</c:v>
                  </c:pt>
                  <c:pt idx="8">
                    <c:v>0.04</c:v>
                  </c:pt>
                  <c:pt idx="9">
                    <c:v>0.05</c:v>
                  </c:pt>
                  <c:pt idx="10">
                    <c:v>0.06</c:v>
                  </c:pt>
                  <c:pt idx="11">
                    <c:v>0.06</c:v>
                  </c:pt>
                  <c:pt idx="12">
                    <c:v>0.07</c:v>
                  </c:pt>
                  <c:pt idx="13">
                    <c:v>0.07</c:v>
                  </c:pt>
                  <c:pt idx="14">
                    <c:v>0.07</c:v>
                  </c:pt>
                  <c:pt idx="15">
                    <c:v>0.08</c:v>
                  </c:pt>
                  <c:pt idx="16">
                    <c:v>0.09</c:v>
                  </c:pt>
                  <c:pt idx="17">
                    <c:v>0.09</c:v>
                  </c:pt>
                  <c:pt idx="18">
                    <c:v>0.10</c:v>
                  </c:pt>
                  <c:pt idx="19">
                    <c:v>0.10</c:v>
                  </c:pt>
                  <c:pt idx="20">
                    <c:v>0.11</c:v>
                  </c:pt>
                  <c:pt idx="21">
                    <c:v>0.11</c:v>
                  </c:pt>
                  <c:pt idx="22">
                    <c:v>0.12</c:v>
                  </c:pt>
                  <c:pt idx="23">
                    <c:v>0.12</c:v>
                  </c:pt>
                  <c:pt idx="24">
                    <c:v>0.13</c:v>
                  </c:pt>
                  <c:pt idx="25">
                    <c:v>0.13</c:v>
                  </c:pt>
                  <c:pt idx="26">
                    <c:v>0.14</c:v>
                  </c:pt>
                  <c:pt idx="27">
                    <c:v>0.14</c:v>
                  </c:pt>
                  <c:pt idx="28">
                    <c:v>0.14</c:v>
                  </c:pt>
                  <c:pt idx="29">
                    <c:v>0.15</c:v>
                  </c:pt>
                  <c:pt idx="30">
                    <c:v>0.15</c:v>
                  </c:pt>
                  <c:pt idx="31">
                    <c:v>0.16</c:v>
                  </c:pt>
                  <c:pt idx="32">
                    <c:v>0.17</c:v>
                  </c:pt>
                  <c:pt idx="33">
                    <c:v>0.17</c:v>
                  </c:pt>
                  <c:pt idx="34">
                    <c:v>0.17</c:v>
                  </c:pt>
                  <c:pt idx="35">
                    <c:v>0.18</c:v>
                  </c:pt>
                  <c:pt idx="36">
                    <c:v>0.18</c:v>
                  </c:pt>
                  <c:pt idx="37">
                    <c:v>0.19</c:v>
                  </c:pt>
                  <c:pt idx="38">
                    <c:v>0.19</c:v>
                  </c:pt>
                  <c:pt idx="39">
                    <c:v>0.20</c:v>
                  </c:pt>
                  <c:pt idx="40">
                    <c:v>0.21</c:v>
                  </c:pt>
                  <c:pt idx="41">
                    <c:v>0.21</c:v>
                  </c:pt>
                  <c:pt idx="42">
                    <c:v>0.21</c:v>
                  </c:pt>
                  <c:pt idx="43">
                    <c:v>0.22</c:v>
                  </c:pt>
                  <c:pt idx="44">
                    <c:v>0.23</c:v>
                  </c:pt>
                  <c:pt idx="45">
                    <c:v>0.23</c:v>
                  </c:pt>
                  <c:pt idx="46">
                    <c:v>0.23</c:v>
                  </c:pt>
                  <c:pt idx="47">
                    <c:v>0.24</c:v>
                  </c:pt>
                  <c:pt idx="48">
                    <c:v>0.24</c:v>
                  </c:pt>
                  <c:pt idx="49">
                    <c:v>0.25</c:v>
                  </c:pt>
                  <c:pt idx="50">
                    <c:v>0.26</c:v>
                  </c:pt>
                  <c:pt idx="51">
                    <c:v>0.26</c:v>
                  </c:pt>
                  <c:pt idx="52">
                    <c:v>0.27</c:v>
                  </c:pt>
                  <c:pt idx="53">
                    <c:v>0.27</c:v>
                  </c:pt>
                  <c:pt idx="54">
                    <c:v>0.28</c:v>
                  </c:pt>
                  <c:pt idx="55">
                    <c:v>0.28</c:v>
                  </c:pt>
                  <c:pt idx="56">
                    <c:v>0.28</c:v>
                  </c:pt>
                  <c:pt idx="57">
                    <c:v>0.29</c:v>
                  </c:pt>
                  <c:pt idx="58">
                    <c:v>0.30</c:v>
                  </c:pt>
                  <c:pt idx="59">
                    <c:v>0.30</c:v>
                  </c:pt>
                  <c:pt idx="60">
                    <c:v>0.30</c:v>
                  </c:pt>
                  <c:pt idx="61">
                    <c:v>0.31</c:v>
                  </c:pt>
                  <c:pt idx="62">
                    <c:v>0.32</c:v>
                  </c:pt>
                  <c:pt idx="63">
                    <c:v>0.32</c:v>
                  </c:pt>
                  <c:pt idx="64">
                    <c:v>0.33</c:v>
                  </c:pt>
                  <c:pt idx="65">
                    <c:v>0.33</c:v>
                  </c:pt>
                  <c:pt idx="66">
                    <c:v>0.34</c:v>
                  </c:pt>
                  <c:pt idx="67">
                    <c:v>0.34</c:v>
                  </c:pt>
                  <c:pt idx="68">
                    <c:v>0.34</c:v>
                  </c:pt>
                  <c:pt idx="69">
                    <c:v>0.35</c:v>
                  </c:pt>
                  <c:pt idx="70">
                    <c:v>0.35</c:v>
                  </c:pt>
                  <c:pt idx="71">
                    <c:v>0.36</c:v>
                  </c:pt>
                  <c:pt idx="72">
                    <c:v>0.36</c:v>
                  </c:pt>
                  <c:pt idx="73">
                    <c:v>0.37</c:v>
                  </c:pt>
                  <c:pt idx="74">
                    <c:v>0.38</c:v>
                  </c:pt>
                  <c:pt idx="75">
                    <c:v>0.38</c:v>
                  </c:pt>
                  <c:pt idx="76">
                    <c:v>0.38</c:v>
                  </c:pt>
                  <c:pt idx="77">
                    <c:v>0.39</c:v>
                  </c:pt>
                  <c:pt idx="78">
                    <c:v>0.40</c:v>
                  </c:pt>
                  <c:pt idx="79">
                    <c:v>0.40</c:v>
                  </c:pt>
                  <c:pt idx="80">
                    <c:v>0.41</c:v>
                  </c:pt>
                  <c:pt idx="81">
                    <c:v>0.41</c:v>
                  </c:pt>
                  <c:pt idx="82">
                    <c:v>0.41</c:v>
                  </c:pt>
                  <c:pt idx="83">
                    <c:v>0.42</c:v>
                  </c:pt>
                  <c:pt idx="84">
                    <c:v>0.42</c:v>
                  </c:pt>
                  <c:pt idx="85">
                    <c:v>0.43</c:v>
                  </c:pt>
                  <c:pt idx="86">
                    <c:v>0.43</c:v>
                  </c:pt>
                  <c:pt idx="87">
                    <c:v>0.44</c:v>
                  </c:pt>
                  <c:pt idx="88">
                    <c:v>0.45</c:v>
                  </c:pt>
                  <c:pt idx="89">
                    <c:v>0.45</c:v>
                  </c:pt>
                  <c:pt idx="90">
                    <c:v>0.45</c:v>
                  </c:pt>
                  <c:pt idx="91">
                    <c:v>0.46</c:v>
                  </c:pt>
                  <c:pt idx="92">
                    <c:v>0.46</c:v>
                  </c:pt>
                  <c:pt idx="93">
                    <c:v>0.47</c:v>
                  </c:pt>
                  <c:pt idx="94">
                    <c:v>0.48</c:v>
                  </c:pt>
                  <c:pt idx="95">
                    <c:v>0.48</c:v>
                  </c:pt>
                  <c:pt idx="96">
                    <c:v>0.48</c:v>
                  </c:pt>
                  <c:pt idx="97">
                    <c:v>0.49</c:v>
                  </c:pt>
                  <c:pt idx="98">
                    <c:v>0.49</c:v>
                  </c:pt>
                  <c:pt idx="99">
                    <c:v>0.50</c:v>
                  </c:pt>
                </c:lvl>
              </c:multiLvlStrCache>
            </c:multiLvlStrRef>
          </c:cat>
          <c:val>
            <c:numRef>
              <c:f>Sheet1!$D$2:$D$101</c:f>
              <c:numCache>
                <c:formatCode>General</c:formatCode>
                <c:ptCount val="100"/>
                <c:pt idx="0">
                  <c:v>-60</c:v>
                </c:pt>
                <c:pt idx="1">
                  <c:v>-48.075662902844</c:v>
                </c:pt>
                <c:pt idx="2">
                  <c:v>-41.035584851532796</c:v>
                </c:pt>
                <c:pt idx="3">
                  <c:v>-36.04303711625694</c:v>
                </c:pt>
                <c:pt idx="4">
                  <c:v>-32.173068237183216</c:v>
                </c:pt>
                <c:pt idx="5">
                  <c:v>-29.013680584327616</c:v>
                </c:pt>
                <c:pt idx="6">
                  <c:v>-26.345102513417306</c:v>
                </c:pt>
                <c:pt idx="7">
                  <c:v>-24.036150393574864</c:v>
                </c:pt>
                <c:pt idx="8">
                  <c:v>-22.00220856223746</c:v>
                </c:pt>
                <c:pt idx="9">
                  <c:v>-20.185502519161197</c:v>
                </c:pt>
                <c:pt idx="10">
                  <c:v>-18.54482455420447</c:v>
                </c:pt>
                <c:pt idx="11">
                  <c:v>-17.049748915619155</c:v>
                </c:pt>
                <c:pt idx="12">
                  <c:v>-15.67717045653424</c:v>
                </c:pt>
                <c:pt idx="13">
                  <c:v>-14.40912969178672</c:v>
                </c:pt>
                <c:pt idx="14">
                  <c:v>-13.231390036863411</c:v>
                </c:pt>
                <c:pt idx="15">
                  <c:v>-12.132475161967287</c:v>
                </c:pt>
                <c:pt idx="16">
                  <c:v>-11.102998698628605</c:v>
                </c:pt>
                <c:pt idx="17">
                  <c:v>-10.13518582882692</c:v>
                </c:pt>
                <c:pt idx="18">
                  <c:v>-9.222524395739244</c:v>
                </c:pt>
                <c:pt idx="19">
                  <c:v>-8.35950560999915</c:v>
                </c:pt>
                <c:pt idx="20">
                  <c:v>-7.541428085210421</c:v>
                </c:pt>
                <c:pt idx="21">
                  <c:v>-6.76424750323199</c:v>
                </c:pt>
                <c:pt idx="22">
                  <c:v>-6.024459724968091</c:v>
                </c:pt>
                <c:pt idx="23">
                  <c:v>-5.319008796968586</c:v>
                </c:pt>
                <c:pt idx="24">
                  <c:v>-4.645213750117449</c:v>
                </c:pt>
                <c:pt idx="25">
                  <c:v>-4.0007097642318765</c:v>
                </c:pt>
                <c:pt idx="26">
                  <c:v>-3.3834004428653075</c:v>
                </c:pt>
                <c:pt idx="27">
                  <c:v>-2.791418772178292</c:v>
                </c:pt>
                <c:pt idx="28">
                  <c:v>-2.223094934196883</c:v>
                </c:pt>
                <c:pt idx="29">
                  <c:v>-1.6769295793205443</c:v>
                </c:pt>
                <c:pt idx="30">
                  <c:v>-1.1515714833989845</c:v>
                </c:pt>
                <c:pt idx="31">
                  <c:v>-0.6457987536973262</c:v>
                </c:pt>
                <c:pt idx="32">
                  <c:v>-0.15850292819082817</c:v>
                </c:pt>
                <c:pt idx="33">
                  <c:v>0.31132455029534467</c:v>
                </c:pt>
                <c:pt idx="34">
                  <c:v>0.7646038983193111</c:v>
                </c:pt>
                <c:pt idx="35">
                  <c:v>1.20217692611828</c:v>
                </c:pt>
                <c:pt idx="36">
                  <c:v>1.6248156100087643</c:v>
                </c:pt>
                <c:pt idx="37">
                  <c:v>2.033229520871587</c:v>
                </c:pt>
                <c:pt idx="38">
                  <c:v>2.428072287048652</c:v>
                </c:pt>
                <c:pt idx="39">
                  <c:v>2.809947238360614</c:v>
                </c:pt>
                <c:pt idx="40">
                  <c:v>3.179412352585304</c:v>
                </c:pt>
                <c:pt idx="41">
                  <c:v>3.5369846052602227</c:v>
                </c:pt>
                <c:pt idx="42">
                  <c:v>3.883143807052064</c:v>
                </c:pt>
                <c:pt idx="43">
                  <c:v>4.218335999373794</c:v>
                </c:pt>
                <c:pt idx="44">
                  <c:v>4.542976467806517</c:v>
                </c:pt>
                <c:pt idx="45">
                  <c:v>4.857452423716518</c:v>
                </c:pt>
                <c:pt idx="46">
                  <c:v>5.16212539686872</c:v>
                </c:pt>
                <c:pt idx="47">
                  <c:v>5.457333375527176</c:v>
                </c:pt>
                <c:pt idx="48">
                  <c:v>5.743392725263872</c:v>
                </c:pt>
                <c:pt idx="49">
                  <c:v>6.020599913279623</c:v>
                </c:pt>
                <c:pt idx="50">
                  <c:v>6.289233061323182</c:v>
                </c:pt>
                <c:pt idx="51">
                  <c:v>6.549553347154905</c:v>
                </c:pt>
                <c:pt idx="52">
                  <c:v>6.801806271839743</c:v>
                </c:pt>
                <c:pt idx="53">
                  <c:v>7.046222807891058</c:v>
                </c:pt>
                <c:pt idx="54">
                  <c:v>7.283020441355532</c:v>
                </c:pt>
                <c:pt idx="55">
                  <c:v>7.51240411927677</c:v>
                </c:pt>
                <c:pt idx="56">
                  <c:v>7.734567112556356</c:v>
                </c:pt>
                <c:pt idx="57">
                  <c:v>7.949691803009732</c:v>
                </c:pt>
                <c:pt idx="58">
                  <c:v>8.157950402359896</c:v>
                </c:pt>
                <c:pt idx="59">
                  <c:v>8.35950560999915</c:v>
                </c:pt>
                <c:pt idx="60">
                  <c:v>8.554511215557133</c:v>
                </c:pt>
                <c:pt idx="61">
                  <c:v>8.743112651624172</c:v>
                </c:pt>
                <c:pt idx="62">
                  <c:v>8.925447501378018</c:v>
                </c:pt>
                <c:pt idx="63">
                  <c:v>9.101645965336786</c:v>
                </c:pt>
                <c:pt idx="64">
                  <c:v>9.27183129100038</c:v>
                </c:pt>
                <c:pt idx="65">
                  <c:v>9.436120168738768</c:v>
                </c:pt>
                <c:pt idx="66">
                  <c:v>9.594623096929602</c:v>
                </c:pt>
                <c:pt idx="67">
                  <c:v>9.747444719034116</c:v>
                </c:pt>
                <c:pt idx="68">
                  <c:v>9.894684135023155</c:v>
                </c:pt>
                <c:pt idx="69">
                  <c:v>10.036435189319693</c:v>
                </c:pt>
                <c:pt idx="70">
                  <c:v>10.172786737206614</c:v>
                </c:pt>
                <c:pt idx="71">
                  <c:v>10.303822891455066</c:v>
                </c:pt>
                <c:pt idx="72">
                  <c:v>10.429623250756366</c:v>
                </c:pt>
                <c:pt idx="73">
                  <c:v>10.550263111386782</c:v>
                </c:pt>
                <c:pt idx="74">
                  <c:v>10.665813663397074</c:v>
                </c:pt>
                <c:pt idx="75">
                  <c:v>10.776342172495756</c:v>
                </c:pt>
                <c:pt idx="76">
                  <c:v>10.88191214868461</c:v>
                </c:pt>
                <c:pt idx="77">
                  <c:v>10.982583502605788</c:v>
                </c:pt>
                <c:pt idx="78">
                  <c:v>11.078412690470644</c:v>
                </c:pt>
                <c:pt idx="79">
                  <c:v>11.169452848359763</c:v>
                </c:pt>
                <c:pt idx="80">
                  <c:v>11.255753916610828</c:v>
                </c:pt>
                <c:pt idx="81">
                  <c:v>11.3373627549452</c:v>
                </c:pt>
                <c:pt idx="82">
                  <c:v>11.41432324892395</c:v>
                </c:pt>
                <c:pt idx="83">
                  <c:v>11.486676408269958</c:v>
                </c:pt>
                <c:pt idx="84">
                  <c:v>11.554460457542863</c:v>
                </c:pt>
                <c:pt idx="85">
                  <c:v>11.617710919608424</c:v>
                </c:pt>
                <c:pt idx="86">
                  <c:v>11.676460692302362</c:v>
                </c:pt>
                <c:pt idx="87">
                  <c:v>11.730740118650564</c:v>
                </c:pt>
                <c:pt idx="88">
                  <c:v>11.780577050972479</c:v>
                </c:pt>
                <c:pt idx="89">
                  <c:v>11.825996909162049</c:v>
                </c:pt>
                <c:pt idx="90">
                  <c:v>11.86702273341054</c:v>
                </c:pt>
                <c:pt idx="91">
                  <c:v>11.903675231607577</c:v>
                </c:pt>
                <c:pt idx="92">
                  <c:v>11.935972821630585</c:v>
                </c:pt>
                <c:pt idx="93">
                  <c:v>11.963931668708463</c:v>
                </c:pt>
                <c:pt idx="94">
                  <c:v>11.987565718022022</c:v>
                </c:pt>
                <c:pt idx="95">
                  <c:v>12.006886722682077</c:v>
                </c:pt>
                <c:pt idx="96">
                  <c:v>12.021904267205185</c:v>
                </c:pt>
                <c:pt idx="97">
                  <c:v>12.032625786587055</c:v>
                </c:pt>
                <c:pt idx="98">
                  <c:v>12.039056581054652</c:v>
                </c:pt>
                <c:pt idx="99">
                  <c:v>12.041199826559248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frequency ÷ f_s  (signal band is far left)</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20"/>
      </c:catAx>
      <c:valAx>
        <c:axId val="2094734552"/>
        <c:scaling>
          <c:orientation val="minMax"/>
          <c:max val="15"/>
          <c:min val="-60"/>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hiss level (dB)</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15"/>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readings: two tones + hiss, in time</c:v>
                </c:pt>
              </c:strCache>
            </c:strRef>
          </c:tx>
          <c:spPr>
            <a:solidFill>
              <a:srgbClr val="5B6B7F"/>
            </a:solidFill>
            <a:ln w="19050" cap="flat">
              <a:solidFill>
                <a:srgbClr val="5B6B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6B7F"/>
              </a:solidFill>
              <a:ln w="9525" cap="flat">
                <a:solidFill>
                  <a:srgbClr val="5B6B7F"/>
                </a:solidFill>
                <a:prstDash val="solid"/>
                <a:round/>
              </a:ln>
              <a:effectLst/>
            </c:spPr>
          </c:marker>
          <c:cat>
            <c:multiLvlStrRef>
              <c:f>Sheet1!$A$2:$A$129</c:f>
              <c:multiLvlStrCache>
                <c:ptCount val="128"/>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lvl>
              </c:multiLvlStrCache>
            </c:multiLvlStrRef>
          </c:cat>
          <c:val>
            <c:numRef>
              <c:f>Sheet1!$B$2:$B$129</c:f>
              <c:numCache>
                <c:formatCode>General</c:formatCode>
                <c:ptCount val="128"/>
                <c:pt idx="0">
                  <c:v>1.2604909031876352</c:v>
                </c:pt>
                <c:pt idx="1">
                  <c:v>0.4456706522257486</c:v>
                </c:pt>
                <c:pt idx="2">
                  <c:v>0.012939178883511537</c:v>
                </c:pt>
                <c:pt idx="3">
                  <c:v>-0.2858667496967491</c:v>
                </c:pt>
                <c:pt idx="4">
                  <c:v>-1.053065547609818</c:v>
                </c:pt>
                <c:pt idx="5">
                  <c:v>-1.1687598993814803</c:v>
                </c:pt>
                <c:pt idx="6">
                  <c:v>-0.04109739474906592</c:v>
                </c:pt>
                <c:pt idx="7">
                  <c:v>0.5113893107208218</c:v>
                </c:pt>
                <c:pt idx="8">
                  <c:v>0.7198109130305634</c:v>
                </c:pt>
                <c:pt idx="9">
                  <c:v>0.9390221249606449</c:v>
                </c:pt>
                <c:pt idx="10">
                  <c:v>0.7615563142697804</c:v>
                </c:pt>
                <c:pt idx="11">
                  <c:v>-0.39938189592435275</c:v>
                </c:pt>
                <c:pt idx="12">
                  <c:v>-1.0204430341667345</c:v>
                </c:pt>
                <c:pt idx="13">
                  <c:v>-0.7937136786633014</c:v>
                </c:pt>
                <c:pt idx="14">
                  <c:v>-0.6007015339959554</c:v>
                </c:pt>
                <c:pt idx="15">
                  <c:v>-0.2799230779704775</c:v>
                </c:pt>
                <c:pt idx="16">
                  <c:v>0.8129782467948652</c:v>
                </c:pt>
                <c:pt idx="17">
                  <c:v>1.258614733171707</c:v>
                </c:pt>
                <c:pt idx="18">
                  <c:v>0.5509180215201025</c:v>
                </c:pt>
                <c:pt idx="19">
                  <c:v>-0.015526979394556384</c:v>
                </c:pt>
                <c:pt idx="20">
                  <c:v>-0.27074390752735833</c:v>
                </c:pt>
                <c:pt idx="21">
                  <c:v>-1.0782903183087271</c:v>
                </c:pt>
                <c:pt idx="22">
                  <c:v>-1.142585568927999</c:v>
                </c:pt>
                <c:pt idx="23">
                  <c:v>-0.081895020804567</c:v>
                </c:pt>
                <c:pt idx="24">
                  <c:v>0.5630550887199303</c:v>
                </c:pt>
                <c:pt idx="25">
                  <c:v>0.581959439718533</c:v>
                </c:pt>
                <c:pt idx="26">
                  <c:v>0.958261833257675</c:v>
                </c:pt>
                <c:pt idx="27">
                  <c:v>0.7449064101100702</c:v>
                </c:pt>
                <c:pt idx="28">
                  <c:v>-0.3644818122573129</c:v>
                </c:pt>
                <c:pt idx="29">
                  <c:v>-1.0650016308370005</c:v>
                </c:pt>
                <c:pt idx="30">
                  <c:v>-0.8702623562831953</c:v>
                </c:pt>
                <c:pt idx="31">
                  <c:v>-0.6300469895492578</c:v>
                </c:pt>
                <c:pt idx="32">
                  <c:v>-0.26344842274580405</c:v>
                </c:pt>
                <c:pt idx="33">
                  <c:v>0.7135850765560237</c:v>
                </c:pt>
                <c:pt idx="34">
                  <c:v>1.278741634779694</c:v>
                </c:pt>
                <c:pt idx="35">
                  <c:v>0.49067462137226947</c:v>
                </c:pt>
                <c:pt idx="36">
                  <c:v>0.014445108413179614</c:v>
                </c:pt>
                <c:pt idx="37">
                  <c:v>-0.33878453654710994</c:v>
                </c:pt>
                <c:pt idx="38">
                  <c:v>-0.9212798018599818</c:v>
                </c:pt>
                <c:pt idx="39">
                  <c:v>-1.2300964282047635</c:v>
                </c:pt>
                <c:pt idx="40">
                  <c:v>-0.23241189582625374</c:v>
                </c:pt>
                <c:pt idx="41">
                  <c:v>0.5826723507596215</c:v>
                </c:pt>
                <c:pt idx="42">
                  <c:v>0.598439504401347</c:v>
                </c:pt>
                <c:pt idx="43">
                  <c:v>0.8002324019993609</c:v>
                </c:pt>
                <c:pt idx="44">
                  <c:v>0.8209495563001397</c:v>
                </c:pt>
                <c:pt idx="45">
                  <c:v>-0.2906526343317274</c:v>
                </c:pt>
                <c:pt idx="46">
                  <c:v>-1.0107720103091908</c:v>
                </c:pt>
                <c:pt idx="47">
                  <c:v>-0.7911319741352772</c:v>
                </c:pt>
                <c:pt idx="48">
                  <c:v>-0.6388000290365438</c:v>
                </c:pt>
                <c:pt idx="49">
                  <c:v>-0.3953768497057913</c:v>
                </c:pt>
                <c:pt idx="50">
                  <c:v>0.7145174352307329</c:v>
                </c:pt>
                <c:pt idx="51">
                  <c:v>1.2744214173671207</c:v>
                </c:pt>
                <c:pt idx="52">
                  <c:v>0.5827675375830075</c:v>
                </c:pt>
                <c:pt idx="53">
                  <c:v>0.004444636397950619</c:v>
                </c:pt>
                <c:pt idx="54">
                  <c:v>-0.17316367395209298</c:v>
                </c:pt>
                <c:pt idx="55">
                  <c:v>-0.8625698706955236</c:v>
                </c:pt>
                <c:pt idx="56">
                  <c:v>-1.258155208938394</c:v>
                </c:pt>
                <c:pt idx="57">
                  <c:v>-0.2600013023653709</c:v>
                </c:pt>
                <c:pt idx="58">
                  <c:v>0.5644358213491918</c:v>
                </c:pt>
                <c:pt idx="59">
                  <c:v>0.633401248675668</c:v>
                </c:pt>
                <c:pt idx="60">
                  <c:v>0.8508626081849157</c:v>
                </c:pt>
                <c:pt idx="61">
                  <c:v>0.8705263231095248</c:v>
                </c:pt>
                <c:pt idx="62">
                  <c:v>-0.0896574333085686</c:v>
                </c:pt>
                <c:pt idx="63">
                  <c:v>-1.0167301065181475</c:v>
                </c:pt>
                <c:pt idx="64">
                  <c:v>-0.8018411196402301</c:v>
                </c:pt>
                <c:pt idx="65">
                  <c:v>-0.6768846810911777</c:v>
                </c:pt>
                <c:pt idx="66">
                  <c:v>-0.4562493399042139</c:v>
                </c:pt>
                <c:pt idx="67">
                  <c:v>0.6570694862487269</c:v>
                </c:pt>
                <c:pt idx="68">
                  <c:v>1.196158468541025</c:v>
                </c:pt>
                <c:pt idx="69">
                  <c:v>0.7373448168506694</c:v>
                </c:pt>
                <c:pt idx="70">
                  <c:v>0.09687073293769416</c:v>
                </c:pt>
                <c:pt idx="71">
                  <c:v>-0.1302423367719458</c:v>
                </c:pt>
                <c:pt idx="72">
                  <c:v>-0.8614879068410878</c:v>
                </c:pt>
                <c:pt idx="73">
                  <c:v>-1.1753058051074168</c:v>
                </c:pt>
                <c:pt idx="74">
                  <c:v>-0.3025719461227769</c:v>
                </c:pt>
                <c:pt idx="75">
                  <c:v>0.4778452533879454</c:v>
                </c:pt>
                <c:pt idx="76">
                  <c:v>0.7205740423742513</c:v>
                </c:pt>
                <c:pt idx="77">
                  <c:v>0.8392298124086086</c:v>
                </c:pt>
                <c:pt idx="78">
                  <c:v>0.9647879825981157</c:v>
                </c:pt>
                <c:pt idx="79">
                  <c:v>-0.06678972603483628</c:v>
                </c:pt>
                <c:pt idx="80">
                  <c:v>-1.037279432785246</c:v>
                </c:pt>
                <c:pt idx="81">
                  <c:v>-0.7737264802079097</c:v>
                </c:pt>
                <c:pt idx="82">
                  <c:v>-0.6076802852906986</c:v>
                </c:pt>
                <c:pt idx="83">
                  <c:v>-0.42782982688096394</c:v>
                </c:pt>
                <c:pt idx="84">
                  <c:v>0.37361329062354776</c:v>
                </c:pt>
                <c:pt idx="85">
                  <c:v>1.3358578710973945</c:v>
                </c:pt>
                <c:pt idx="86">
                  <c:v>0.7815654588301123</c:v>
                </c:pt>
                <c:pt idx="87">
                  <c:v>0.14465137414248452</c:v>
                </c:pt>
                <c:pt idx="88">
                  <c:v>-0.08111611781951458</c:v>
                </c:pt>
                <c:pt idx="89">
                  <c:v>-0.8757905966206566</c:v>
                </c:pt>
                <c:pt idx="90">
                  <c:v>-1.2841716852722427</c:v>
                </c:pt>
                <c:pt idx="91">
                  <c:v>-0.4213891280919236</c:v>
                </c:pt>
                <c:pt idx="92">
                  <c:v>0.37782107677057114</c:v>
                </c:pt>
                <c:pt idx="93">
                  <c:v>0.6536948484047548</c:v>
                </c:pt>
                <c:pt idx="94">
                  <c:v>0.8150171410996766</c:v>
                </c:pt>
                <c:pt idx="95">
                  <c:v>0.9092451503365886</c:v>
                </c:pt>
                <c:pt idx="96">
                  <c:v>0.06546197055966511</c:v>
                </c:pt>
                <c:pt idx="97">
                  <c:v>-0.851390985144836</c:v>
                </c:pt>
                <c:pt idx="98">
                  <c:v>-0.9233324169028695</c:v>
                </c:pt>
                <c:pt idx="99">
                  <c:v>-0.563164839034769</c:v>
                </c:pt>
                <c:pt idx="100">
                  <c:v>-0.49430037819332606</c:v>
                </c:pt>
                <c:pt idx="101">
                  <c:v>0.5086440732216473</c:v>
                </c:pt>
                <c:pt idx="102">
                  <c:v>1.241095135792711</c:v>
                </c:pt>
                <c:pt idx="103">
                  <c:v>0.8697239838873607</c:v>
                </c:pt>
                <c:pt idx="104">
                  <c:v>0.06753600688191044</c:v>
                </c:pt>
                <c:pt idx="105">
                  <c:v>-0.1290509170624442</c:v>
                </c:pt>
                <c:pt idx="106">
                  <c:v>-0.744067372997974</c:v>
                </c:pt>
                <c:pt idx="107">
                  <c:v>-1.2506142409553247</c:v>
                </c:pt>
                <c:pt idx="108">
                  <c:v>-0.5546869125080178</c:v>
                </c:pt>
                <c:pt idx="109">
                  <c:v>0.4347388278783902</c:v>
                </c:pt>
                <c:pt idx="110">
                  <c:v>0.5802588777661553</c:v>
                </c:pt>
                <c:pt idx="111">
                  <c:v>0.8249268383188748</c:v>
                </c:pt>
                <c:pt idx="112">
                  <c:v>0.9323816806916003</c:v>
                </c:pt>
                <c:pt idx="113">
                  <c:v>0.09836485106777056</c:v>
                </c:pt>
                <c:pt idx="114">
                  <c:v>-0.8564866933049711</c:v>
                </c:pt>
                <c:pt idx="115">
                  <c:v>-0.9098704270093202</c:v>
                </c:pt>
                <c:pt idx="116">
                  <c:v>-0.5890539308054668</c:v>
                </c:pt>
                <c:pt idx="117">
                  <c:v>-0.41776392545122143</c:v>
                </c:pt>
                <c:pt idx="118">
                  <c:v>0.4293083811546808</c:v>
                </c:pt>
                <c:pt idx="119">
                  <c:v>1.1517286870312864</c:v>
                </c:pt>
                <c:pt idx="120">
                  <c:v>0.9821161709034043</c:v>
                </c:pt>
                <c:pt idx="121">
                  <c:v>0.0898065775592192</c:v>
                </c:pt>
                <c:pt idx="122">
                  <c:v>-0.004871191070158834</c:v>
                </c:pt>
                <c:pt idx="123">
                  <c:v>-0.6705394525326076</c:v>
                </c:pt>
                <c:pt idx="124">
                  <c:v>-1.3162635500863267</c:v>
                </c:pt>
                <c:pt idx="125">
                  <c:v>-0.6506410729386257</c:v>
                </c:pt>
                <c:pt idx="126">
                  <c:v>0.4314391265401691</c:v>
                </c:pt>
                <c:pt idx="127">
                  <c:v>0.6608214965831469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reading number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16"/>
      </c:catAx>
      <c:valAx>
        <c:axId val="2094734552"/>
        <c:scaling>
          <c:orientation val="minMax"/>
          <c:max val="1.6"/>
          <c:min val="-1.6"/>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8"/>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the same readings after a 256-point FFT (dB)</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Sheet1!$A$2:$A$129</c:f>
              <c:multiLvlStrCache>
                <c:ptCount val="128"/>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lvl>
              </c:multiLvlStrCache>
            </c:multiLvlStrRef>
          </c:cat>
          <c:val>
            <c:numRef>
              <c:f>Sheet1!$B$2:$B$129</c:f>
              <c:numCache>
                <c:formatCode>General</c:formatCode>
                <c:ptCount val="128"/>
                <c:pt idx="0">
                  <c:v>-43.54508645250203</c:v>
                </c:pt>
                <c:pt idx="1">
                  <c:v>-41.70144412335616</c:v>
                </c:pt>
                <c:pt idx="2">
                  <c:v>-44.23196831330997</c:v>
                </c:pt>
                <c:pt idx="3">
                  <c:v>-47.18111774062915</c:v>
                </c:pt>
                <c:pt idx="4">
                  <c:v>-41.360176279431016</c:v>
                </c:pt>
                <c:pt idx="5">
                  <c:v>-43.070488336935504</c:v>
                </c:pt>
                <c:pt idx="6">
                  <c:v>-48.671478020394765</c:v>
                </c:pt>
                <c:pt idx="7">
                  <c:v>-57.28448715135926</c:v>
                </c:pt>
                <c:pt idx="8">
                  <c:v>-58.62585098120149</c:v>
                </c:pt>
                <c:pt idx="9">
                  <c:v>-49.421807581807265</c:v>
                </c:pt>
                <c:pt idx="10">
                  <c:v>-44.83341964515893</c:v>
                </c:pt>
                <c:pt idx="11">
                  <c:v>-48.6664050753215</c:v>
                </c:pt>
                <c:pt idx="12">
                  <c:v>-49.230879093452266</c:v>
                </c:pt>
                <c:pt idx="13">
                  <c:v>-39.2936628827438</c:v>
                </c:pt>
                <c:pt idx="14">
                  <c:v>-46.93542751110208</c:v>
                </c:pt>
                <c:pt idx="15">
                  <c:v>-42.1015906573058</c:v>
                </c:pt>
                <c:pt idx="16">
                  <c:v>-45.22251502906285</c:v>
                </c:pt>
                <c:pt idx="17">
                  <c:v>-49.898227275106954</c:v>
                </c:pt>
                <c:pt idx="18">
                  <c:v>-47.70829961896719</c:v>
                </c:pt>
                <c:pt idx="19">
                  <c:v>-40.95106643289611</c:v>
                </c:pt>
                <c:pt idx="20">
                  <c:v>-57.034779902524505</c:v>
                </c:pt>
                <c:pt idx="21">
                  <c:v>-44.407043891341154</c:v>
                </c:pt>
                <c:pt idx="22">
                  <c:v>-49.54142756837112</c:v>
                </c:pt>
                <c:pt idx="23">
                  <c:v>-53.94364253771762</c:v>
                </c:pt>
                <c:pt idx="24">
                  <c:v>-58.05459677203465</c:v>
                </c:pt>
                <c:pt idx="25">
                  <c:v>-52.348862599581295</c:v>
                </c:pt>
                <c:pt idx="26">
                  <c:v>-48.22031359101646</c:v>
                </c:pt>
                <c:pt idx="27">
                  <c:v>-44.4980900771284</c:v>
                </c:pt>
                <c:pt idx="28">
                  <c:v>-60.298951064010964</c:v>
                </c:pt>
                <c:pt idx="29">
                  <c:v>-47.05337279146156</c:v>
                </c:pt>
                <c:pt idx="30">
                  <c:v>0.014781213487796456</c:v>
                </c:pt>
                <c:pt idx="31">
                  <c:v>-46.24038291584792</c:v>
                </c:pt>
                <c:pt idx="32">
                  <c:v>-47.72589713490689</c:v>
                </c:pt>
                <c:pt idx="33">
                  <c:v>-36.82300001211835</c:v>
                </c:pt>
                <c:pt idx="34">
                  <c:v>-44.43368732521457</c:v>
                </c:pt>
                <c:pt idx="35">
                  <c:v>-43.69516960237324</c:v>
                </c:pt>
                <c:pt idx="36">
                  <c:v>-41.621397191168455</c:v>
                </c:pt>
                <c:pt idx="37">
                  <c:v>-50.38111275322393</c:v>
                </c:pt>
                <c:pt idx="38">
                  <c:v>-42.10973393918643</c:v>
                </c:pt>
                <c:pt idx="39">
                  <c:v>-64.9040985956107</c:v>
                </c:pt>
                <c:pt idx="40">
                  <c:v>-47.42963009253366</c:v>
                </c:pt>
                <c:pt idx="41">
                  <c:v>-53.231985976870334</c:v>
                </c:pt>
                <c:pt idx="42">
                  <c:v>-57.70008199774219</c:v>
                </c:pt>
                <c:pt idx="43">
                  <c:v>-46.06740256643101</c:v>
                </c:pt>
                <c:pt idx="44">
                  <c:v>-41.41955394275115</c:v>
                </c:pt>
                <c:pt idx="45">
                  <c:v>-45.83672059402845</c:v>
                </c:pt>
                <c:pt idx="46">
                  <c:v>-56.737802016003734</c:v>
                </c:pt>
                <c:pt idx="47">
                  <c:v>-49.86676464772045</c:v>
                </c:pt>
                <c:pt idx="48">
                  <c:v>-44.22684105603801</c:v>
                </c:pt>
                <c:pt idx="49">
                  <c:v>-38.963005107899306</c:v>
                </c:pt>
                <c:pt idx="50">
                  <c:v>-73.60198062318122</c:v>
                </c:pt>
                <c:pt idx="51">
                  <c:v>-39.97112316168442</c:v>
                </c:pt>
                <c:pt idx="52">
                  <c:v>-57.1217185269612</c:v>
                </c:pt>
                <c:pt idx="53">
                  <c:v>-43.01448404685708</c:v>
                </c:pt>
                <c:pt idx="54">
                  <c:v>-43.67782328712407</c:v>
                </c:pt>
                <c:pt idx="55">
                  <c:v>-44.76380906752559</c:v>
                </c:pt>
                <c:pt idx="56">
                  <c:v>-54.469444505891296</c:v>
                </c:pt>
                <c:pt idx="57">
                  <c:v>-39.38740942006265</c:v>
                </c:pt>
                <c:pt idx="58">
                  <c:v>-44.22063107894316</c:v>
                </c:pt>
                <c:pt idx="59">
                  <c:v>-41.373748921106866</c:v>
                </c:pt>
                <c:pt idx="60">
                  <c:v>-40.78869782488879</c:v>
                </c:pt>
                <c:pt idx="61">
                  <c:v>-38.687981163570875</c:v>
                </c:pt>
                <c:pt idx="62">
                  <c:v>-43.00500848742942</c:v>
                </c:pt>
                <c:pt idx="63">
                  <c:v>-44.094782956831224</c:v>
                </c:pt>
                <c:pt idx="64">
                  <c:v>-42.63902382651742</c:v>
                </c:pt>
                <c:pt idx="65">
                  <c:v>-45.194687643569004</c:v>
                </c:pt>
                <c:pt idx="66">
                  <c:v>-42.97875615318865</c:v>
                </c:pt>
                <c:pt idx="67">
                  <c:v>-58.52612023355458</c:v>
                </c:pt>
                <c:pt idx="68">
                  <c:v>-44.22055878418584</c:v>
                </c:pt>
                <c:pt idx="69">
                  <c:v>-47.80922620254459</c:v>
                </c:pt>
                <c:pt idx="70">
                  <c:v>-47.72589513943022</c:v>
                </c:pt>
                <c:pt idx="71">
                  <c:v>-52.520078605403775</c:v>
                </c:pt>
                <c:pt idx="72">
                  <c:v>-53.37187779811465</c:v>
                </c:pt>
                <c:pt idx="73">
                  <c:v>-44.59335772579788</c:v>
                </c:pt>
                <c:pt idx="74">
                  <c:v>-49.24285139323827</c:v>
                </c:pt>
                <c:pt idx="75">
                  <c:v>-10.606490792046866</c:v>
                </c:pt>
                <c:pt idx="76">
                  <c:v>-45.962726755133644</c:v>
                </c:pt>
                <c:pt idx="77">
                  <c:v>-44.584115818794714</c:v>
                </c:pt>
                <c:pt idx="78">
                  <c:v>-51.41769526260512</c:v>
                </c:pt>
                <c:pt idx="79">
                  <c:v>-48.74779334800425</c:v>
                </c:pt>
                <c:pt idx="80">
                  <c:v>-52.159483036291014</c:v>
                </c:pt>
                <c:pt idx="81">
                  <c:v>-49.530964102112634</c:v>
                </c:pt>
                <c:pt idx="82">
                  <c:v>-43.2632057477391</c:v>
                </c:pt>
                <c:pt idx="83">
                  <c:v>-43.70781472223851</c:v>
                </c:pt>
                <c:pt idx="84">
                  <c:v>-51.83531166987751</c:v>
                </c:pt>
                <c:pt idx="85">
                  <c:v>-45.647608233220225</c:v>
                </c:pt>
                <c:pt idx="86">
                  <c:v>-41.34545718909871</c:v>
                </c:pt>
                <c:pt idx="87">
                  <c:v>-40.48412920388553</c:v>
                </c:pt>
                <c:pt idx="88">
                  <c:v>-37.30859915161044</c:v>
                </c:pt>
                <c:pt idx="89">
                  <c:v>-52.63481331513973</c:v>
                </c:pt>
                <c:pt idx="90">
                  <c:v>-40.70655211456659</c:v>
                </c:pt>
                <c:pt idx="91">
                  <c:v>-45.98663630470715</c:v>
                </c:pt>
                <c:pt idx="92">
                  <c:v>-51.09772921776472</c:v>
                </c:pt>
                <c:pt idx="93">
                  <c:v>-55.00939547051775</c:v>
                </c:pt>
                <c:pt idx="94">
                  <c:v>-48.14422973931868</c:v>
                </c:pt>
                <c:pt idx="95">
                  <c:v>-58.34723178889149</c:v>
                </c:pt>
                <c:pt idx="96">
                  <c:v>-42.44473684634993</c:v>
                </c:pt>
                <c:pt idx="97">
                  <c:v>-44.97624415867293</c:v>
                </c:pt>
                <c:pt idx="98">
                  <c:v>-41.866375578571734</c:v>
                </c:pt>
                <c:pt idx="99">
                  <c:v>-49.18659819958988</c:v>
                </c:pt>
                <c:pt idx="100">
                  <c:v>-48.14199167159332</c:v>
                </c:pt>
                <c:pt idx="101">
                  <c:v>-50.779482924564846</c:v>
                </c:pt>
                <c:pt idx="102">
                  <c:v>-50.99404520149993</c:v>
                </c:pt>
                <c:pt idx="103">
                  <c:v>-41.055122730644634</c:v>
                </c:pt>
                <c:pt idx="104">
                  <c:v>-46.74678613847449</c:v>
                </c:pt>
                <c:pt idx="105">
                  <c:v>-46.10475680103949</c:v>
                </c:pt>
                <c:pt idx="106">
                  <c:v>-46.22848136415332</c:v>
                </c:pt>
                <c:pt idx="107">
                  <c:v>-44.339617900511925</c:v>
                </c:pt>
                <c:pt idx="108">
                  <c:v>-43.052632570015234</c:v>
                </c:pt>
                <c:pt idx="109">
                  <c:v>-44.39677968809542</c:v>
                </c:pt>
                <c:pt idx="110">
                  <c:v>-39.90970437231357</c:v>
                </c:pt>
                <c:pt idx="111">
                  <c:v>-39.9046204802042</c:v>
                </c:pt>
                <c:pt idx="112">
                  <c:v>-50.718799064347465</c:v>
                </c:pt>
                <c:pt idx="113">
                  <c:v>-42.34189249144998</c:v>
                </c:pt>
                <c:pt idx="114">
                  <c:v>-63.25612692263783</c:v>
                </c:pt>
                <c:pt idx="115">
                  <c:v>-44.44400875849044</c:v>
                </c:pt>
                <c:pt idx="116">
                  <c:v>-41.51292668060567</c:v>
                </c:pt>
                <c:pt idx="117">
                  <c:v>-38.78236867054211</c:v>
                </c:pt>
                <c:pt idx="118">
                  <c:v>-38.4486324391365</c:v>
                </c:pt>
                <c:pt idx="119">
                  <c:v>-54.16578637605351</c:v>
                </c:pt>
                <c:pt idx="120">
                  <c:v>-63.78361191934934</c:v>
                </c:pt>
                <c:pt idx="121">
                  <c:v>-41.13055444533482</c:v>
                </c:pt>
                <c:pt idx="122">
                  <c:v>-42.029289678154754</c:v>
                </c:pt>
                <c:pt idx="123">
                  <c:v>-39.87931226790588</c:v>
                </c:pt>
                <c:pt idx="124">
                  <c:v>-45.936600140765634</c:v>
                </c:pt>
                <c:pt idx="125">
                  <c:v>-38.860403197472436</c:v>
                </c:pt>
                <c:pt idx="126">
                  <c:v>-37.915929011432816</c:v>
                </c:pt>
                <c:pt idx="127">
                  <c:v>-64.47261103325219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frequency (kHz)  ·  one bucket = 1 kHz</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16"/>
      </c:catAx>
      <c:valAx>
        <c:axId val="2094734552"/>
        <c:scaling>
          <c:orientation val="minMax"/>
          <c:max val="5"/>
          <c:min val="-80"/>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20"/>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k = 1 (one wiggle)</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EC4B6"/>
              </a:solidFill>
              <a:ln w="9525" cap="flat">
                <a:solidFill>
                  <a:srgbClr val="2EC4B6"/>
                </a:solidFill>
                <a:prstDash val="solid"/>
                <a:round/>
              </a:ln>
              <a:effectLst/>
            </c:spPr>
          </c:marker>
          <c:cat>
            <c:multiLvlStrRef>
              <c:f>Sheet1!$A$2:$A$33</c:f>
              <c:multiLvlStrCache>
                <c:ptCount val="3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lvl>
              </c:multiLvlStrCache>
            </c:multiLvlStrRef>
          </c:cat>
          <c:val>
            <c:numRef>
              <c:f>Sheet1!$B$2:$B$33</c:f>
              <c:numCache>
                <c:formatCode>General</c:formatCode>
                <c:ptCount val="32"/>
                <c:pt idx="0">
                  <c:v>1</c:v>
                </c:pt>
                <c:pt idx="1">
                  <c:v>0.9807852804032304</c:v>
                </c:pt>
                <c:pt idx="2">
                  <c:v>0.9238795325112867</c:v>
                </c:pt>
                <c:pt idx="3">
                  <c:v>0.8314696123025452</c:v>
                </c:pt>
                <c:pt idx="4">
                  <c:v>0.7071067811865476</c:v>
                </c:pt>
                <c:pt idx="5">
                  <c:v>0.5555702330196023</c:v>
                </c:pt>
                <c:pt idx="6">
                  <c:v>0.38268343236508984</c:v>
                </c:pt>
                <c:pt idx="7">
                  <c:v>0.19509032201612833</c:v>
                </c:pt>
                <c:pt idx="8">
                  <c:v>6.123233995736766e-17</c:v>
                </c:pt>
                <c:pt idx="9">
                  <c:v>-0.1950903220161282</c:v>
                </c:pt>
                <c:pt idx="10">
                  <c:v>-0.3826834323650897</c:v>
                </c:pt>
                <c:pt idx="11">
                  <c:v>-0.555570233019602</c:v>
                </c:pt>
                <c:pt idx="12">
                  <c:v>-0.7071067811865475</c:v>
                </c:pt>
                <c:pt idx="13">
                  <c:v>-0.8314696123025453</c:v>
                </c:pt>
                <c:pt idx="14">
                  <c:v>-0.9238795325112867</c:v>
                </c:pt>
                <c:pt idx="15">
                  <c:v>-0.9807852804032304</c:v>
                </c:pt>
                <c:pt idx="16">
                  <c:v>-1</c:v>
                </c:pt>
                <c:pt idx="17">
                  <c:v>-0.9807852804032304</c:v>
                </c:pt>
                <c:pt idx="18">
                  <c:v>-0.9238795325112868</c:v>
                </c:pt>
                <c:pt idx="19">
                  <c:v>-0.8314696123025455</c:v>
                </c:pt>
                <c:pt idx="20">
                  <c:v>-0.7071067811865477</c:v>
                </c:pt>
                <c:pt idx="21">
                  <c:v>-0.5555702330196022</c:v>
                </c:pt>
                <c:pt idx="22">
                  <c:v>-0.38268343236509034</c:v>
                </c:pt>
                <c:pt idx="23">
                  <c:v>-0.19509032201612866</c:v>
                </c:pt>
                <c:pt idx="24">
                  <c:v>-1.8369701987210297e-16</c:v>
                </c:pt>
                <c:pt idx="25">
                  <c:v>0.1950903220161283</c:v>
                </c:pt>
                <c:pt idx="26">
                  <c:v>0.38268343236509</c:v>
                </c:pt>
                <c:pt idx="27">
                  <c:v>0.5555702330196018</c:v>
                </c:pt>
                <c:pt idx="28">
                  <c:v>0.7071067811865474</c:v>
                </c:pt>
                <c:pt idx="29">
                  <c:v>0.8314696123025452</c:v>
                </c:pt>
                <c:pt idx="30">
                  <c:v>0.9238795325112865</c:v>
                </c:pt>
                <c:pt idx="31">
                  <c:v>0.9807852804032303</c:v>
                </c:pt>
              </c:numCache>
            </c:numRef>
          </c:val>
          <c:smooth val="0"/>
        </c:ser>
        <c:ser>
          <c:idx val="1"/>
          <c:order val="1"/>
          <c:tx>
            <c:strRef>
              <c:f>Sheet1!$C$1</c:f>
              <c:strCache>
                <c:ptCount val="1"/>
                <c:pt idx="0">
                  <c:v>k = 2</c:v>
                </c:pt>
              </c:strCache>
            </c:strRef>
          </c:tx>
          <c:spPr>
            <a:solidFill>
              <a:srgbClr val="FFB703"/>
            </a:solidFill>
            <a:ln w="19050" cap="flat">
              <a:solidFill>
                <a:srgbClr val="FFB70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FFB703"/>
              </a:solidFill>
              <a:ln w="9525" cap="flat">
                <a:solidFill>
                  <a:srgbClr val="FFB703"/>
                </a:solidFill>
                <a:prstDash val="solid"/>
                <a:round/>
              </a:ln>
              <a:effectLst/>
            </c:spPr>
          </c:marker>
          <c:cat>
            <c:multiLvlStrRef>
              <c:f>Sheet1!$A$2:$A$33</c:f>
              <c:multiLvlStrCache>
                <c:ptCount val="3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lvl>
              </c:multiLvlStrCache>
            </c:multiLvlStrRef>
          </c:cat>
          <c:val>
            <c:numRef>
              <c:f>Sheet1!$C$2:$C$33</c:f>
              <c:numCache>
                <c:formatCode>General</c:formatCode>
                <c:ptCount val="32"/>
                <c:pt idx="0">
                  <c:v>1</c:v>
                </c:pt>
                <c:pt idx="1">
                  <c:v>0.9238795325112867</c:v>
                </c:pt>
                <c:pt idx="2">
                  <c:v>0.7071067811865476</c:v>
                </c:pt>
                <c:pt idx="3">
                  <c:v>0.38268343236508984</c:v>
                </c:pt>
                <c:pt idx="4">
                  <c:v>6.123233995736766e-17</c:v>
                </c:pt>
                <c:pt idx="5">
                  <c:v>-0.3826834323650897</c:v>
                </c:pt>
                <c:pt idx="6">
                  <c:v>-0.7071067811865475</c:v>
                </c:pt>
                <c:pt idx="7">
                  <c:v>-0.9238795325112867</c:v>
                </c:pt>
                <c:pt idx="8">
                  <c:v>-1</c:v>
                </c:pt>
                <c:pt idx="9">
                  <c:v>-0.9238795325112868</c:v>
                </c:pt>
                <c:pt idx="10">
                  <c:v>-0.7071067811865477</c:v>
                </c:pt>
                <c:pt idx="11">
                  <c:v>-0.38268343236509034</c:v>
                </c:pt>
                <c:pt idx="12">
                  <c:v>-1.8369701987210297e-16</c:v>
                </c:pt>
                <c:pt idx="13">
                  <c:v>0.38268343236509</c:v>
                </c:pt>
                <c:pt idx="14">
                  <c:v>0.7071067811865474</c:v>
                </c:pt>
                <c:pt idx="15">
                  <c:v>0.9238795325112865</c:v>
                </c:pt>
                <c:pt idx="16">
                  <c:v>1</c:v>
                </c:pt>
                <c:pt idx="17">
                  <c:v>0.9238795325112867</c:v>
                </c:pt>
                <c:pt idx="18">
                  <c:v>0.7071067811865477</c:v>
                </c:pt>
                <c:pt idx="19">
                  <c:v>0.38268343236509045</c:v>
                </c:pt>
                <c:pt idx="20">
                  <c:v>3.061616997868383e-16</c:v>
                </c:pt>
                <c:pt idx="21">
                  <c:v>-0.3826834323650899</c:v>
                </c:pt>
                <c:pt idx="22">
                  <c:v>-0.7071067811865467</c:v>
                </c:pt>
                <c:pt idx="23">
                  <c:v>-0.9238795325112864</c:v>
                </c:pt>
                <c:pt idx="24">
                  <c:v>-1</c:v>
                </c:pt>
                <c:pt idx="25">
                  <c:v>-0.9238795325112867</c:v>
                </c:pt>
                <c:pt idx="26">
                  <c:v>-0.7071067811865471</c:v>
                </c:pt>
                <c:pt idx="27">
                  <c:v>-0.38268343236509056</c:v>
                </c:pt>
                <c:pt idx="28">
                  <c:v>-4.286263797015736e-16</c:v>
                </c:pt>
                <c:pt idx="29">
                  <c:v>0.3826834323650898</c:v>
                </c:pt>
                <c:pt idx="30">
                  <c:v>0.7071067811865466</c:v>
                </c:pt>
                <c:pt idx="31">
                  <c:v>0.9238795325112864</c:v>
                </c:pt>
              </c:numCache>
            </c:numRef>
          </c:val>
          <c:smooth val="0"/>
        </c:ser>
        <c:ser>
          <c:idx val="2"/>
          <c:order val="2"/>
          <c:tx>
            <c:strRef>
              <c:f>Sheet1!$D$1</c:f>
              <c:strCache>
                <c:ptCount val="1"/>
                <c:pt idx="0">
                  <c:v>k = 3</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76F51"/>
              </a:solidFill>
              <a:ln w="9525" cap="flat">
                <a:solidFill>
                  <a:srgbClr val="E76F51"/>
                </a:solidFill>
                <a:prstDash val="solid"/>
                <a:round/>
              </a:ln>
              <a:effectLst/>
            </c:spPr>
          </c:marker>
          <c:cat>
            <c:multiLvlStrRef>
              <c:f>Sheet1!$A$2:$A$33</c:f>
              <c:multiLvlStrCache>
                <c:ptCount val="3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lvl>
              </c:multiLvlStrCache>
            </c:multiLvlStrRef>
          </c:cat>
          <c:val>
            <c:numRef>
              <c:f>Sheet1!$D$2:$D$33</c:f>
              <c:numCache>
                <c:formatCode>General</c:formatCode>
                <c:ptCount val="32"/>
                <c:pt idx="0">
                  <c:v>1</c:v>
                </c:pt>
                <c:pt idx="1">
                  <c:v>0.8314696123025452</c:v>
                </c:pt>
                <c:pt idx="2">
                  <c:v>0.38268343236508984</c:v>
                </c:pt>
                <c:pt idx="3">
                  <c:v>-0.1950903220161282</c:v>
                </c:pt>
                <c:pt idx="4">
                  <c:v>-0.7071067811865475</c:v>
                </c:pt>
                <c:pt idx="5">
                  <c:v>-0.9807852804032304</c:v>
                </c:pt>
                <c:pt idx="6">
                  <c:v>-0.9238795325112868</c:v>
                </c:pt>
                <c:pt idx="7">
                  <c:v>-0.5555702330196022</c:v>
                </c:pt>
                <c:pt idx="8">
                  <c:v>-1.8369701987210297e-16</c:v>
                </c:pt>
                <c:pt idx="9">
                  <c:v>0.5555702330196018</c:v>
                </c:pt>
                <c:pt idx="10">
                  <c:v>0.9238795325112865</c:v>
                </c:pt>
                <c:pt idx="11">
                  <c:v>0.9807852804032304</c:v>
                </c:pt>
                <c:pt idx="12">
                  <c:v>0.7071067811865477</c:v>
                </c:pt>
                <c:pt idx="13">
                  <c:v>0.19509032201612878</c:v>
                </c:pt>
                <c:pt idx="14">
                  <c:v>-0.3826834323650899</c:v>
                </c:pt>
                <c:pt idx="15">
                  <c:v>-0.8314696123025451</c:v>
                </c:pt>
                <c:pt idx="16">
                  <c:v>-1</c:v>
                </c:pt>
                <c:pt idx="17">
                  <c:v>-0.8314696123025456</c:v>
                </c:pt>
                <c:pt idx="18">
                  <c:v>-0.38268343236509056</c:v>
                </c:pt>
                <c:pt idx="19">
                  <c:v>0.1950903220161272</c:v>
                </c:pt>
                <c:pt idx="20">
                  <c:v>0.7071067811865466</c:v>
                </c:pt>
                <c:pt idx="21">
                  <c:v>0.9807852804032304</c:v>
                </c:pt>
                <c:pt idx="22">
                  <c:v>0.9238795325112867</c:v>
                </c:pt>
                <c:pt idx="23">
                  <c:v>0.5555702330196025</c:v>
                </c:pt>
                <c:pt idx="24">
                  <c:v>5.51091059616309e-16</c:v>
                </c:pt>
                <c:pt idx="25">
                  <c:v>-0.5555702330196015</c:v>
                </c:pt>
                <c:pt idx="26">
                  <c:v>-0.9238795325112864</c:v>
                </c:pt>
                <c:pt idx="27">
                  <c:v>-0.9807852804032307</c:v>
                </c:pt>
                <c:pt idx="28">
                  <c:v>-0.7071067811865474</c:v>
                </c:pt>
                <c:pt idx="29">
                  <c:v>-0.19509032201613002</c:v>
                </c:pt>
                <c:pt idx="30">
                  <c:v>0.38268343236508956</c:v>
                </c:pt>
                <c:pt idx="31">
                  <c:v>0.831469612302544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reading n  (N = 32)</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4"/>
      </c:catAx>
      <c:valAx>
        <c:axId val="2094734552"/>
        <c:scaling>
          <c:orientation val="minMax"/>
          <c:max val="1.2"/>
          <c:min val="-1.2"/>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test cosine</a:t>
                </a:r>
              </a:p>
            </c:rich>
          </c:tx>
          <c:layout/>
          <c:overlay val="0"/>
        </c:title>
        <c:numFmt formatCode="0.0"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0.4"/>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how many times less work than the plain DFT</c:v>
                </c:pt>
              </c:strCache>
            </c:strRef>
          </c:tx>
          <c:spPr>
            <a:solidFill>
              <a:srgbClr val="2EC4B6"/>
            </a:solidFill>
            <a:effectLst/>
          </c:spPr>
          <c:invertIfNegative val="0"/>
          <c:dLbls>
            <c:numFmt formatCode="#,##0&quot;×&quot;" sourceLinked="0"/>
            <c:txPr>
              <a:bodyPr/>
              <a:lstStyle/>
              <a:p>
                <a:pPr>
                  <a:defRPr b="0" i="0" strike="noStrike" sz="900" u="none">
                    <a:solidFill>
                      <a:srgbClr val="14213D"/>
                    </a:solidFill>
                    <a:latin typeface="Calibri"/>
                  </a:defRPr>
                </a:pPr>
              </a:p>
            </c:txPr>
            <c:showLegendKey val="0"/>
            <c:showVal val="1"/>
            <c:showCatName val="0"/>
            <c:showSerName val="0"/>
            <c:showPercent val="0"/>
            <c:showBubbleSize val="0"/>
            <c:showLeaderLines val="0"/>
          </c:dLbls>
          <c:cat>
            <c:multiLvlStrRef>
              <c:f>Sheet1!$A$2:$A$6</c:f>
              <c:multiLvlStrCache>
                <c:ptCount val="5"/>
                <c:lvl>
                  <c:pt idx="0">
                    <c:v>64</c:v>
                  </c:pt>
                  <c:pt idx="1">
                    <c:v>256</c:v>
                  </c:pt>
                  <c:pt idx="2">
                    <c:v>1,024</c:v>
                  </c:pt>
                  <c:pt idx="3">
                    <c:v>4,096</c:v>
                  </c:pt>
                  <c:pt idx="4">
                    <c:v>16,384</c:v>
                  </c:pt>
                </c:lvl>
              </c:multiLvlStrCache>
            </c:multiLvlStrRef>
          </c:cat>
          <c:val>
            <c:numRef>
              <c:f>Sheet1!$B$2:$B$6</c:f>
              <c:numCache>
                <c:formatCode>General</c:formatCode>
                <c:ptCount val="5"/>
                <c:pt idx="0">
                  <c:v>21</c:v>
                </c:pt>
                <c:pt idx="1">
                  <c:v>64</c:v>
                </c:pt>
                <c:pt idx="2">
                  <c:v>205</c:v>
                </c:pt>
                <c:pt idx="3">
                  <c:v>683</c:v>
                </c:pt>
                <c:pt idx="4">
                  <c:v>2341</c:v>
                </c:pt>
              </c:numCache>
            </c:numRef>
          </c:val>
        </c:ser>
        <c:dLbls>
          <c:numFmt formatCode="#,##0&quot;×&quot;" sourceLinked="0"/>
          <c:txPr>
            <a:bodyPr/>
            <a:lstStyle/>
            <a:p>
              <a:pPr>
                <a:defRPr b="0" i="0" strike="noStrike" sz="900" u="none">
                  <a:solidFill>
                    <a:srgbClr val="14213D"/>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number of readings N</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catAx>
      <c:valAx>
        <c:axId val="2094734552"/>
        <c:scaling>
          <c:orientation val="minMax"/>
        </c:scaling>
        <c:delete val="1"/>
        <c:axPos val="l"/>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with Hann window</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Sheet1!$B$2:$B$65</c:f>
              <c:numCache>
                <c:formatCode>General</c:formatCode>
                <c:ptCount val="64"/>
                <c:pt idx="0">
                  <c:v>-100</c:v>
                </c:pt>
                <c:pt idx="1">
                  <c:v>-97.77750035270543</c:v>
                </c:pt>
                <c:pt idx="2">
                  <c:v>-91.54857550457628</c:v>
                </c:pt>
                <c:pt idx="3">
                  <c:v>-87.6765704972934</c:v>
                </c:pt>
                <c:pt idx="4">
                  <c:v>-84.6811412107864</c:v>
                </c:pt>
                <c:pt idx="5">
                  <c:v>-82.09300115441857</c:v>
                </c:pt>
                <c:pt idx="6">
                  <c:v>-79.69676207288033</c:v>
                </c:pt>
                <c:pt idx="7">
                  <c:v>-77.36999661292968</c:v>
                </c:pt>
                <c:pt idx="8">
                  <c:v>-75.03058338142598</c:v>
                </c:pt>
                <c:pt idx="9">
                  <c:v>-72.61447210517835</c:v>
                </c:pt>
                <c:pt idx="10">
                  <c:v>-70.06399446905128</c:v>
                </c:pt>
                <c:pt idx="11">
                  <c:v>-67.31993095869002</c:v>
                </c:pt>
                <c:pt idx="12">
                  <c:v>-64.31417813970131</c:v>
                </c:pt>
                <c:pt idx="13">
                  <c:v>-60.96062723518939</c:v>
                </c:pt>
                <c:pt idx="14">
                  <c:v>-57.1410073108315</c:v>
                </c:pt>
                <c:pt idx="15">
                  <c:v>-52.67914477937627</c:v>
                </c:pt>
                <c:pt idx="16">
                  <c:v>-47.28699691681538</c:v>
                </c:pt>
                <c:pt idx="17">
                  <c:v>-40.429940793228525</c:v>
                </c:pt>
                <c:pt idx="18">
                  <c:v>-30.883268752197694</c:v>
                </c:pt>
                <c:pt idx="19">
                  <c:v>-13.979688465668083</c:v>
                </c:pt>
                <c:pt idx="20">
                  <c:v>0</c:v>
                </c:pt>
                <c:pt idx="21">
                  <c:v>-0.00008558573961411366</c:v>
                </c:pt>
                <c:pt idx="22">
                  <c:v>-13.979257220566092</c:v>
                </c:pt>
                <c:pt idx="23">
                  <c:v>-30.880203096206557</c:v>
                </c:pt>
                <c:pt idx="24">
                  <c:v>-40.420528675864674</c:v>
                </c:pt>
                <c:pt idx="25">
                  <c:v>-47.26564249560713</c:v>
                </c:pt>
                <c:pt idx="26">
                  <c:v>-52.637930722147594</c:v>
                </c:pt>
                <c:pt idx="27">
                  <c:v>-57.06907026632625</c:v>
                </c:pt>
                <c:pt idx="28">
                  <c:v>-60.84328713367504</c:v>
                </c:pt>
                <c:pt idx="29">
                  <c:v>-64.13173023752437</c:v>
                </c:pt>
                <c:pt idx="30">
                  <c:v>-67.04595902588684</c:v>
                </c:pt>
                <c:pt idx="31">
                  <c:v>-69.66297960697068</c:v>
                </c:pt>
                <c:pt idx="32">
                  <c:v>-72.0383258475021</c:v>
                </c:pt>
                <c:pt idx="33">
                  <c:v>-74.21346704821725</c:v>
                </c:pt>
                <c:pt idx="34">
                  <c:v>-76.22027102726051</c:v>
                </c:pt>
                <c:pt idx="35">
                  <c:v>-78.08382966998309</c:v>
                </c:pt>
                <c:pt idx="36">
                  <c:v>-79.82432234639676</c:v>
                </c:pt>
                <c:pt idx="37">
                  <c:v>-81.45828815163675</c:v>
                </c:pt>
                <c:pt idx="38">
                  <c:v>-82.99952125544188</c:v>
                </c:pt>
                <c:pt idx="39">
                  <c:v>-84.4597185647754</c:v>
                </c:pt>
                <c:pt idx="40">
                  <c:v>-85.84896056734983</c:v>
                </c:pt>
                <c:pt idx="41">
                  <c:v>-87.17607775178962</c:v>
                </c:pt>
                <c:pt idx="42">
                  <c:v>-88.44893767301966</c:v>
                </c:pt>
                <c:pt idx="43">
                  <c:v>-89.6746770039085</c:v>
                </c:pt>
                <c:pt idx="44">
                  <c:v>-90.85989618328736</c:v>
                </c:pt>
                <c:pt idx="45">
                  <c:v>-92.01083013520656</c:v>
                </c:pt>
                <c:pt idx="46">
                  <c:v>-93.13350616991326</c:v>
                </c:pt>
                <c:pt idx="47">
                  <c:v>-94.23389922453721</c:v>
                </c:pt>
                <c:pt idx="48">
                  <c:v>-95.31809484811447</c:v>
                </c:pt>
                <c:pt idx="49">
                  <c:v>-96.3924720288895</c:v>
                </c:pt>
                <c:pt idx="50">
                  <c:v>-97.4639214397391</c:v>
                </c:pt>
                <c:pt idx="51">
                  <c:v>-98.54012091219438</c:v>
                </c:pt>
                <c:pt idx="52">
                  <c:v>-99.62990080282955</c:v>
                </c:pt>
                <c:pt idx="53">
                  <c:v>-100</c:v>
                </c:pt>
                <c:pt idx="54">
                  <c:v>-100</c:v>
                </c:pt>
                <c:pt idx="55">
                  <c:v>-100</c:v>
                </c:pt>
                <c:pt idx="56">
                  <c:v>-100</c:v>
                </c:pt>
                <c:pt idx="57">
                  <c:v>-100</c:v>
                </c:pt>
                <c:pt idx="58">
                  <c:v>-100</c:v>
                </c:pt>
                <c:pt idx="59">
                  <c:v>-100</c:v>
                </c:pt>
                <c:pt idx="60">
                  <c:v>-100</c:v>
                </c:pt>
                <c:pt idx="61">
                  <c:v>-100</c:v>
                </c:pt>
                <c:pt idx="62">
                  <c:v>-100</c:v>
                </c:pt>
                <c:pt idx="63">
                  <c:v>-100</c:v>
                </c:pt>
              </c:numCache>
            </c:numRef>
          </c:val>
          <c:smooth val="0"/>
        </c:ser>
        <c:ser>
          <c:idx val="1"/>
          <c:order val="1"/>
          <c:tx>
            <c:strRef>
              <c:f>Sheet1!$C$1</c:f>
              <c:strCache>
                <c:ptCount val="1"/>
                <c:pt idx="0">
                  <c:v>no window</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Sheet1!$C$2:$C$65</c:f>
              <c:numCache>
                <c:formatCode>General</c:formatCode>
                <c:ptCount val="64"/>
                <c:pt idx="0">
                  <c:v>-32.26877862296027</c:v>
                </c:pt>
                <c:pt idx="1">
                  <c:v>-32.22043951566368</c:v>
                </c:pt>
                <c:pt idx="2">
                  <c:v>-32.0760928869243</c:v>
                </c:pt>
                <c:pt idx="3">
                  <c:v>-31.8376221540992</c:v>
                </c:pt>
                <c:pt idx="4">
                  <c:v>-31.5077632774302</c:v>
                </c:pt>
                <c:pt idx="5">
                  <c:v>-31.08957953414763</c:v>
                </c:pt>
                <c:pt idx="6">
                  <c:v>-30.58585153297129</c:v>
                </c:pt>
                <c:pt idx="7">
                  <c:v>-29.99844708156434</c:v>
                </c:pt>
                <c:pt idx="8">
                  <c:v>-29.327698918729688</c:v>
                </c:pt>
                <c:pt idx="9">
                  <c:v>-28.571772047740012</c:v>
                </c:pt>
                <c:pt idx="10">
                  <c:v>-27.725951955309736</c:v>
                </c:pt>
                <c:pt idx="11">
                  <c:v>-26.7817248137731</c:v>
                </c:pt>
                <c:pt idx="12">
                  <c:v>-25.725429523460832</c:v>
                </c:pt>
                <c:pt idx="13">
                  <c:v>-24.536089810564754</c:v>
                </c:pt>
                <c:pt idx="14">
                  <c:v>-23.181666380515445</c:v>
                </c:pt>
                <c:pt idx="15">
                  <c:v>-21.612098090665395</c:v>
                </c:pt>
                <c:pt idx="16">
                  <c:v>-19.745201798352333</c:v>
                </c:pt>
                <c:pt idx="17">
                  <c:v>-17.434469369531886</c:v>
                </c:pt>
                <c:pt idx="18">
                  <c:v>-14.38120324715789</c:v>
                </c:pt>
                <c:pt idx="19">
                  <c:v>-9.811504137354174</c:v>
                </c:pt>
                <c:pt idx="20">
                  <c:v>-0.13498228091190487</c:v>
                </c:pt>
                <c:pt idx="21">
                  <c:v>0</c:v>
                </c:pt>
                <c:pt idx="22">
                  <c:v>-9.40691717679078</c:v>
                </c:pt>
                <c:pt idx="23">
                  <c:v>-13.70811703028522</c:v>
                </c:pt>
                <c:pt idx="24">
                  <c:v>-16.49481316958277</c:v>
                </c:pt>
                <c:pt idx="25">
                  <c:v>-18.54186247118658</c:v>
                </c:pt>
                <c:pt idx="26">
                  <c:v>-20.149113889408397</c:v>
                </c:pt>
                <c:pt idx="27">
                  <c:v>-21.464486959332156</c:v>
                </c:pt>
                <c:pt idx="28">
                  <c:v>-22.57190937857766</c:v>
                </c:pt>
                <c:pt idx="29">
                  <c:v>-23.52359992504936</c:v>
                </c:pt>
                <c:pt idx="30">
                  <c:v>-24.35425343200087</c:v>
                </c:pt>
                <c:pt idx="31">
                  <c:v>-25.0880848697484</c:v>
                </c:pt>
                <c:pt idx="32">
                  <c:v>-25.74265475453132</c:v>
                </c:pt>
                <c:pt idx="33">
                  <c:v>-26.33109409760678</c:v>
                </c:pt>
                <c:pt idx="34">
                  <c:v>-26.86347083088357</c:v>
                </c:pt>
                <c:pt idx="35">
                  <c:v>-27.34766695511145</c:v>
                </c:pt>
                <c:pt idx="36">
                  <c:v>-27.789962679535726</c:v>
                </c:pt>
                <c:pt idx="37">
                  <c:v>-28.195437680094066</c:v>
                </c:pt>
                <c:pt idx="38">
                  <c:v>-28.56825413670213</c:v>
                </c:pt>
                <c:pt idx="39">
                  <c:v>-28.911861009533304</c:v>
                </c:pt>
                <c:pt idx="40">
                  <c:v>-29.22914445047155</c:v>
                </c:pt>
                <c:pt idx="41">
                  <c:v>-29.522540519743554</c:v>
                </c:pt>
                <c:pt idx="42">
                  <c:v>-29.794120981586545</c:v>
                </c:pt>
                <c:pt idx="43">
                  <c:v>-30.045659521651586</c:v>
                </c:pt>
                <c:pt idx="44">
                  <c:v>-30.278683492445715</c:v>
                </c:pt>
                <c:pt idx="45">
                  <c:v>-30.49451480282172</c:v>
                </c:pt>
                <c:pt idx="46">
                  <c:v>-30.694302554365702</c:v>
                </c:pt>
                <c:pt idx="47">
                  <c:v>-30.879049326212893</c:v>
                </c:pt>
                <c:pt idx="48">
                  <c:v>-31.049632516279175</c:v>
                </c:pt>
                <c:pt idx="49">
                  <c:v>-31.206821794326203</c:v>
                </c:pt>
                <c:pt idx="50">
                  <c:v>-31.35129346686476</c:v>
                </c:pt>
                <c:pt idx="51">
                  <c:v>-31.483642366537286</c:v>
                </c:pt>
                <c:pt idx="52">
                  <c:v>-31.604391739452996</c:v>
                </c:pt>
                <c:pt idx="53">
                  <c:v>-31.71400149950104</c:v>
                </c:pt>
                <c:pt idx="54">
                  <c:v>-31.812875139383028</c:v>
                </c:pt>
                <c:pt idx="55">
                  <c:v>-31.9013655273257</c:v>
                </c:pt>
                <c:pt idx="56">
                  <c:v>-31.979779771406417</c:v>
                </c:pt>
                <c:pt idx="57">
                  <c:v>-32.04838329662681</c:v>
                </c:pt>
                <c:pt idx="58">
                  <c:v>-32.10740325085116</c:v>
                </c:pt>
                <c:pt idx="59">
                  <c:v>-32.1570313325403</c:v>
                </c:pt>
                <c:pt idx="60">
                  <c:v>-32.19742611451419</c:v>
                </c:pt>
                <c:pt idx="61">
                  <c:v>-32.22871492269362</c:v>
                </c:pt>
                <c:pt idx="62">
                  <c:v>-32.250995316062664</c:v>
                </c:pt>
                <c:pt idx="63">
                  <c:v>-32.26433620338928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bucket k  ·  tone at k = 20.5, N = 128</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8"/>
      </c:catAx>
      <c:valAx>
        <c:axId val="2094734552"/>
        <c:scaling>
          <c:orientation val="minMax"/>
          <c:max val="5"/>
          <c:min val="-100"/>
        </c:scaling>
        <c:delete val="0"/>
        <c:axPos val="l"/>
        <c:majorGridlines>
          <c:spPr>
            <a:ln w="6350" cap="flat">
              <a:solidFill>
                <a:srgbClr val="D9E1EA"/>
              </a:solidFill>
              <a:prstDash val="solid"/>
              <a:round/>
            </a:ln>
          </c:spPr>
        </c:majorGridlines>
        <c:title>
          <c:tx>
            <c:rich>
              <a:bodyPr/>
              <a:lstStyle/>
              <a:p>
                <a:pPr>
                  <a:defRPr sz="900" b="0" i="0" u="none" strike="noStrike">
                    <a:solidFill>
                      <a:srgbClr val="5B6B7F"/>
                    </a:solidFill>
                    <a:latin typeface="Calibri"/>
                  </a:defRPr>
                </a:pPr>
                <a:r>
                  <a:rPr sz="900" b="0" i="0" u="none" strike="noStrike">
                    <a:solidFill>
                      <a:srgbClr val="5B6B7F"/>
                    </a:solidFill>
                    <a:latin typeface="Calibri"/>
                  </a:rPr>
                  <a:t>level (dB)</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20"/>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original readings</c:v>
                </c:pt>
              </c:strCache>
            </c:strRef>
          </c:tx>
          <c:spPr>
            <a:solidFill>
              <a:srgbClr val="E76F51"/>
            </a:solidFill>
            <a:ln w="190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76F51"/>
              </a:solidFill>
              <a:ln w="9525" cap="flat">
                <a:solidFill>
                  <a:srgbClr val="E76F51"/>
                </a:solidFill>
                <a:prstDash val="solid"/>
                <a:round/>
              </a:ln>
              <a:effectLst/>
            </c:spPr>
          </c:marker>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Sheet1!$B$2:$B$65</c:f>
              <c:numCache>
                <c:formatCode>General</c:formatCode>
                <c:ptCount val="64"/>
                <c:pt idx="0">
                  <c:v>1.0379549821838736</c:v>
                </c:pt>
                <c:pt idx="1">
                  <c:v>1.3286856324727514</c:v>
                </c:pt>
                <c:pt idx="2">
                  <c:v>1.2658148545590844</c:v>
                </c:pt>
                <c:pt idx="3">
                  <c:v>1.09998968078207</c:v>
                </c:pt>
                <c:pt idx="4">
                  <c:v>0.491052588795692</c:v>
                </c:pt>
                <c:pt idx="5">
                  <c:v>-0.028692210257521073</c:v>
                </c:pt>
                <c:pt idx="6">
                  <c:v>-0.5668046790300857</c:v>
                </c:pt>
                <c:pt idx="7">
                  <c:v>-0.9773682576549871</c:v>
                </c:pt>
                <c:pt idx="8">
                  <c:v>-0.9795358717357915</c:v>
                </c:pt>
                <c:pt idx="9">
                  <c:v>-0.9850440400430485</c:v>
                </c:pt>
                <c:pt idx="10">
                  <c:v>-0.6470274810225051</c:v>
                </c:pt>
                <c:pt idx="11">
                  <c:v>-0.46859199629147447</c:v>
                </c:pt>
                <c:pt idx="12">
                  <c:v>-0.42982775554756475</c:v>
                </c:pt>
                <c:pt idx="13">
                  <c:v>-0.6345478008512173</c:v>
                </c:pt>
                <c:pt idx="14">
                  <c:v>-0.6600351124217217</c:v>
                </c:pt>
                <c:pt idx="15">
                  <c:v>-0.7166988896362892</c:v>
                </c:pt>
                <c:pt idx="16">
                  <c:v>-0.42069004341028654</c:v>
                </c:pt>
                <c:pt idx="17">
                  <c:v>-0.13859737356931806</c:v>
                </c:pt>
                <c:pt idx="18">
                  <c:v>0.5090845060156658</c:v>
                </c:pt>
                <c:pt idx="19">
                  <c:v>1.0534054820690013</c:v>
                </c:pt>
                <c:pt idx="20">
                  <c:v>1.3365349184185304</c:v>
                </c:pt>
                <c:pt idx="21">
                  <c:v>1.3774585675989124</c:v>
                </c:pt>
                <c:pt idx="22">
                  <c:v>1.317272046081538</c:v>
                </c:pt>
                <c:pt idx="23">
                  <c:v>0.7745701869348308</c:v>
                </c:pt>
                <c:pt idx="24">
                  <c:v>0.308077253258793</c:v>
                </c:pt>
                <c:pt idx="25">
                  <c:v>-0.10154324126409175</c:v>
                </c:pt>
                <c:pt idx="26">
                  <c:v>-0.22662895810865677</c:v>
                </c:pt>
                <c:pt idx="27">
                  <c:v>-0.1448308012056671</c:v>
                </c:pt>
                <c:pt idx="28">
                  <c:v>-0.2422472147188496</c:v>
                </c:pt>
                <c:pt idx="29">
                  <c:v>-0.2772436774972157</c:v>
                </c:pt>
                <c:pt idx="30">
                  <c:v>-0.271358353270264</c:v>
                </c:pt>
                <c:pt idx="31">
                  <c:v>-0.6763388455032013</c:v>
                </c:pt>
                <c:pt idx="32">
                  <c:v>-1.0184875936713065</c:v>
                </c:pt>
                <c:pt idx="33">
                  <c:v>-1.1769894995576569</c:v>
                </c:pt>
                <c:pt idx="34">
                  <c:v>-1.3674670763132777</c:v>
                </c:pt>
                <c:pt idx="35">
                  <c:v>-1.0981334296745413</c:v>
                </c:pt>
                <c:pt idx="36">
                  <c:v>-0.6305734156848946</c:v>
                </c:pt>
                <c:pt idx="37">
                  <c:v>0.12097007602127398</c:v>
                </c:pt>
                <c:pt idx="38">
                  <c:v>0.6552974147847829</c:v>
                </c:pt>
                <c:pt idx="39">
                  <c:v>1.0447515934651415</c:v>
                </c:pt>
                <c:pt idx="40">
                  <c:v>1.0629707534713841</c:v>
                </c:pt>
                <c:pt idx="41">
                  <c:v>0.9919435587489531</c:v>
                </c:pt>
                <c:pt idx="42">
                  <c:v>0.7328312979091234</c:v>
                </c:pt>
                <c:pt idx="43">
                  <c:v>0.44464045433309807</c:v>
                </c:pt>
                <c:pt idx="44">
                  <c:v>0.4891492797969542</c:v>
                </c:pt>
                <c:pt idx="45">
                  <c:v>0.5528358865074587</c:v>
                </c:pt>
                <c:pt idx="46">
                  <c:v>0.6161520547380154</c:v>
                </c:pt>
                <c:pt idx="47">
                  <c:v>0.7325670197762967</c:v>
                </c:pt>
                <c:pt idx="48">
                  <c:v>0.5218836199026561</c:v>
                </c:pt>
                <c:pt idx="49">
                  <c:v>-0.0021540698148985044</c:v>
                </c:pt>
                <c:pt idx="50">
                  <c:v>-0.3716230136895527</c:v>
                </c:pt>
                <c:pt idx="51">
                  <c:v>-1.0404049623556135</c:v>
                </c:pt>
                <c:pt idx="52">
                  <c:v>-1.4157974107585884</c:v>
                </c:pt>
                <c:pt idx="53">
                  <c:v>-1.39873440499239</c:v>
                </c:pt>
                <c:pt idx="54">
                  <c:v>-1.3087313850538829</c:v>
                </c:pt>
                <c:pt idx="55">
                  <c:v>-0.8978686383789647</c:v>
                </c:pt>
                <c:pt idx="56">
                  <c:v>-0.2868202009676095</c:v>
                </c:pt>
                <c:pt idx="57">
                  <c:v>-0.01802625978386261</c:v>
                </c:pt>
                <c:pt idx="58">
                  <c:v>0.32030179542564563</c:v>
                </c:pt>
                <c:pt idx="59">
                  <c:v>0.14590458269972018</c:v>
                </c:pt>
                <c:pt idx="60">
                  <c:v>0.16155415819132285</c:v>
                </c:pt>
                <c:pt idx="61">
                  <c:v>0.24513382862166228</c:v>
                </c:pt>
                <c:pt idx="62">
                  <c:v>0.3039233287312537</c:v>
                </c:pt>
                <c:pt idx="63">
                  <c:v>0.6718953962555729</c:v>
                </c:pt>
              </c:numCache>
            </c:numRef>
          </c:val>
          <c:smooth val="0"/>
        </c:ser>
        <c:ser>
          <c:idx val="1"/>
          <c:order val="1"/>
          <c:tx>
            <c:strRef>
              <c:f>Sheet1!$C$1</c:f>
              <c:strCache>
                <c:ptCount val="1"/>
                <c:pt idx="0">
                  <c:v>IFFT(FFT(x))</c:v>
                </c:pt>
              </c:strCache>
            </c:strRef>
          </c:tx>
          <c:spPr>
            <a:solidFill>
              <a:srgbClr val="2EC4B6"/>
            </a:solidFill>
            <a:ln w="19050"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EC4B6"/>
              </a:solidFill>
              <a:ln w="9525" cap="flat">
                <a:solidFill>
                  <a:srgbClr val="2EC4B6"/>
                </a:solidFill>
                <a:prstDash val="solid"/>
                <a:round/>
              </a:ln>
              <a:effectLst/>
            </c:spPr>
          </c:marker>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Sheet1!$C$2:$C$65</c:f>
              <c:numCache>
                <c:formatCode>General</c:formatCode>
                <c:ptCount val="64"/>
                <c:pt idx="0">
                  <c:v>1.0379549821838736</c:v>
                </c:pt>
                <c:pt idx="1">
                  <c:v>1.3286856324727512</c:v>
                </c:pt>
                <c:pt idx="2">
                  <c:v>1.2658148545590844</c:v>
                </c:pt>
                <c:pt idx="3">
                  <c:v>1.0999896807820697</c:v>
                </c:pt>
                <c:pt idx="4">
                  <c:v>0.491052588795692</c:v>
                </c:pt>
                <c:pt idx="5">
                  <c:v>-0.028692210257521222</c:v>
                </c:pt>
                <c:pt idx="6">
                  <c:v>-0.5668046790300859</c:v>
                </c:pt>
                <c:pt idx="7">
                  <c:v>-0.9773682576549874</c:v>
                </c:pt>
                <c:pt idx="8">
                  <c:v>-0.9795358717357916</c:v>
                </c:pt>
                <c:pt idx="9">
                  <c:v>-0.9850440400430484</c:v>
                </c:pt>
                <c:pt idx="10">
                  <c:v>-0.6470274810225052</c:v>
                </c:pt>
                <c:pt idx="11">
                  <c:v>-0.46859199629147436</c:v>
                </c:pt>
                <c:pt idx="12">
                  <c:v>-0.4298277555475647</c:v>
                </c:pt>
                <c:pt idx="13">
                  <c:v>-0.6345478008512172</c:v>
                </c:pt>
                <c:pt idx="14">
                  <c:v>-0.6600351124217216</c:v>
                </c:pt>
                <c:pt idx="15">
                  <c:v>-0.7166988896362892</c:v>
                </c:pt>
                <c:pt idx="16">
                  <c:v>-0.4206900434102867</c:v>
                </c:pt>
                <c:pt idx="17">
                  <c:v>-0.13859737356931792</c:v>
                </c:pt>
                <c:pt idx="18">
                  <c:v>0.5090845060156659</c:v>
                </c:pt>
                <c:pt idx="19">
                  <c:v>1.0534054820690013</c:v>
                </c:pt>
                <c:pt idx="20">
                  <c:v>1.3365349184185307</c:v>
                </c:pt>
                <c:pt idx="21">
                  <c:v>1.3774585675989122</c:v>
                </c:pt>
                <c:pt idx="22">
                  <c:v>1.3172720460815375</c:v>
                </c:pt>
                <c:pt idx="23">
                  <c:v>0.7745701869348309</c:v>
                </c:pt>
                <c:pt idx="24">
                  <c:v>0.308077253258793</c:v>
                </c:pt>
                <c:pt idx="25">
                  <c:v>-0.10154324126409194</c:v>
                </c:pt>
                <c:pt idx="26">
                  <c:v>-0.22662895810865702</c:v>
                </c:pt>
                <c:pt idx="27">
                  <c:v>-0.1448308012056672</c:v>
                </c:pt>
                <c:pt idx="28">
                  <c:v>-0.24224721471884963</c:v>
                </c:pt>
                <c:pt idx="29">
                  <c:v>-0.2772436774972157</c:v>
                </c:pt>
                <c:pt idx="30">
                  <c:v>-0.2713583532702639</c:v>
                </c:pt>
                <c:pt idx="31">
                  <c:v>-0.6763388455032011</c:v>
                </c:pt>
                <c:pt idx="32">
                  <c:v>-1.0184875936713065</c:v>
                </c:pt>
                <c:pt idx="33">
                  <c:v>-1.1769894995576569</c:v>
                </c:pt>
                <c:pt idx="34">
                  <c:v>-1.3674670763132777</c:v>
                </c:pt>
                <c:pt idx="35">
                  <c:v>-1.098133429674541</c:v>
                </c:pt>
                <c:pt idx="36">
                  <c:v>-0.6305734156848946</c:v>
                </c:pt>
                <c:pt idx="37">
                  <c:v>0.12097007602127413</c:v>
                </c:pt>
                <c:pt idx="38">
                  <c:v>0.6552974147847831</c:v>
                </c:pt>
                <c:pt idx="39">
                  <c:v>1.0447515934651417</c:v>
                </c:pt>
                <c:pt idx="40">
                  <c:v>1.0629707534713841</c:v>
                </c:pt>
                <c:pt idx="41">
                  <c:v>0.991943558748953</c:v>
                </c:pt>
                <c:pt idx="42">
                  <c:v>0.7328312979091234</c:v>
                </c:pt>
                <c:pt idx="43">
                  <c:v>0.444640454333098</c:v>
                </c:pt>
                <c:pt idx="44">
                  <c:v>0.4891492797969541</c:v>
                </c:pt>
                <c:pt idx="45">
                  <c:v>0.5528358865074586</c:v>
                </c:pt>
                <c:pt idx="46">
                  <c:v>0.6161520547380153</c:v>
                </c:pt>
                <c:pt idx="47">
                  <c:v>0.7325670197762967</c:v>
                </c:pt>
                <c:pt idx="48">
                  <c:v>0.5218836199026562</c:v>
                </c:pt>
                <c:pt idx="49">
                  <c:v>-0.0021540698148986293</c:v>
                </c:pt>
                <c:pt idx="50">
                  <c:v>-0.37162301368955275</c:v>
                </c:pt>
                <c:pt idx="51">
                  <c:v>-1.0404049623556135</c:v>
                </c:pt>
                <c:pt idx="52">
                  <c:v>-1.4157974107585887</c:v>
                </c:pt>
                <c:pt idx="53">
                  <c:v>-1.39873440499239</c:v>
                </c:pt>
                <c:pt idx="54">
                  <c:v>-1.3087313850538826</c:v>
                </c:pt>
                <c:pt idx="55">
                  <c:v>-0.8978686383789647</c:v>
                </c:pt>
                <c:pt idx="56">
                  <c:v>-0.2868202009676095</c:v>
                </c:pt>
                <c:pt idx="57">
                  <c:v>-0.01802625978386245</c:v>
                </c:pt>
                <c:pt idx="58">
                  <c:v>0.32030179542564585</c:v>
                </c:pt>
                <c:pt idx="59">
                  <c:v>0.14590458269972026</c:v>
                </c:pt>
                <c:pt idx="60">
                  <c:v>0.16155415819132285</c:v>
                </c:pt>
                <c:pt idx="61">
                  <c:v>0.2451338286216623</c:v>
                </c:pt>
                <c:pt idx="62">
                  <c:v>0.3039233287312537</c:v>
                </c:pt>
                <c:pt idx="63">
                  <c:v>0.6718953962555727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reading n</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8"/>
      </c:catAx>
      <c:valAx>
        <c:axId val="2094734552"/>
        <c:scaling>
          <c:orientation val="minMax"/>
          <c:max val="2"/>
          <c:min val="-2"/>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1"/>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what the IFFT sends (real part)</c:v>
                </c:pt>
              </c:strCache>
            </c:strRef>
          </c:tx>
          <c:spPr>
            <a:solidFill>
              <a:srgbClr val="2EC4B6"/>
            </a:solidFill>
            <a:ln w="15875" cap="flat">
              <a:solidFill>
                <a:srgbClr val="2EC4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C4B6"/>
              </a:solidFill>
              <a:ln w="9525" cap="flat">
                <a:solidFill>
                  <a:srgbClr val="2EC4B6"/>
                </a:solidFill>
                <a:prstDash val="solid"/>
                <a:round/>
              </a:ln>
              <a:effectLst/>
            </c:spPr>
          </c:marker>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Sheet1!$B$2:$B$65</c:f>
              <c:numCache>
                <c:formatCode>General</c:formatCode>
                <c:ptCount val="64"/>
                <c:pt idx="0">
                  <c:v>0.5</c:v>
                </c:pt>
                <c:pt idx="1">
                  <c:v>-0.8793168410984239</c:v>
                </c:pt>
                <c:pt idx="2">
                  <c:v>-0.760070250867294</c:v>
                </c:pt>
                <c:pt idx="3">
                  <c:v>-1.871970974794565</c:v>
                </c:pt>
                <c:pt idx="4">
                  <c:v>-1.1548494156391085</c:v>
                </c:pt>
                <c:pt idx="5">
                  <c:v>1.081978959613569</c:v>
                </c:pt>
                <c:pt idx="6">
                  <c:v>1.5642664916486104</c:v>
                </c:pt>
                <c:pt idx="7">
                  <c:v>1.4799305749530345</c:v>
                </c:pt>
                <c:pt idx="8">
                  <c:v>0.9267766952966369</c:v>
                </c:pt>
                <c:pt idx="9">
                  <c:v>-0.24021615310854283</c:v>
                </c:pt>
                <c:pt idx="10">
                  <c:v>-0.19744281022067275</c:v>
                </c:pt>
                <c:pt idx="11">
                  <c:v>0.13208797797583885</c:v>
                </c:pt>
                <c:pt idx="12">
                  <c:v>-0.24211746749799856</c:v>
                </c:pt>
                <c:pt idx="13">
                  <c:v>0.31762857955090273</c:v>
                </c:pt>
                <c:pt idx="14">
                  <c:v>-0.46240234363283267</c:v>
                </c:pt>
                <c:pt idx="15">
                  <c:v>-0.6000627418504811</c:v>
                </c:pt>
                <c:pt idx="16">
                  <c:v>0.75</c:v>
                </c:pt>
                <c:pt idx="17">
                  <c:v>-0.7835892255132391</c:v>
                </c:pt>
                <c:pt idx="18">
                  <c:v>-1.4653225224201893</c:v>
                </c:pt>
                <c:pt idx="19">
                  <c:v>-0.5766621408138117</c:v>
                </c:pt>
                <c:pt idx="20">
                  <c:v>0.4783542904563623</c:v>
                </c:pt>
                <c:pt idx="21">
                  <c:v>-0.033091953112584116</c:v>
                </c:pt>
                <c:pt idx="22">
                  <c:v>-1.7159361309630192</c:v>
                </c:pt>
                <c:pt idx="23">
                  <c:v>0.7510470525572225</c:v>
                </c:pt>
                <c:pt idx="24">
                  <c:v>0.07322330470336308</c:v>
                </c:pt>
                <c:pt idx="25">
                  <c:v>-1.1580792049765503</c:v>
                </c:pt>
                <c:pt idx="26">
                  <c:v>1.6765246001213854</c:v>
                </c:pt>
                <c:pt idx="27">
                  <c:v>-0.6297748639252377</c:v>
                </c:pt>
                <c:pt idx="28">
                  <c:v>-0.6225835074654518</c:v>
                </c:pt>
                <c:pt idx="29">
                  <c:v>2.1120967135306286</c:v>
                </c:pt>
                <c:pt idx="30">
                  <c:v>0.7240036760475953</c:v>
                </c:pt>
                <c:pt idx="31">
                  <c:v>0.25270728619253785</c:v>
                </c:pt>
                <c:pt idx="32">
                  <c:v>0</c:v>
                </c:pt>
                <c:pt idx="33">
                  <c:v>0.3643042046680166</c:v>
                </c:pt>
                <c:pt idx="34">
                  <c:v>0.5941595698269434</c:v>
                </c:pt>
                <c:pt idx="35">
                  <c:v>0.47313851657617945</c:v>
                </c:pt>
                <c:pt idx="36">
                  <c:v>1.1548494156391085</c:v>
                </c:pt>
                <c:pt idx="37">
                  <c:v>0.4024529787608557</c:v>
                </c:pt>
                <c:pt idx="38">
                  <c:v>0.6661760057390531</c:v>
                </c:pt>
                <c:pt idx="39">
                  <c:v>0.44873200495233434</c:v>
                </c:pt>
                <c:pt idx="40">
                  <c:v>0.5732233047033631</c:v>
                </c:pt>
                <c:pt idx="41">
                  <c:v>1.172050829536234</c:v>
                </c:pt>
                <c:pt idx="42">
                  <c:v>-0.40201337346915633</c:v>
                </c:pt>
                <c:pt idx="43">
                  <c:v>-0.08544073452833653</c:v>
                </c:pt>
                <c:pt idx="44">
                  <c:v>-0.050775751315453865</c:v>
                </c:pt>
                <c:pt idx="45">
                  <c:v>-0.000373100297918455</c:v>
                </c:pt>
                <c:pt idx="46">
                  <c:v>0.3038896758517255</c:v>
                </c:pt>
                <c:pt idx="47">
                  <c:v>-1.4319610794400217</c:v>
                </c:pt>
                <c:pt idx="48">
                  <c:v>-1.25</c:v>
                </c:pt>
                <c:pt idx="49">
                  <c:v>-0.8227184816159965</c:v>
                </c:pt>
                <c:pt idx="50">
                  <c:v>0.21701964108744498</c:v>
                </c:pt>
                <c:pt idx="51">
                  <c:v>0.5030209531154701</c:v>
                </c:pt>
                <c:pt idx="52">
                  <c:v>-0.4783542904563623</c:v>
                </c:pt>
                <c:pt idx="53">
                  <c:v>0.6699803582978028</c:v>
                </c:pt>
                <c:pt idx="54">
                  <c:v>-0.5145063664246443</c:v>
                </c:pt>
                <c:pt idx="55">
                  <c:v>-0.12484378625347026</c:v>
                </c:pt>
                <c:pt idx="56">
                  <c:v>0.4267766952966369</c:v>
                </c:pt>
                <c:pt idx="57">
                  <c:v>-1.8950758150107836</c:v>
                </c:pt>
                <c:pt idx="58">
                  <c:v>0.33714514594153866</c:v>
                </c:pt>
                <c:pt idx="59">
                  <c:v>0.6413877040213675</c:v>
                </c:pt>
                <c:pt idx="60">
                  <c:v>-1.0845232737210957</c:v>
                </c:pt>
                <c:pt idx="61">
                  <c:v>-0.3080318492239702</c:v>
                </c:pt>
                <c:pt idx="62">
                  <c:v>-0.5654910082664882</c:v>
                </c:pt>
                <c:pt idx="63">
                  <c:v>0.6386642512619387</c:v>
                </c:pt>
              </c:numCache>
            </c:numRef>
          </c:val>
          <c:smooth val="0"/>
        </c:ser>
        <c:ser>
          <c:idx val="1"/>
          <c:order val="1"/>
          <c:tx>
            <c:strRef>
              <c:f>Sheet1!$C$1</c:f>
              <c:strCache>
                <c:ptCount val="1"/>
                <c:pt idx="0">
                  <c:v>imaginary part</c:v>
                </c:pt>
              </c:strCache>
            </c:strRef>
          </c:tx>
          <c:spPr>
            <a:solidFill>
              <a:srgbClr val="FFB703"/>
            </a:solidFill>
            <a:ln w="15875" cap="flat">
              <a:solidFill>
                <a:srgbClr val="FFB70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B703"/>
              </a:solidFill>
              <a:ln w="9525" cap="flat">
                <a:solidFill>
                  <a:srgbClr val="FFB703"/>
                </a:solidFill>
                <a:prstDash val="solid"/>
                <a:round/>
              </a:ln>
              <a:effectLst/>
            </c:spPr>
          </c:marker>
          <c:cat>
            <c:multiLvlStrRef>
              <c:f>Sheet1!$A$2:$A$65</c:f>
              <c:multiLvlStrCache>
                <c:ptCount val="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lvl>
              </c:multiLvlStrCache>
            </c:multiLvlStrRef>
          </c:cat>
          <c:val>
            <c:numRef>
              <c:f>Sheet1!$C$2:$C$65</c:f>
              <c:numCache>
                <c:formatCode>General</c:formatCode>
                <c:ptCount val="64"/>
                <c:pt idx="0">
                  <c:v>1.5</c:v>
                </c:pt>
                <c:pt idx="1">
                  <c:v>1.9770528932955431</c:v>
                </c:pt>
                <c:pt idx="2">
                  <c:v>-0.3905862285097613</c:v>
                </c:pt>
                <c:pt idx="3">
                  <c:v>-1.2925113297260482</c:v>
                </c:pt>
                <c:pt idx="4">
                  <c:v>-0.18124179128290707</c:v>
                </c:pt>
                <c:pt idx="5">
                  <c:v>0.7418163130099635</c:v>
                </c:pt>
                <c:pt idx="6">
                  <c:v>0.2593255678709514</c:v>
                </c:pt>
                <c:pt idx="7">
                  <c:v>-0.09220744514217627</c:v>
                </c:pt>
                <c:pt idx="8">
                  <c:v>-0.7803300858899107</c:v>
                </c:pt>
                <c:pt idx="9">
                  <c:v>-1.8779144948752644</c:v>
                </c:pt>
                <c:pt idx="10">
                  <c:v>-1.3869510948548742</c:v>
                </c:pt>
                <c:pt idx="11">
                  <c:v>0.33767026612156514</c:v>
                </c:pt>
                <c:pt idx="12">
                  <c:v>1.2784805825750998</c:v>
                </c:pt>
                <c:pt idx="13">
                  <c:v>-0.017632797173174272</c:v>
                </c:pt>
                <c:pt idx="14">
                  <c:v>-0.11613099874250739</c:v>
                </c:pt>
                <c:pt idx="15">
                  <c:v>0.8562131595866569</c:v>
                </c:pt>
                <c:pt idx="16">
                  <c:v>-0.7500000000000001</c:v>
                </c:pt>
                <c:pt idx="17">
                  <c:v>-0.5129436417713242</c:v>
                </c:pt>
                <c:pt idx="18">
                  <c:v>-0.0147724274178761</c:v>
                </c:pt>
                <c:pt idx="19">
                  <c:v>-1.4436931613079205</c:v>
                </c:pt>
                <c:pt idx="20">
                  <c:v>0.46982229875764453</c:v>
                </c:pt>
                <c:pt idx="21">
                  <c:v>1.1200990576867738</c:v>
                </c:pt>
                <c:pt idx="22">
                  <c:v>0.08224054232045597</c:v>
                </c:pt>
                <c:pt idx="23">
                  <c:v>1.3312735418398138</c:v>
                </c:pt>
                <c:pt idx="24">
                  <c:v>0.5732233047033631</c:v>
                </c:pt>
                <c:pt idx="25">
                  <c:v>0.11453541854065719</c:v>
                </c:pt>
                <c:pt idx="26">
                  <c:v>0.4788132666333314</c:v>
                </c:pt>
                <c:pt idx="27">
                  <c:v>-0.295490472772698</c:v>
                </c:pt>
                <c:pt idx="28">
                  <c:v>1.2806979749727363</c:v>
                </c:pt>
                <c:pt idx="29">
                  <c:v>1.0949144664167056</c:v>
                </c:pt>
                <c:pt idx="30">
                  <c:v>-1.061254295400405</c:v>
                </c:pt>
                <c:pt idx="31">
                  <c:v>-0.029686133670278503</c:v>
                </c:pt>
                <c:pt idx="32">
                  <c:v>0</c:v>
                </c:pt>
                <c:pt idx="33">
                  <c:v>-1.528116899266627</c:v>
                </c:pt>
                <c:pt idx="34">
                  <c:v>-0.3388157214171402</c:v>
                </c:pt>
                <c:pt idx="35">
                  <c:v>0.41590452376453135</c:v>
                </c:pt>
                <c:pt idx="36">
                  <c:v>-1.0258649899036403</c:v>
                </c:pt>
                <c:pt idx="37">
                  <c:v>0.3088792252368184</c:v>
                </c:pt>
                <c:pt idx="38">
                  <c:v>2.3493655770865285</c:v>
                </c:pt>
                <c:pt idx="39">
                  <c:v>0.6838641990524419</c:v>
                </c:pt>
                <c:pt idx="40">
                  <c:v>0.2803300858899107</c:v>
                </c:pt>
                <c:pt idx="41">
                  <c:v>0.8008939067925217</c:v>
                </c:pt>
                <c:pt idx="42">
                  <c:v>-0.26633038758331407</c:v>
                </c:pt>
                <c:pt idx="43">
                  <c:v>0.6688577155437596</c:v>
                </c:pt>
                <c:pt idx="44">
                  <c:v>0.9286261986114476</c:v>
                </c:pt>
                <c:pt idx="45">
                  <c:v>-0.263007693641</c:v>
                </c:pt>
                <c:pt idx="46">
                  <c:v>-0.2621176488273094</c:v>
                </c:pt>
                <c:pt idx="47">
                  <c:v>-0.3099897403389362</c:v>
                </c:pt>
                <c:pt idx="48">
                  <c:v>0.2500000000000001</c:v>
                </c:pt>
                <c:pt idx="49">
                  <c:v>-0.18429523359033612</c:v>
                </c:pt>
                <c:pt idx="50">
                  <c:v>-1.2558256226552222</c:v>
                </c:pt>
                <c:pt idx="51">
                  <c:v>-0.6933697787934862</c:v>
                </c:pt>
                <c:pt idx="52">
                  <c:v>-0.26271551757109707</c:v>
                </c:pt>
                <c:pt idx="53">
                  <c:v>0.8428751501293683</c:v>
                </c:pt>
                <c:pt idx="54">
                  <c:v>0.1374954374682542</c:v>
                </c:pt>
                <c:pt idx="55">
                  <c:v>-1.6746274144173356</c:v>
                </c:pt>
                <c:pt idx="56">
                  <c:v>0.9267766952966369</c:v>
                </c:pt>
                <c:pt idx="57">
                  <c:v>1.7965744885017352</c:v>
                </c:pt>
                <c:pt idx="58">
                  <c:v>-0.8255317841951433</c:v>
                </c:pt>
                <c:pt idx="59">
                  <c:v>-1.1115813252027982</c:v>
                </c:pt>
                <c:pt idx="60">
                  <c:v>-0.48780475615928365</c:v>
                </c:pt>
                <c:pt idx="61">
                  <c:v>-0.4137301592923605</c:v>
                </c:pt>
                <c:pt idx="62">
                  <c:v>-1.3889241817759683</c:v>
                </c:pt>
                <c:pt idx="63">
                  <c:v>-1.3506266045370914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reading n (N = 64)  ·  teal: real, amber: imaginary</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8"/>
      </c:catAx>
      <c:valAx>
        <c:axId val="2094734552"/>
        <c:scaling>
          <c:orientation val="minMax"/>
          <c:max val="3"/>
          <c:min val="-3"/>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1"/>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what the FFT gets back: 52 filled buckets, 12 empty</c:v>
                </c:pt>
              </c:strCache>
            </c:strRef>
          </c:tx>
          <c:spPr>
            <a:solidFill>
              <a:srgbClr val="E76F51"/>
            </a:solidFill>
            <a:effectLst/>
          </c:spPr>
          <c:invertIfNegative val="0"/>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cat>
            <c:multiLvlStrRef>
              <c:f>Sheet1!$A$2:$A$65</c:f>
              <c:multiLvlStrCache>
                <c:ptCount val="64"/>
                <c:lvl>
                  <c:pt idx="0">
                    <c:v>-32</c:v>
                  </c:pt>
                  <c:pt idx="1">
                    <c:v>-31</c:v>
                  </c:pt>
                  <c:pt idx="2">
                    <c:v>-30</c:v>
                  </c:pt>
                  <c:pt idx="3">
                    <c:v>-29</c:v>
                  </c:pt>
                  <c:pt idx="4">
                    <c:v>-28</c:v>
                  </c:pt>
                  <c:pt idx="5">
                    <c:v>-27</c:v>
                  </c:pt>
                  <c:pt idx="6">
                    <c:v>-26</c:v>
                  </c:pt>
                  <c:pt idx="7">
                    <c:v>-25</c:v>
                  </c:pt>
                  <c:pt idx="8">
                    <c:v>-24</c:v>
                  </c:pt>
                  <c:pt idx="9">
                    <c:v>-23</c:v>
                  </c:pt>
                  <c:pt idx="10">
                    <c:v>-22</c:v>
                  </c:pt>
                  <c:pt idx="11">
                    <c:v>-21</c:v>
                  </c:pt>
                  <c:pt idx="12">
                    <c:v>-20</c:v>
                  </c:pt>
                  <c:pt idx="13">
                    <c:v>-19</c:v>
                  </c:pt>
                  <c:pt idx="14">
                    <c:v>-18</c:v>
                  </c:pt>
                  <c:pt idx="15">
                    <c:v>-17</c:v>
                  </c:pt>
                  <c:pt idx="16">
                    <c:v>-16</c:v>
                  </c:pt>
                  <c:pt idx="17">
                    <c:v>-15</c:v>
                  </c:pt>
                  <c:pt idx="18">
                    <c:v>-14</c:v>
                  </c:pt>
                  <c:pt idx="19">
                    <c:v>-13</c:v>
                  </c:pt>
                  <c:pt idx="20">
                    <c:v>-12</c:v>
                  </c:pt>
                  <c:pt idx="21">
                    <c:v>-11</c:v>
                  </c:pt>
                  <c:pt idx="22">
                    <c:v>-10</c:v>
                  </c:pt>
                  <c:pt idx="23">
                    <c:v>-9</c:v>
                  </c:pt>
                  <c:pt idx="24">
                    <c:v>-8</c:v>
                  </c:pt>
                  <c:pt idx="25">
                    <c:v>-7</c:v>
                  </c:pt>
                  <c:pt idx="26">
                    <c:v>-6</c:v>
                  </c:pt>
                  <c:pt idx="27">
                    <c:v>-5</c:v>
                  </c:pt>
                  <c:pt idx="28">
                    <c:v>-4</c:v>
                  </c:pt>
                  <c:pt idx="29">
                    <c:v>-3</c:v>
                  </c:pt>
                  <c:pt idx="30">
                    <c:v>-2</c:v>
                  </c:pt>
                  <c:pt idx="31">
                    <c:v>-1</c:v>
                  </c:pt>
                  <c:pt idx="32">
                    <c:v>0</c:v>
                  </c:pt>
                  <c:pt idx="33">
                    <c:v>1</c:v>
                  </c:pt>
                  <c:pt idx="34">
                    <c:v>2</c:v>
                  </c:pt>
                  <c:pt idx="35">
                    <c:v>3</c:v>
                  </c:pt>
                  <c:pt idx="36">
                    <c:v>4</c:v>
                  </c:pt>
                  <c:pt idx="37">
                    <c:v>5</c:v>
                  </c:pt>
                  <c:pt idx="38">
                    <c:v>6</c:v>
                  </c:pt>
                  <c:pt idx="39">
                    <c:v>7</c:v>
                  </c:pt>
                  <c:pt idx="40">
                    <c:v>8</c:v>
                  </c:pt>
                  <c:pt idx="41">
                    <c:v>9</c:v>
                  </c:pt>
                  <c:pt idx="42">
                    <c:v>10</c:v>
                  </c:pt>
                  <c:pt idx="43">
                    <c:v>11</c:v>
                  </c:pt>
                  <c:pt idx="44">
                    <c:v>12</c:v>
                  </c:pt>
                  <c:pt idx="45">
                    <c:v>13</c:v>
                  </c:pt>
                  <c:pt idx="46">
                    <c:v>14</c:v>
                  </c:pt>
                  <c:pt idx="47">
                    <c:v>15</c:v>
                  </c:pt>
                  <c:pt idx="48">
                    <c:v>16</c:v>
                  </c:pt>
                  <c:pt idx="49">
                    <c:v>17</c:v>
                  </c:pt>
                  <c:pt idx="50">
                    <c:v>18</c:v>
                  </c:pt>
                  <c:pt idx="51">
                    <c:v>19</c:v>
                  </c:pt>
                  <c:pt idx="52">
                    <c:v>20</c:v>
                  </c:pt>
                  <c:pt idx="53">
                    <c:v>21</c:v>
                  </c:pt>
                  <c:pt idx="54">
                    <c:v>22</c:v>
                  </c:pt>
                  <c:pt idx="55">
                    <c:v>23</c:v>
                  </c:pt>
                  <c:pt idx="56">
                    <c:v>24</c:v>
                  </c:pt>
                  <c:pt idx="57">
                    <c:v>25</c:v>
                  </c:pt>
                  <c:pt idx="58">
                    <c:v>26</c:v>
                  </c:pt>
                  <c:pt idx="59">
                    <c:v>27</c:v>
                  </c:pt>
                  <c:pt idx="60">
                    <c:v>28</c:v>
                  </c:pt>
                  <c:pt idx="61">
                    <c:v>29</c:v>
                  </c:pt>
                  <c:pt idx="62">
                    <c:v>30</c:v>
                  </c:pt>
                  <c:pt idx="63">
                    <c:v>31</c:v>
                  </c:pt>
                </c:lvl>
              </c:multiLvlStrCache>
            </c:multiLvlStrRef>
          </c:cat>
          <c:val>
            <c:numRef>
              <c:f>Sheet1!$B$2:$B$65</c:f>
              <c:numCache>
                <c:formatCode>General</c:formatCode>
                <c:ptCount val="64"/>
                <c:pt idx="0">
                  <c:v>6.938893903907228e-17</c:v>
                </c:pt>
                <c:pt idx="1">
                  <c:v>1.6653345369377348e-16</c:v>
                </c:pt>
                <c:pt idx="2">
                  <c:v>2.482534153247273e-16</c:v>
                </c:pt>
                <c:pt idx="3">
                  <c:v>3.7238012298709097e-16</c:v>
                </c:pt>
                <c:pt idx="4">
                  <c:v>0</c:v>
                </c:pt>
                <c:pt idx="5">
                  <c:v>3.554447978966673e-16</c:v>
                </c:pt>
                <c:pt idx="6">
                  <c:v>1.4142135623730951</c:v>
                </c:pt>
                <c:pt idx="7">
                  <c:v>1.4142135623730947</c:v>
                </c:pt>
                <c:pt idx="8">
                  <c:v>1.4142135623730951</c:v>
                </c:pt>
                <c:pt idx="9">
                  <c:v>1.4142135623730951</c:v>
                </c:pt>
                <c:pt idx="10">
                  <c:v>1.414213562373095</c:v>
                </c:pt>
                <c:pt idx="11">
                  <c:v>1.4142135623730954</c:v>
                </c:pt>
                <c:pt idx="12">
                  <c:v>1.4142135623730951</c:v>
                </c:pt>
                <c:pt idx="13">
                  <c:v>1.4142135623730951</c:v>
                </c:pt>
                <c:pt idx="14">
                  <c:v>1.4142135623730954</c:v>
                </c:pt>
                <c:pt idx="15">
                  <c:v>1.4142135623730951</c:v>
                </c:pt>
                <c:pt idx="16">
                  <c:v>1.4142135623730951</c:v>
                </c:pt>
                <c:pt idx="17">
                  <c:v>1.414213562373095</c:v>
                </c:pt>
                <c:pt idx="18">
                  <c:v>1.4142135623730947</c:v>
                </c:pt>
                <c:pt idx="19">
                  <c:v>1.4142135623730951</c:v>
                </c:pt>
                <c:pt idx="20">
                  <c:v>1.414213562373095</c:v>
                </c:pt>
                <c:pt idx="21">
                  <c:v>1.4142135623730954</c:v>
                </c:pt>
                <c:pt idx="22">
                  <c:v>1.4142135623730947</c:v>
                </c:pt>
                <c:pt idx="23">
                  <c:v>1.4142135623730951</c:v>
                </c:pt>
                <c:pt idx="24">
                  <c:v>1.414213562373095</c:v>
                </c:pt>
                <c:pt idx="25">
                  <c:v>1.4142135623730947</c:v>
                </c:pt>
                <c:pt idx="26">
                  <c:v>1.4142135623730951</c:v>
                </c:pt>
                <c:pt idx="27">
                  <c:v>1.4142135623730956</c:v>
                </c:pt>
                <c:pt idx="28">
                  <c:v>1.414213562373095</c:v>
                </c:pt>
                <c:pt idx="29">
                  <c:v>1.4142135623730951</c:v>
                </c:pt>
                <c:pt idx="30">
                  <c:v>1.414213562373095</c:v>
                </c:pt>
                <c:pt idx="31">
                  <c:v>1.4142135623730951</c:v>
                </c:pt>
                <c:pt idx="32">
                  <c:v>1.8041124150158794e-16</c:v>
                </c:pt>
                <c:pt idx="33">
                  <c:v>1.414213562373095</c:v>
                </c:pt>
                <c:pt idx="34">
                  <c:v>1.414213562373095</c:v>
                </c:pt>
                <c:pt idx="35">
                  <c:v>1.414213562373095</c:v>
                </c:pt>
                <c:pt idx="36">
                  <c:v>1.414213562373095</c:v>
                </c:pt>
                <c:pt idx="37">
                  <c:v>1.4142135623730954</c:v>
                </c:pt>
                <c:pt idx="38">
                  <c:v>1.4142135623730951</c:v>
                </c:pt>
                <c:pt idx="39">
                  <c:v>1.4142135623730951</c:v>
                </c:pt>
                <c:pt idx="40">
                  <c:v>1.4142135623730951</c:v>
                </c:pt>
                <c:pt idx="41">
                  <c:v>1.4142135623730951</c:v>
                </c:pt>
                <c:pt idx="42">
                  <c:v>1.4142135623730951</c:v>
                </c:pt>
                <c:pt idx="43">
                  <c:v>1.4142135623730954</c:v>
                </c:pt>
                <c:pt idx="44">
                  <c:v>1.414213562373095</c:v>
                </c:pt>
                <c:pt idx="45">
                  <c:v>1.4142135623730951</c:v>
                </c:pt>
                <c:pt idx="46">
                  <c:v>1.4142135623730951</c:v>
                </c:pt>
                <c:pt idx="47">
                  <c:v>1.4142135623730951</c:v>
                </c:pt>
                <c:pt idx="48">
                  <c:v>1.4142135623730951</c:v>
                </c:pt>
                <c:pt idx="49">
                  <c:v>1.4142135623730947</c:v>
                </c:pt>
                <c:pt idx="50">
                  <c:v>1.4142135623730947</c:v>
                </c:pt>
                <c:pt idx="51">
                  <c:v>1.414213562373095</c:v>
                </c:pt>
                <c:pt idx="52">
                  <c:v>1.4142135623730951</c:v>
                </c:pt>
                <c:pt idx="53">
                  <c:v>1.4142135623730951</c:v>
                </c:pt>
                <c:pt idx="54">
                  <c:v>1.4142135623730954</c:v>
                </c:pt>
                <c:pt idx="55">
                  <c:v>1.4142135623730956</c:v>
                </c:pt>
                <c:pt idx="56">
                  <c:v>1.4142135623730951</c:v>
                </c:pt>
                <c:pt idx="57">
                  <c:v>1.414213562373095</c:v>
                </c:pt>
                <c:pt idx="58">
                  <c:v>1.414213562373095</c:v>
                </c:pt>
                <c:pt idx="59">
                  <c:v>4.965068306494546e-16</c:v>
                </c:pt>
                <c:pt idx="60">
                  <c:v>1.2412670766236366e-16</c:v>
                </c:pt>
                <c:pt idx="61">
                  <c:v>4.0029660424867215e-16</c:v>
                </c:pt>
                <c:pt idx="62">
                  <c:v>3.510833468576701e-16</c:v>
                </c:pt>
                <c:pt idx="63">
                  <c:v>2.9893669801409088e-16</c:v>
                </c:pt>
              </c:numCache>
            </c:numRef>
          </c:val>
        </c:ser>
        <c:dLbls>
          <c:numFmt formatCode="#,##0" sourceLinked="0"/>
          <c:txPr>
            <a:bodyPr/>
            <a:lstStyle/>
            <a:p>
              <a:pPr>
                <a:defRPr b="0" i="0" strike="noStrike" sz="900" u="none">
                  <a:solidFill>
                    <a:srgbClr val="14213D"/>
                  </a:solidFill>
                  <a:latin typeface="Calibri"/>
                </a:defRPr>
              </a:pPr>
            </a:p>
          </c:txPr>
          <c:showLegendKey val="0"/>
          <c:showVal val="0"/>
          <c:showCatName val="0"/>
          <c:showSerName val="0"/>
          <c:showPercent val="0"/>
          <c:showBubbleSize val="0"/>
          <c:showLeaderLines val="0"/>
        </c:dLbls>
        <c:gapWidth val="2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5B6B7F"/>
                    </a:solidFill>
                    <a:latin typeface="Calibri"/>
                  </a:defRPr>
                </a:pPr>
                <a:r>
                  <a:rPr sz="900" b="0" i="0" u="none" strike="noStrike">
                    <a:solidFill>
                      <a:srgbClr val="5B6B7F"/>
                    </a:solidFill>
                    <a:latin typeface="Calibri"/>
                  </a:rPr>
                  <a:t>bucket (subcarrier) index</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B6B7F"/>
                </a:solidFill>
                <a:latin typeface="Calibri"/>
              </a:defRPr>
            </a:pPr>
            <a:endParaRPr lang="en-US"/>
          </a:p>
        </c:txPr>
        <c:crossAx val="2094734552"/>
        <c:crosses val="min"/>
        <c:auto val="1"/>
        <c:lblAlgn val="ctr"/>
        <c:noMultiLvlLbl val="1"/>
        <c:tickLblSkip val="8"/>
      </c:catAx>
      <c:valAx>
        <c:axId val="2094734552"/>
        <c:scaling>
          <c:orientation val="minMax"/>
          <c:max val="2"/>
          <c:min val="0"/>
        </c:scaling>
        <c:delete val="0"/>
        <c:axPos val="l"/>
        <c:majorGridlines>
          <c:spPr>
            <a:ln w="6350" cap="flat">
              <a:solidFill>
                <a:srgbClr val="D9E1EA"/>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B6B7F"/>
                </a:solidFill>
                <a:latin typeface="Calibri"/>
              </a:defRPr>
            </a:pPr>
            <a:endParaRPr lang="en-US"/>
          </a:p>
        </c:txPr>
        <c:crossAx val="2094734554"/>
        <c:crosses val="autoZero"/>
        <c:crossBetween val="between"/>
        <c:majorUnit val="1"/>
      </c:valAx>
      <c:spPr>
        <a:solidFill>
          <a:srgbClr val="FFFFFF"/>
        </a:solidFill>
        <a:ln>
          <a:noFill/>
        </a:ln>
        <a:effectLst/>
      </c:spPr>
    </c:plotArea>
    <c:legend>
      <c:legendPos val="b"/>
      <c:overlay val="0"/>
      <c:txPr>
        <a:bodyPr/>
        <a:lstStyle/>
        <a:p>
          <a:pPr>
            <a:defRPr sz="900">
              <a:solidFill>
                <a:srgbClr val="14213D"/>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is for two groups at once: people who design radio systems every day, and people who have never heard the word "spectrum". Promise to both: beginners will leave able to read an ADC datasheet and an FFT plot; experts will find the derivations and design trade-offs in the speaker notes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Every slide follows the same recipe: a picture or chart, a plain-language idea, an everyday comparison ("think of it like this"), a small example with real numbers, and only then the equation. Recap slides at the end of each part are where beginners should check they are still with us. Experts: the deeper material is in the notes and in the appendix at the end. Total about 90 minutes including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comes back at the start of every part as a "you are here" marker. Experts: the ADC is the boundary between analog and digital. Everything before it is a physics problem, everything after it is maths.
Analogy on the slide: A receiver is a translator. The antenna hears a whisper, the LNA turns up the volume, the mixer slows the speech down, the filter blocks background chatter, the ADC writes it all down as numbers, and the DSP reads the notes.
Example on the slide (Your phone on Wi-Fi): 2.4 GHz wave arrives at −60 dBm (a billionth of a milliwatt); Mixed down to 10 MHz; 40 million 12-bit readings per second; A 1024-point FFT finds the channel; DSP decodes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one minute here for the newcomers; experts can relax. Every other term in the talk is built from these eight. Point out that the "everyday comparison" column is exactly how the analogies on later slides will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here: antenna, LNA, mixer. Keep it brisk for the experts, but the I/Q slide is the one beginners must not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long is one cycle at 2.4 GHz? 0.42 ns. Light travels 12.5 cm in that time, which is why Wi-Fi antennas are about that long. Beginners only need: three knobs, A, f, φ. Everything in the talk changes one of these three.
Analogy on the slide: A wave is a spinning bicycle wheel seen from the side. A is the wheel size, f is how many turns per second, and φ is where the valve was when you started watching.
Example on the slide (Wi-Fi at 2.4 GHz): 2.4 GHz = 2 400 000 000 repeats per second; One repeat takes 1 / 2.4e9 = 0.42 nanoseconds; Wavelength = 3e8 / 2.4e9 = 12.5 cm: a Wi-Fi antenna length.
For the experts: Real signals are bandpass: a carrier at fc with information spread over a bandwidth B ≪ fc. That separation of scales is what makes downconversion and complex baseband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to memorise: ×2 = +3 dB, ×10 = +10 dB, ×1000 = +30 dB. Everything else is a sum of these. Walk the table top to bottom: each row is a real thing they have used.
Analogy on the slide: Radio powers span from watts to billionths of a billionth of a watt. Instead of writing all the zeros, dB counts them: every 10 dB is one more zero, and multiplying becomes adding.
Example on the slide (Router to laptop): Router sends 100 mW = +20 dBm; The air between them loses 74 dB; Laptop receives +20 − 74 = −54 dBm (that is 4 nanowatts).
For the experts: Voltage ratios use 20 log₁₀ because power goes as V². That form assumes equal source and load impedance; mixing 10 log (power) and 20 log (voltage) is the most common dB mistake in link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equation is the most important one for understanding radios: two slow signals, I and Q, multiplied by a cosine and a sine, can make any wiggle at all. Beginners: I and Q are just two numbers that describe the wave right now: how tall and how shifted.
Analogy on the slide: A flashlight beam is the carrier. You can send a message by making it brighter and dimmer (AM), or by wiggling it left and right in time (PM). I and Q are the two hands that do the wiggling.
Example on the slide (QPSK: 2 bits per symbol): Menu of four (I, Q) pairs: (+1,+1) (−1,+1) (−1,−1) (+1,−1); Each pair = 2 bits, so bits 00, 01, 11, 10; A new pair every microsecond → 2 million bits per second.
For the experts: The I/Q form is the trigonometric expansion of A·cos(ωt + φ) with I = A cos φ and Q = A sin φ. Every modern transceiver implements exactly this equation in hardware: two DACs, two mixers, one 90° phase shifter.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newcomer question "how can a chip possibly measure a 2.4 GHz wave?" Answer: it does not. It measures how the wave differs from a perfect 2.4 GHz reference, and those differences are slow. Chart: carrier at bin 20 on the left; after mixing and low-pass filtering, the energy is at 0 ± 2 on the right.
Analogy on the slide: Filming a spinning ceiling fan with a camera that spins at the same speed: the blades look still, and only the small wobbles remain. Mixing "spins the camera" at the carrier frequency so only the slow message is left to record.
Example on the slide (Why the ADC can be slow): Wi-Fi carrier: 2.4 GHz. Channel width: 20 MHz; Measuring the wave itself: &gt; 4.8 billion readings/s; Measuring I and Q: about 20 million readings/s each.
For the experts: Negative frequencies are real in complex baseband: an offset of −1 MHz from fc is a distinct signal from +1 MHz. Image rejection depends on I/Q gain and phase balance: IRR ≈ −10 log₁₀((ε² + Δφ²)/4).
Chart: Left: the radio signal at the carrier. Right: after I/Q mixing the same information sits at low frequency, where the ADC can handle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Beginners need two things: the noise floor number for their channel, and "LNA first". Do the Friis example with the experts in the room: swapping LNA and mixer order costs 7 dB.
Analogy on the slide: Listening to a friend in a busy café. The chatter (noise) is fixed; the wider you open your ears (bandwidth) the more chatter you hear. Leaning in first (the LNA) helps far more than turning up your hearing aid later.
Example on the slide (Wi-Fi 20 MHz channel): 20 MHz = 73 dB-Hz of bandwidth (10·log₁₀ 20 000 000 = 73); Noise floor = −174 + 73 = −101 dBm; Signal at −54 dBm → SNR = 47 dB: plenty.
For the experts: Friis uses linear ratios, not dB. A 3 dB NF LNA with 20 dB gain in front of a 10 dB NF mixer gives F = 2 + (10 − 1)/100 = 2.09 → 3.2 dB. Swap the order and NF jumps to nearly 10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arithmetic on the slide out loud; it is all addition and subtraction. Then do the example: doubling the distance costs 6 dB.
Analogy on the slide: Shouting across a field: how loud you shout, minus how far the sound fades, plus how good the listener's ears are, equals what they hear. If that is above the wind noise, the message gets through.
Example on the slide (Move 100 m away instead of 50 m): Distance doubles → path loss +6 dB → −80 dB; Received power −56 dBm, SNR 45 dB; Still fine; at 1 km it would be −76 dBm and struggling.
For the experts: FSPL grows 6 dB per doubling of distance and 6 dB per doubling of frequency, which is why mmWave 5G needs beamforming gain to close the same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for questions from the beginner side of the room. Check: can everyone say in one sentence what I and Q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here: the filter and the door of the ADC. This part explains why the filter must come before the ADC.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smooth wave (line) and the readings (stems). The digital side only ever receives the stems. Ask: could you redraw the wave from the stems alone? Yes, and Part 2 explains when.
Analogy on the slide: A film camera takes 24 still pictures every second and your brain fills in the motion. Sampling does the same with a voltage: still snapshots, taken at a fixed rate.
Example on the slide (CD audio): f_s = 44 100 samples per second; T_s = 1 / 44 100 = 22.7 microseconds between readings; 3 min of stereo = 44 100 × 180 × 2 = 15.9 million numbers.
For the experts: Mathematically sampling multiplies x(t) by an impulse train; in frequency this convolves X(f) with impulses at multiples of f_s, creating periodic copies. Aliasing is those copies overlapping.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slide of Part 2. Walk through the chart: the coral 9 kHz wave and the teal 1 kHz wave pass through identical black stems. Same numbers in, so the same signal as far as the computer knows. Ask the room the 60 MHz example before revealing the answer.
Analogy on the slide: Wagon wheels in old films spin backwards: the camera at 24 pictures a second is too slow for the spokes. A clock glanced at once every 11 hours also looks like it runs backwards.
Example on the slide (What happens to 60 MHz at 100 MSPS): Rule: 100 MSPS can only represent up to 50 MHz; 60 MHz is 10 MHz above the limit; It appears at |60 − 100| = 40 MHz, a fake signal.
For the experts: Aliasing folds the spectrum about f_s/2 like a sheet of paper. Bandpass (under)sampling exploits this deliberately: 2 f_H / n ≤ f_s ≤ 2 f_L / (n − 1) keeps a band [f_L, f_H] clear of the fold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why we cannot sample at exactly 2 × the bandwidth: the real filter (teal) needs room to fall from 0 dB to −80 dB.
Analogy on the slide: A nightclub bouncer stands at the door and turns away anyone who will cause trouble inside. Once a too-fast signal gets past the ADC it is disguised as a slow one and cannot be found and removed.
Example on the slide (Audio ADC): Hearing stops at 20 kHz; the filter must be shut by 22 kHz; CD chose 44.1 kSPS = 2.2 × 20 kHz, room for the filter to roll off; Chart: a real 5th-order filter versus the ideal brick wall.
For the experts: Undersampling an IF (for example a 70 MHz IF at 61.44 MSPS) deliberately aliases the band down to baseband. It works only with a good bandpass filter and a low-jitter clock, because jitter noise scales with the analog input frequency, not with f_s.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Beginners: a low-pass filter is a very good guesser. Given the dots, it draws the only smooth curve that could have produced them.
Analogy on the slide: Join-the-dots, but with a rule: the pen may only draw gentle curves, never sharp corners. With that rule there is only one picture that fits, and it is the original.
Example on the slide (Streaming music): Phone receives 48 000 numbers per second; The DAC makes a 48 kHz staircase, the filter smooths it; The staircase dips 3.9 dB at 24 kHz; the chip pre-boosts it back.
For the experts: The sinc kernel is the impulse response of the ideal low-pass filter; the interpolation sum is the convolution of the sample train with that kernel. Zero-order hold contributes sinc(f/f_s) droop, usually pre-compensated digitally.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sampling at 100 MSPS, what is the highest frequency we can trust? 50 MHz. And a 60 MHz tone shows up at? 40 MHz.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here: the ADC. Beginners need only three ideas: hold the voltage still, compare it with a ruler, write down the mark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ADC design in the next slides is a different way of doing step 2 faster, more accurately, or more cheaply.
Analogy on the slide: Measuring a child's height: ask them to stand still (hold), line them up against a ruler with centimetre marks (compare), write the number in the book (encode). Do it again every birthday (clock).
Example on the slide (A 12-bit ADC at 40 MSPS): Ruler with 2¹² = 4096 marks; One measurement every 1/40e6 = 25 nanoseconds; Output: 40 million 12-bit numbers per second = 480 Mbit/s.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left: a switch and a capacitor. Switch closed = capacitor follows the input (track). Switch open = capacitor keeps the value (hold) while the rest of the ADC measures it. Diagram, right: the clock and the capacitor voltage over two cycles. The dashed lines mark the timing wobble of the switch opening, which the next slide is about.
Analogy on the slide: Asking a wriggling child to stand still for a moment so you can read the height mark. The switch is the "stand still" command; the capacitor is the child holding the pose while you read.
Example on the slide (12-bit ADC at 40 MSPS): One reading every 25 ns: about half track, half hold; During track the capacitor must settle to within 1/4096; Needs a time constant of about 12 ns / ln(4096) ≈ 1.5 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three lines for 100 fs, 1 ps, 10 ps; each falls 20 dB per decade of input frequency. This is why ADC datasheets quote performance at a specific input frequency.
Analogy on the slide: Photographing a sprinter. If the shutter fires a little late you capture a different position. The faster the runner (higher input frequency), the bigger the error from the same timing slip.
Example on the slide (100 MHz input, 1 ps wobble): SNR limit = −20 log₁₀(2π × 1e8 × 1e−12) = 64 dB; That is only about 10 good bits, whatever the chip claims; To keep 12 bits at 100 MHz you need about 100 fs of wobble.
For the experts: Slope error ΔV = (dV/dt) · t_j; for a full-scale sine dV/dt peaks at 2π f A, hence the formula. Clock phase noise integrated over the relevant band gives t_j. At a 1 GHz input, 12-bit performance needs about 100 fs rms jitter.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staircase is drawn as a dense line chart so it stays a native, editable PowerPoint chart. Point at the gap between ramp and staircase: that is the error the next slide is about.
Analogy on the slide: A ruler marked only in whole centimetres: a 173.6 cm person is written down as 174. The rounding is the quantisation error. Add millimetre marks (more bits) and the error shrinks ten-fold.
Example on the slide (3 bits versus 12 bits, 2 V range): 3 bits: 8 marks, step = 2 / 8 = 0.25 V; 12 bits: 4096 marks, step = 2 / 4096 = 0.49 mV; Input 0.26 V → 3-bit reads 0.25 V, 12-bit reads 0.2598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variance formula is the integral of e² over the flat density 1/LSB from −LSB/2 to +LSB/2. Beginners only need: error is at most half a step, and it behaves like hiss.
Analogy on the slide: Rounding every shop price to the nearest 10p: sometimes you gain, sometimes you lose, never more than 5p, and over a month it averages out like small random noise.
Example on the slide (12-bit, 2 V range): Step = 0.49 mV, so error is within ±0.24 mV; Error power = (0.49 mV)² / 12 → rms error = 0.14 mV; Compared with a 1 V signal that is 1 part in 7000.
For the experts: The uniform, white assumption fails for small or periodic inputs, where the error becomes a deterministic harmonic pattern (spurs). Dither (adding a little noise before the quantiser) randomises the error and restores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Derive it live for the experts: signal amplitude V_FS/2, power amplitude²/2; noise LSB²/12 with LSB = V_FS/2^N; divide, take 10 log. Beginner take-away: 6 dB per bit, and always check ENOB at your input frequency, not the number on the box.
Analogy on the slide: Each extra bit doubles the number of ruler marks, so the rounding error halves. Halving a voltage error is 6 dB. Ten bits buy 60 dB, twenty bits buy 120 dB.
Example on the slide (Reading a datasheet): Ideal 12-bit: 6.02 × 12 + 1.76 = 74 dB; A real "14-bit" ADC measures 72 dB at 70 MHz input; ENOB = (72 − 1.76) / 6.02 = 11.7: really an 11.7-bit ADC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resistor ladder on the left, comparators (triangles) in the middle, teal ones are saying "yes", encoder on the right.
Analogy on the slide: To find someone's height, line up 255 people each holding a ruler mark and shout "hands up if the person is taller than your mark". One second, one answer, but you need 255 helpers.
Example on the slide (3-bit flash in the diagram): Input at 0.55 of full scale; 7 comparators; The bottom four say 1, the top three say 0: 0001111; Encoder converts that to 4 in binary = 100.
For the experts: Comparator offset must be below LSB/2, which is why practical flash converters stop at 6 to 8 bits. Interpolating and folding architectures reduce the comparator count; time-interleaving many slower ADCs is the other route to GSPS.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walk-through: amber dots are the trial voltages; the teal line is the result after each decision; the coral line is the input. Where amber overshoots, the bit is dropped and teal stays put.
Analogy on the slide: Guess my number between 0 and 255 and I will only say "higher" or "lower". Always start at 128, then 64 up or down, and so on. Eight questions are always enough.
Example on the slide (Follow the chart): Try 0.500: below 0.70, keep (1). Try 0.750: above, drop (0); 0.625 keep (1), 0.6875 keep (1), 0.719 drop (0), 0.703 drop (0)…; After 8 ticks: 0.6992, within one step (1/256) of 0.70.
For the experts: Modern SAR ADCs use a binary-weighted capacitor DAC with charge redistribution; the sampling capacitor is the DAC, so there is no separate sample-and-hold. Asynchronous SAR and time-interleaving push SAR past 1 GSPS at 10 to 12 bits. Pipeline ADCs chain several coarse stages, each passing its residue on, trading latency for speed and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Beginners: instead of one careful measurement, make thousands of crude yes/no measurements very fast and average. Noise shaping is the trick of making the crude errors land at frequencies you were going to discard anyway.
Analogy on the slide: Weighing a letter on a bathroom scale that only says "over 50 g" or "under 50 g". Ask a thousand times while nudging the letter, count the "overs", and you get the weight to a fraction of a gram.
Example on the slide (Audio at 24 bits): Band 20 kHz, modulator 6.1 MSPS → OSR = 6.1e6 / 40e3 ≈ 153; OSR doubled 7 times, 2nd-order shaping: 7 × 15 = 105 dB gained; A 1-bit front end ends up with about 20 real bits.
For the experts: The noise transfer function of a first-order loop is (1 − z⁻¹); in-band noise falls 9 dB per octave of OSR, (6L + 3) dB for an L-th order loop. Chart: flat quantisation noise versus first- and second-order shaped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beginners the three numbers to look up first: sample rate, ENOB at their input frequency, SFDR. Experts: the table is a starting point; architectures blend (pipelined SAR, continuous-time sigma-delta at hundreds of MHz).
Example on the slide (Which ADC for a 20 MHz Wi-Fi channel?): Need about 50 MSPS and 10 to 12 real bits at 10 MHz input; SAR or pipeline fit; flash too coarse, sigma-delta too slow; Check ENOB at 10 MHz in the datasheet, not headline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with the room: a 10-bit ADC gives roughly what SNR? About 62 dB. Which ADC type for a microphone? Sigma-delta.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here: the DSP block. Beginners: the DFT asks "how much of each frequency is in here?" The FFT is just a faster way to get the same answer. The IFFT goes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left chart first and ask "how many tones?" Nobody can tell. Then reveal the right chart.
Analogy on the slide: A piano chord is one messy pressure wave in the air, but three clear notes on the sheet music. The FFT is the trained ear that hears the notes inside the mess.
Example on the slide (Read the right-hand chart): Peaks at 30 kHz (0 dB) and 75 kHz (−10 dB): the two tones; Hiss sits near −50 dB: the FFT pushed it down about 21 dB; A tone fills one bucket; the hiss is spread over 128 buckets.
For the experts: The FFT concentrates a tone into one bin while spreading white noise over N bins: processing gain 10 log₁₀(N/2), about 21 dB for N = 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derive anything here. The point is only that the three formulas are the same operation for three kinds of input.
Analogy on the slide: Same recipe each time: multiply the signal by a test wave of one frequency and add everything up. A big total means that frequency is present. The DFT just does it with a list of numbers instead of a smooth curve.
Example on the slide (Which one does your phone run?): Always the DFT: the ADC handed it a list of numbers; Wi-Fi: 64 numbers in, 64 frequencies out; 5G: up to 4096 numbers in, 4096 frequencies out.
For the experts: The DFT implicitly assumes x[n] is periodic with period N; that assumption is where spectral leakage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example arithmetic slowly. The numbers 39.06 kHz and bin 256 return in Part 5.
Analogy on the slide: N readings go in and N "buckets" come out, one per frequency. Bucket k collects everything that wiggles k times during the recording. A longer recording (bigger N at the same f_s) gives narrower buckets.
Example on the slide (40 MSPS, 1024 readings): Δf = 40 000 000 / 1024 = 39 062.5 Hz per bucket; A 10 MHz tone lands in bucket 10 000 000 / 39 062.5 = 256; Want 1 kHz detail? Take 40 000 readings (1 ms of signal).
For the experts: Resolution Δf depends on record length N·T_s = N/f_s only. Zero-padding interpolates the plot but does not improve resolution; only a longer record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k = 1 fits one wiggle in the recording, k = 2 fits two, k = 3 fits three. Do the N = 4 example on a whiteboard if there is one.
Analogy on the slide: To check whether a song contains a particular note, hum that note along with it and feel whether it resonates. The DFT hums N different notes in turn and writes down how strongly each one resonates.
Example on the slide (Tiny DFT by hand, N = 4): Readings: 1, 0, −1, 0 (one full wiggle); Bucket 1 test wave 1, 0, −1, 0: products add to 2, a match; Bucket 0 (no wiggle): 1 + 0 − 1 + 0 = 0: nothing at DC.
For the experts: Orthogonality: Σₙ W_N^{(k−m)n} = N·δ[k−m]. This geometric-series identity is the reason each bin measures its own frequency without interference and why the inverse needs only a 1/N scale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Butterfly: a plus W times b goes to the top output, a minus W times b goes to the bottom. That symmetry is the entire saving.
Analogy on the slide: Sorting a deck of cards by splitting it in half, sorting each half, then merging. The FFT does the same with frequencies. Nothing is approximated: the answer is exactly the DFT, only reached faster.
Example on the slide (N = 1024 readings): Plain DFT: 1024 × 1024 = 1 048 576 multiplies; FFT: (1024 / 2) × 10 = 5 120 butterflies; About 200 × less work; at 4096 points nearly 700 ×.
For the experts: Radix-4 and split-radix reduce multiplies further; real-input FFTs halve the work again by packing two real signals into one complex FFT. Fixed-point implementations need scaling at each stage (bit growth of 1 bit per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Emphasise the shuffle: it is not random, it is the binary index written backwards.
Analogy on the slide: A knockout tournament in reverse: pairs are combined in round 1, pairs of pairs in round 2, and everything in round 3. Three rounds are enough for 8 players because 2³ = 8.
Example on the slide (Count the work): 3 rounds × 4 butterflies = 12 butterflies; The plain DFT would need 8 × 8 = 64 multiplies; The shuffle: index 1 = 001, reversed = 100 = 4, so x[4] is 2nd.
For the experts: Decimation-in-frequency does the mirror image (natural-order in, bit-reversed out). Hardware FFTs often pipeline one stage per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two skirts on the chart. The price of the window is a slightly wider peak; the reward is being able to see weak signals next to strong ones.
Analogy on the slide: Cutting a strip from a roll of patterned wallpaper and gluing the ends together. If the pattern does not line up you get an ugly seam. A window fades the pattern out at the ends so no seam shows.
Example on the slide (Chart settings): 128 readings, tone at 20.5: between two buckets, worst case; No window: skirts at −30 dB would hide a weak neighbour; Hann: skirts below −80 dB nearby; peak 2 buckets wide, not 1.
For the experts: Choose the window for the job: Hann for general use, flat-top for amplitude accuracy, Blackman–Harris for dynamic range (−92 dB sidelobes), Kaiser for a tunable trade-off. Correct coherent gain and equivalent noise bandwidth when reading absolute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 on the slide is the measured round-trip error from our own build script.
Analogy on the slide: If the FFT is the recipe that lists how much of each ingredient is in a cake, the IFFT bakes the cake again from the recipe. Nothing is lost in either direction.
Example on the slide (Remove a hum with FFT + IFFT): Recording has a 50 Hz mains hum on top of speech; FFT, set the 50 Hz bucket to zero, IFFT; Speech comes back hum-free; round-trip error near 10⁻¹⁶.
For the experts: Fast convolution: y = IFFT(FFT(x) · FFT(h)) is circular convolution; overlap-add or overlap-save with zero padding makes it linear. It beats direct convolution for filter lengths above roughly 64 taps.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2048-point FFT at 100 MSPS, how wide is a bucket? 48.8 kHz. Which bucket holds 25 MHz? 512.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here: the whole chain. The worked example uses only equations already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row slowly; this is the slide beginners should be able to reproduce afterwards. Expert aside: with 1 ps jitter at 10 MHz the jitter limit is 84 dB, above the 74 dB quantisation limit, so the 12 bits are usable. At a 200 MHz IF jitter (58 dB) would dominate.
Analogy on the slide: Follow one grain of sand through the whole machine: caught, slowed, filtered, weighed, sorted into a bucket. Every number on this slide comes from a rule already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chart: the noise-like OFDM waveform that the IFFT produces. Right chart: what the receiver's FFT gets back: 52 filled buckets, 12 empty guard buckets, exactly as sent.
Analogy on the slide: Instead of one lorry racing down one lane, OFDM sends many slow bicycles side by side in many narrow lanes. The IFFT packs the bicycles into one road; the FFT unpacks them at the other end.
Example on the slide (Wi-Fi 802.11a/g in numbers): 64-point IFFT: 52 buckets carry data, 12 empty guard buckets; Bucket spacing 20 MHz / 64 = 312.5 kHz; A symbol every 4 µs: 52 × 6 bits × 250 000/s = 54 Mbit/s.
For the experts: The cyclic prefix turns the channel's linear convolution into a circular one, so a multipath channel becomes a single complex gain per subcarrier: one-tap equalisation. That is the entire reason OFDM won. 5G NR uses up to 4096-point FFTs. Spectrum analysers and radar range-Doppler maps are the other big FFT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is a real story. Invite the experts in the room to add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Reference material for the RF engineers: the expert corners from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Reference material: the expert corners from Parts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Reference material: ADC architecture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Reference material: the expert corners from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Reference material: the expert corners from Parts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Point beginners to Lyons first; experts to Kester for ADC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118872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RF Signal Processing</a:t>
            </a:r>
            <a:endParaRPr lang="en-US" sz="4800" dirty="0"/>
          </a:p>
        </p:txBody>
      </p:sp>
      <p:sp>
        <p:nvSpPr>
          <p:cNvPr id="3" name="Text 1"/>
          <p:cNvSpPr txBox="1"/>
          <p:nvPr/>
        </p:nvSpPr>
        <p:spPr>
          <a:xfrm>
            <a:off x="457200" y="2194560"/>
            <a:ext cx="8229600" cy="548640"/>
          </a:xfrm>
          <a:prstGeom prst="rect">
            <a:avLst/>
          </a:prstGeom>
          <a:noFill/>
          <a:ln/>
        </p:spPr>
        <p:txBody>
          <a:bodyPr wrap="square" lIns="0" tIns="0" rIns="0" bIns="0" rtlCol="0" anchor="ctr"/>
          <a:lstStyle/>
          <a:p>
            <a:pPr indent="0" marL="0">
              <a:buNone/>
            </a:pPr>
            <a:r>
              <a:rPr lang="en-US" sz="2000" dirty="0">
                <a:solidFill>
                  <a:srgbClr val="2EC4B6"/>
                </a:solidFill>
                <a:latin typeface="Calibri" pitchFamily="34" charset="0"/>
                <a:ea typeface="Calibri" pitchFamily="34" charset="-122"/>
                <a:cs typeface="Calibri" pitchFamily="34" charset="-120"/>
              </a:rPr>
              <a:t>How a radio wave becomes numbers, and what we do with them</a:t>
            </a:r>
            <a:endParaRPr lang="en-US" sz="2000" dirty="0"/>
          </a:p>
        </p:txBody>
      </p:sp>
      <p:sp>
        <p:nvSpPr>
          <p:cNvPr id="4" name="Text 2"/>
          <p:cNvSpPr txBox="1"/>
          <p:nvPr/>
        </p:nvSpPr>
        <p:spPr>
          <a:xfrm>
            <a:off x="457200" y="2788920"/>
            <a:ext cx="822960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For newcomers and RF engineers alike  ·  about 90 minutes</a:t>
            </a:r>
            <a:endParaRPr lang="en-US" sz="1200" dirty="0"/>
          </a:p>
        </p:txBody>
      </p:sp>
      <p:sp>
        <p:nvSpPr>
          <p:cNvPr id="5" name="Text 3"/>
          <p:cNvSpPr txBox="1"/>
          <p:nvPr/>
        </p:nvSpPr>
        <p:spPr>
          <a:xfrm>
            <a:off x="457200"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Antenna</a:t>
            </a:r>
            <a:endParaRPr lang="en-US" sz="1000" dirty="0"/>
          </a:p>
        </p:txBody>
      </p:sp>
      <p:sp>
        <p:nvSpPr>
          <p:cNvPr id="6" name="Shape 4"/>
          <p:cNvSpPr/>
          <p:nvPr/>
        </p:nvSpPr>
        <p:spPr>
          <a:xfrm>
            <a:off x="1460427" y="4091940"/>
            <a:ext cx="201168" cy="0"/>
          </a:xfrm>
          <a:prstGeom prst="line">
            <a:avLst/>
          </a:prstGeom>
          <a:noFill/>
          <a:ln w="15875">
            <a:solidFill>
              <a:srgbClr val="8FA3BF"/>
            </a:solidFill>
            <a:prstDash val="solid"/>
            <a:tailEnd type="triangle"/>
          </a:ln>
        </p:spPr>
      </p:sp>
      <p:sp>
        <p:nvSpPr>
          <p:cNvPr id="7" name="Text 5"/>
          <p:cNvSpPr txBox="1"/>
          <p:nvPr/>
        </p:nvSpPr>
        <p:spPr>
          <a:xfrm>
            <a:off x="1661595"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LNA</a:t>
            </a:r>
            <a:endParaRPr lang="en-US" sz="1000" dirty="0"/>
          </a:p>
        </p:txBody>
      </p:sp>
      <p:sp>
        <p:nvSpPr>
          <p:cNvPr id="8" name="Shape 6"/>
          <p:cNvSpPr/>
          <p:nvPr/>
        </p:nvSpPr>
        <p:spPr>
          <a:xfrm>
            <a:off x="2664823" y="4091940"/>
            <a:ext cx="201168" cy="0"/>
          </a:xfrm>
          <a:prstGeom prst="line">
            <a:avLst/>
          </a:prstGeom>
          <a:noFill/>
          <a:ln w="15875">
            <a:solidFill>
              <a:srgbClr val="8FA3BF"/>
            </a:solidFill>
            <a:prstDash val="solid"/>
            <a:tailEnd type="triangle"/>
          </a:ln>
        </p:spPr>
      </p:sp>
      <p:sp>
        <p:nvSpPr>
          <p:cNvPr id="9" name="Text 7"/>
          <p:cNvSpPr txBox="1"/>
          <p:nvPr/>
        </p:nvSpPr>
        <p:spPr>
          <a:xfrm>
            <a:off x="2865991"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Mixer</a:t>
            </a:r>
            <a:endParaRPr lang="en-US" sz="1000" dirty="0"/>
          </a:p>
        </p:txBody>
      </p:sp>
      <p:sp>
        <p:nvSpPr>
          <p:cNvPr id="10" name="Shape 8"/>
          <p:cNvSpPr/>
          <p:nvPr/>
        </p:nvSpPr>
        <p:spPr>
          <a:xfrm>
            <a:off x="3869218" y="4091940"/>
            <a:ext cx="201168" cy="0"/>
          </a:xfrm>
          <a:prstGeom prst="line">
            <a:avLst/>
          </a:prstGeom>
          <a:noFill/>
          <a:ln w="15875">
            <a:solidFill>
              <a:srgbClr val="8FA3BF"/>
            </a:solidFill>
            <a:prstDash val="solid"/>
            <a:tailEnd type="triangle"/>
          </a:ln>
        </p:spPr>
      </p:sp>
      <p:sp>
        <p:nvSpPr>
          <p:cNvPr id="11" name="Text 9"/>
          <p:cNvSpPr txBox="1"/>
          <p:nvPr/>
        </p:nvSpPr>
        <p:spPr>
          <a:xfrm>
            <a:off x="4070386"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Filter</a:t>
            </a:r>
            <a:endParaRPr lang="en-US" sz="1000" dirty="0"/>
          </a:p>
        </p:txBody>
      </p:sp>
      <p:sp>
        <p:nvSpPr>
          <p:cNvPr id="12" name="Shape 10"/>
          <p:cNvSpPr/>
          <p:nvPr/>
        </p:nvSpPr>
        <p:spPr>
          <a:xfrm>
            <a:off x="5073614" y="4091940"/>
            <a:ext cx="201168" cy="0"/>
          </a:xfrm>
          <a:prstGeom prst="line">
            <a:avLst/>
          </a:prstGeom>
          <a:noFill/>
          <a:ln w="15875">
            <a:solidFill>
              <a:srgbClr val="8FA3BF"/>
            </a:solidFill>
            <a:prstDash val="solid"/>
            <a:tailEnd type="triangle"/>
          </a:ln>
        </p:spPr>
      </p:sp>
      <p:sp>
        <p:nvSpPr>
          <p:cNvPr id="13" name="Text 11"/>
          <p:cNvSpPr txBox="1"/>
          <p:nvPr/>
        </p:nvSpPr>
        <p:spPr>
          <a:xfrm>
            <a:off x="5274782"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ADC</a:t>
            </a:r>
            <a:endParaRPr lang="en-US" sz="1000" dirty="0"/>
          </a:p>
        </p:txBody>
      </p:sp>
      <p:sp>
        <p:nvSpPr>
          <p:cNvPr id="14" name="Shape 12"/>
          <p:cNvSpPr/>
          <p:nvPr/>
        </p:nvSpPr>
        <p:spPr>
          <a:xfrm>
            <a:off x="6278009" y="4091940"/>
            <a:ext cx="201168" cy="0"/>
          </a:xfrm>
          <a:prstGeom prst="line">
            <a:avLst/>
          </a:prstGeom>
          <a:noFill/>
          <a:ln w="15875">
            <a:solidFill>
              <a:srgbClr val="8FA3BF"/>
            </a:solidFill>
            <a:prstDash val="solid"/>
            <a:tailEnd type="triangle"/>
          </a:ln>
        </p:spPr>
      </p:sp>
      <p:sp>
        <p:nvSpPr>
          <p:cNvPr id="15" name="Text 13"/>
          <p:cNvSpPr txBox="1"/>
          <p:nvPr/>
        </p:nvSpPr>
        <p:spPr>
          <a:xfrm>
            <a:off x="6479177"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DSP</a:t>
            </a:r>
            <a:endParaRPr lang="en-US" sz="1000" dirty="0"/>
          </a:p>
        </p:txBody>
      </p:sp>
      <p:sp>
        <p:nvSpPr>
          <p:cNvPr id="16" name="Shape 14"/>
          <p:cNvSpPr/>
          <p:nvPr/>
        </p:nvSpPr>
        <p:spPr>
          <a:xfrm>
            <a:off x="7482405" y="4091940"/>
            <a:ext cx="201168" cy="0"/>
          </a:xfrm>
          <a:prstGeom prst="line">
            <a:avLst/>
          </a:prstGeom>
          <a:noFill/>
          <a:ln w="15875">
            <a:solidFill>
              <a:srgbClr val="8FA3BF"/>
            </a:solidFill>
            <a:prstDash val="solid"/>
            <a:tailEnd type="triangle"/>
          </a:ln>
        </p:spPr>
      </p:sp>
      <p:sp>
        <p:nvSpPr>
          <p:cNvPr id="17" name="Text 15"/>
          <p:cNvSpPr txBox="1"/>
          <p:nvPr/>
        </p:nvSpPr>
        <p:spPr>
          <a:xfrm>
            <a:off x="7683573"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Data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Agenda and what you will be able to do</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Opening</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457200" y="1133856"/>
            <a:ext cx="329184" cy="329184"/>
          </a:xfrm>
          <a:prstGeom prst="ellipse">
            <a:avLst/>
          </a:prstGeom>
          <a:solidFill>
            <a:srgbClr val="2EC4B6"/>
          </a:solidFill>
          <a:ln w="12700">
            <a:solidFill>
              <a:srgbClr val="2EC4B6"/>
            </a:solidFill>
            <a:prstDash val="solid"/>
          </a:ln>
        </p:spPr>
      </p:sp>
      <p:sp>
        <p:nvSpPr>
          <p:cNvPr id="6" name="Text 4"/>
          <p:cNvSpPr txBox="1"/>
          <p:nvPr/>
        </p:nvSpPr>
        <p:spPr>
          <a:xfrm>
            <a:off x="457200" y="1133856"/>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914400" y="1024128"/>
            <a:ext cx="3931920"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What an RF signal is</a:t>
            </a:r>
            <a:endParaRPr lang="en-US" sz="1300" dirty="0"/>
          </a:p>
          <a:p>
            <a:pPr indent="0" marL="0">
              <a:buNone/>
            </a:pPr>
            <a:r>
              <a:rPr lang="en-US" sz="1100" dirty="0">
                <a:solidFill>
                  <a:srgbClr val="14213D"/>
                </a:solidFill>
                <a:latin typeface="Calibri" pitchFamily="34" charset="0"/>
                <a:ea typeface="Calibri" pitchFamily="34" charset="-122"/>
                <a:cs typeface="Calibri" pitchFamily="34" charset="-120"/>
              </a:rPr>
              <a:t>waves, decibels, I and Q, noise, link budget (15 min)</a:t>
            </a:r>
            <a:endParaRPr lang="en-US" sz="1300" dirty="0"/>
          </a:p>
        </p:txBody>
      </p:sp>
      <p:sp>
        <p:nvSpPr>
          <p:cNvPr id="8" name="Shape 6"/>
          <p:cNvSpPr/>
          <p:nvPr/>
        </p:nvSpPr>
        <p:spPr>
          <a:xfrm>
            <a:off x="457200" y="1755648"/>
            <a:ext cx="329184" cy="329184"/>
          </a:xfrm>
          <a:prstGeom prst="ellipse">
            <a:avLst/>
          </a:prstGeom>
          <a:solidFill>
            <a:srgbClr val="2EC4B6"/>
          </a:solidFill>
          <a:ln w="12700">
            <a:solidFill>
              <a:srgbClr val="2EC4B6"/>
            </a:solidFill>
            <a:prstDash val="solid"/>
          </a:ln>
        </p:spPr>
      </p:sp>
      <p:sp>
        <p:nvSpPr>
          <p:cNvPr id="9" name="Text 7"/>
          <p:cNvSpPr txBox="1"/>
          <p:nvPr/>
        </p:nvSpPr>
        <p:spPr>
          <a:xfrm>
            <a:off x="457200" y="175564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14400" y="1645920"/>
            <a:ext cx="3931920"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Sampling</a:t>
            </a:r>
            <a:endParaRPr lang="en-US" sz="1300" dirty="0"/>
          </a:p>
          <a:p>
            <a:pPr indent="0" marL="0">
              <a:buNone/>
            </a:pPr>
            <a:r>
              <a:rPr lang="en-US" sz="1100" dirty="0">
                <a:solidFill>
                  <a:srgbClr val="14213D"/>
                </a:solidFill>
                <a:latin typeface="Calibri" pitchFamily="34" charset="0"/>
                <a:ea typeface="Calibri" pitchFamily="34" charset="-122"/>
                <a:cs typeface="Calibri" pitchFamily="34" charset="-120"/>
              </a:rPr>
              <a:t>turning a smooth wave into a list of numbers (12 min)</a:t>
            </a:r>
            <a:endParaRPr lang="en-US" sz="1300" dirty="0"/>
          </a:p>
        </p:txBody>
      </p:sp>
      <p:sp>
        <p:nvSpPr>
          <p:cNvPr id="11" name="Shape 9"/>
          <p:cNvSpPr/>
          <p:nvPr/>
        </p:nvSpPr>
        <p:spPr>
          <a:xfrm>
            <a:off x="457200" y="2377440"/>
            <a:ext cx="329184" cy="329184"/>
          </a:xfrm>
          <a:prstGeom prst="ellipse">
            <a:avLst/>
          </a:prstGeom>
          <a:solidFill>
            <a:srgbClr val="2EC4B6"/>
          </a:solidFill>
          <a:ln w="12700">
            <a:solidFill>
              <a:srgbClr val="2EC4B6"/>
            </a:solidFill>
            <a:prstDash val="solid"/>
          </a:ln>
        </p:spPr>
      </p:sp>
      <p:sp>
        <p:nvSpPr>
          <p:cNvPr id="12" name="Text 10"/>
          <p:cNvSpPr txBox="1"/>
          <p:nvPr/>
        </p:nvSpPr>
        <p:spPr>
          <a:xfrm>
            <a:off x="457200" y="2377440"/>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914400" y="2267712"/>
            <a:ext cx="3931920"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Inside the ADC</a:t>
            </a:r>
            <a:endParaRPr lang="en-US" sz="1300" dirty="0"/>
          </a:p>
          <a:p>
            <a:pPr indent="0" marL="0">
              <a:buNone/>
            </a:pPr>
            <a:r>
              <a:rPr lang="en-US" sz="1100" dirty="0">
                <a:solidFill>
                  <a:srgbClr val="14213D"/>
                </a:solidFill>
                <a:latin typeface="Calibri" pitchFamily="34" charset="0"/>
                <a:ea typeface="Calibri" pitchFamily="34" charset="-122"/>
                <a:cs typeface="Calibri" pitchFamily="34" charset="-120"/>
              </a:rPr>
              <a:t>how a chip turns a voltage into a binary number (20 min)</a:t>
            </a:r>
            <a:endParaRPr lang="en-US" sz="1300" dirty="0"/>
          </a:p>
        </p:txBody>
      </p:sp>
      <p:sp>
        <p:nvSpPr>
          <p:cNvPr id="14" name="Shape 12"/>
          <p:cNvSpPr/>
          <p:nvPr/>
        </p:nvSpPr>
        <p:spPr>
          <a:xfrm>
            <a:off x="457200" y="2999232"/>
            <a:ext cx="329184" cy="329184"/>
          </a:xfrm>
          <a:prstGeom prst="ellipse">
            <a:avLst/>
          </a:prstGeom>
          <a:solidFill>
            <a:srgbClr val="2EC4B6"/>
          </a:solidFill>
          <a:ln w="12700">
            <a:solidFill>
              <a:srgbClr val="2EC4B6"/>
            </a:solidFill>
            <a:prstDash val="solid"/>
          </a:ln>
        </p:spPr>
      </p:sp>
      <p:sp>
        <p:nvSpPr>
          <p:cNvPr id="15" name="Text 13"/>
          <p:cNvSpPr txBox="1"/>
          <p:nvPr/>
        </p:nvSpPr>
        <p:spPr>
          <a:xfrm>
            <a:off x="457200" y="2999232"/>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914400" y="2889504"/>
            <a:ext cx="3931920"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FFT and IFFT</a:t>
            </a:r>
            <a:endParaRPr lang="en-US" sz="1300" dirty="0"/>
          </a:p>
          <a:p>
            <a:pPr indent="0" marL="0">
              <a:buNone/>
            </a:pPr>
            <a:r>
              <a:rPr lang="en-US" sz="1100" dirty="0">
                <a:solidFill>
                  <a:srgbClr val="14213D"/>
                </a:solidFill>
                <a:latin typeface="Calibri" pitchFamily="34" charset="0"/>
                <a:ea typeface="Calibri" pitchFamily="34" charset="-122"/>
                <a:cs typeface="Calibri" pitchFamily="34" charset="-120"/>
              </a:rPr>
              <a:t>finding the frequencies inside a signal, and going back (25 min)</a:t>
            </a:r>
            <a:endParaRPr lang="en-US" sz="1300" dirty="0"/>
          </a:p>
        </p:txBody>
      </p:sp>
      <p:sp>
        <p:nvSpPr>
          <p:cNvPr id="17" name="Shape 15"/>
          <p:cNvSpPr/>
          <p:nvPr/>
        </p:nvSpPr>
        <p:spPr>
          <a:xfrm>
            <a:off x="457200" y="3621024"/>
            <a:ext cx="329184" cy="329184"/>
          </a:xfrm>
          <a:prstGeom prst="ellipse">
            <a:avLst/>
          </a:prstGeom>
          <a:solidFill>
            <a:srgbClr val="2EC4B6"/>
          </a:solidFill>
          <a:ln w="12700">
            <a:solidFill>
              <a:srgbClr val="2EC4B6"/>
            </a:solidFill>
            <a:prstDash val="solid"/>
          </a:ln>
        </p:spPr>
      </p:sp>
      <p:sp>
        <p:nvSpPr>
          <p:cNvPr id="18" name="Text 16"/>
          <p:cNvSpPr txBox="1"/>
          <p:nvPr/>
        </p:nvSpPr>
        <p:spPr>
          <a:xfrm>
            <a:off x="457200" y="3621024"/>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914400" y="3511296"/>
            <a:ext cx="3931920"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One complete example, Wi-Fi and 5G, common mistakes (12 min)</a:t>
            </a:r>
            <a:endParaRPr lang="en-US" sz="1300" dirty="0"/>
          </a:p>
          <a:p>
            <a:pPr indent="0" marL="0">
              <a:buNone/>
            </a:pPr>
            <a:endParaRPr lang="en-US" sz="1300" dirty="0"/>
          </a:p>
        </p:txBody>
      </p:sp>
      <p:sp>
        <p:nvSpPr>
          <p:cNvPr id="20" name="Shape 18"/>
          <p:cNvSpPr/>
          <p:nvPr/>
        </p:nvSpPr>
        <p:spPr>
          <a:xfrm>
            <a:off x="5029200" y="1024128"/>
            <a:ext cx="3657600" cy="3154680"/>
          </a:xfrm>
          <a:prstGeom prst="roundRect">
            <a:avLst>
              <a:gd name="adj" fmla="val 2899"/>
            </a:avLst>
          </a:prstGeom>
          <a:solidFill>
            <a:srgbClr val="0B1F3A"/>
          </a:solidFill>
          <a:ln w="12700">
            <a:solidFill>
              <a:srgbClr val="0B1F3A"/>
            </a:solidFill>
            <a:prstDash val="solid"/>
          </a:ln>
        </p:spPr>
      </p:sp>
      <p:sp>
        <p:nvSpPr>
          <p:cNvPr id="21" name="Text 19"/>
          <p:cNvSpPr txBox="1"/>
          <p:nvPr/>
        </p:nvSpPr>
        <p:spPr>
          <a:xfrm>
            <a:off x="5257800" y="1207008"/>
            <a:ext cx="3200400" cy="365760"/>
          </a:xfrm>
          <a:prstGeom prst="rect">
            <a:avLst/>
          </a:prstGeom>
          <a:noFill/>
          <a:ln/>
        </p:spPr>
        <p:txBody>
          <a:bodyPr wrap="square" lIns="0" tIns="0" rIns="0" bIns="0" rtlCol="0" anchor="ctr"/>
          <a:lstStyle/>
          <a:p>
            <a:pPr indent="0" marL="0">
              <a:buNone/>
            </a:pPr>
            <a:r>
              <a:rPr lang="en-US" sz="1300" b="1" dirty="0">
                <a:solidFill>
                  <a:srgbClr val="2EC4B6"/>
                </a:solidFill>
                <a:latin typeface="Calibri" pitchFamily="34" charset="0"/>
                <a:ea typeface="Calibri" pitchFamily="34" charset="-122"/>
                <a:cs typeface="Calibri" pitchFamily="34" charset="-120"/>
              </a:rPr>
              <a:t>After this talk you will be able to</a:t>
            </a:r>
            <a:endParaRPr lang="en-US" sz="1300" dirty="0"/>
          </a:p>
        </p:txBody>
      </p:sp>
      <p:sp>
        <p:nvSpPr>
          <p:cNvPr id="22" name="Text 20"/>
          <p:cNvSpPr txBox="1"/>
          <p:nvPr/>
        </p:nvSpPr>
        <p:spPr>
          <a:xfrm>
            <a:off x="5257800" y="1664208"/>
            <a:ext cx="3200400" cy="237744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Work out how fast an ADC must sample and how accurate it is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Explain, step by step, what an ADC does in each clock tick</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Read an FFT plot: which peak is which frequency, and how fine the detail is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Say why the FFT is fast and where Wi-Fi and 5G use it</a:t>
            </a:r>
            <a:endParaRPr lang="en-US" sz="1250" dirty="0"/>
          </a:p>
        </p:txBody>
      </p:sp>
      <p:sp>
        <p:nvSpPr>
          <p:cNvPr id="23" name="Text 21"/>
          <p:cNvSpPr txBox="1"/>
          <p:nvPr/>
        </p:nvSpPr>
        <p:spPr>
          <a:xfrm>
            <a:off x="457200" y="4251960"/>
            <a:ext cx="8229600" cy="274320"/>
          </a:xfrm>
          <a:prstGeom prst="rect">
            <a:avLst/>
          </a:prstGeom>
          <a:noFill/>
          <a:ln/>
        </p:spPr>
        <p:txBody>
          <a:bodyPr wrap="square" lIns="0" tIns="0" rIns="0" bIns="0" rtlCol="0" anchor="ctr"/>
          <a:lstStyle/>
          <a:p>
            <a:pPr algn="ctr" indent="0" marL="0">
              <a:buNone/>
            </a:pPr>
            <a:r>
              <a:rPr lang="en-US" sz="1000" i="1" dirty="0">
                <a:solidFill>
                  <a:srgbClr val="5B6B7F"/>
                </a:solidFill>
                <a:latin typeface="Calibri" pitchFamily="34" charset="0"/>
                <a:ea typeface="Calibri" pitchFamily="34" charset="-122"/>
                <a:cs typeface="Calibri" pitchFamily="34" charset="-120"/>
              </a:rPr>
              <a:t>Every slide: a picture, the idea in plain words, an everyday comparison, a small example with real numbers, then the equation.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big picture: from antenna to data</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Opening</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457200"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Antenna</a:t>
            </a:r>
            <a:endParaRPr lang="en-US" sz="1200" dirty="0"/>
          </a:p>
        </p:txBody>
      </p:sp>
      <p:sp>
        <p:nvSpPr>
          <p:cNvPr id="6" name="Shape 4"/>
          <p:cNvSpPr/>
          <p:nvPr/>
        </p:nvSpPr>
        <p:spPr>
          <a:xfrm>
            <a:off x="1460427" y="1321308"/>
            <a:ext cx="201168" cy="0"/>
          </a:xfrm>
          <a:prstGeom prst="line">
            <a:avLst/>
          </a:prstGeom>
          <a:noFill/>
          <a:ln w="15875">
            <a:solidFill>
              <a:srgbClr val="5B6B7F"/>
            </a:solidFill>
            <a:prstDash val="solid"/>
            <a:tailEnd type="triangle"/>
          </a:ln>
        </p:spPr>
      </p:sp>
      <p:sp>
        <p:nvSpPr>
          <p:cNvPr id="7" name="Text 5"/>
          <p:cNvSpPr txBox="1"/>
          <p:nvPr/>
        </p:nvSpPr>
        <p:spPr>
          <a:xfrm>
            <a:off x="411480"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EM wave → µV</a:t>
            </a:r>
            <a:endParaRPr lang="en-US" sz="900" dirty="0"/>
          </a:p>
        </p:txBody>
      </p:sp>
      <p:sp>
        <p:nvSpPr>
          <p:cNvPr id="8" name="Text 6"/>
          <p:cNvSpPr txBox="1"/>
          <p:nvPr/>
        </p:nvSpPr>
        <p:spPr>
          <a:xfrm>
            <a:off x="1661595"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LNA</a:t>
            </a:r>
            <a:endParaRPr lang="en-US" sz="1200" dirty="0"/>
          </a:p>
        </p:txBody>
      </p:sp>
      <p:sp>
        <p:nvSpPr>
          <p:cNvPr id="9" name="Shape 7"/>
          <p:cNvSpPr/>
          <p:nvPr/>
        </p:nvSpPr>
        <p:spPr>
          <a:xfrm>
            <a:off x="2664823" y="1321308"/>
            <a:ext cx="201168" cy="0"/>
          </a:xfrm>
          <a:prstGeom prst="line">
            <a:avLst/>
          </a:prstGeom>
          <a:noFill/>
          <a:ln w="15875">
            <a:solidFill>
              <a:srgbClr val="5B6B7F"/>
            </a:solidFill>
            <a:prstDash val="solid"/>
            <a:tailEnd type="triangle"/>
          </a:ln>
        </p:spPr>
      </p:sp>
      <p:sp>
        <p:nvSpPr>
          <p:cNvPr id="10" name="Text 8"/>
          <p:cNvSpPr txBox="1"/>
          <p:nvPr/>
        </p:nvSpPr>
        <p:spPr>
          <a:xfrm>
            <a:off x="1615875"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low-noise gain</a:t>
            </a:r>
            <a:endParaRPr lang="en-US" sz="900" dirty="0"/>
          </a:p>
        </p:txBody>
      </p:sp>
      <p:sp>
        <p:nvSpPr>
          <p:cNvPr id="11" name="Text 9"/>
          <p:cNvSpPr txBox="1"/>
          <p:nvPr/>
        </p:nvSpPr>
        <p:spPr>
          <a:xfrm>
            <a:off x="2865991"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Mixer</a:t>
            </a:r>
            <a:endParaRPr lang="en-US" sz="1200" dirty="0"/>
          </a:p>
        </p:txBody>
      </p:sp>
      <p:sp>
        <p:nvSpPr>
          <p:cNvPr id="12" name="Shape 10"/>
          <p:cNvSpPr/>
          <p:nvPr/>
        </p:nvSpPr>
        <p:spPr>
          <a:xfrm>
            <a:off x="3869218" y="1321308"/>
            <a:ext cx="201168" cy="0"/>
          </a:xfrm>
          <a:prstGeom prst="line">
            <a:avLst/>
          </a:prstGeom>
          <a:noFill/>
          <a:ln w="15875">
            <a:solidFill>
              <a:srgbClr val="5B6B7F"/>
            </a:solidFill>
            <a:prstDash val="solid"/>
            <a:tailEnd type="triangle"/>
          </a:ln>
        </p:spPr>
      </p:sp>
      <p:sp>
        <p:nvSpPr>
          <p:cNvPr id="13" name="Text 11"/>
          <p:cNvSpPr txBox="1"/>
          <p:nvPr/>
        </p:nvSpPr>
        <p:spPr>
          <a:xfrm>
            <a:off x="2820271"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RF → IF</a:t>
            </a:r>
            <a:endParaRPr lang="en-US" sz="900" dirty="0"/>
          </a:p>
        </p:txBody>
      </p:sp>
      <p:sp>
        <p:nvSpPr>
          <p:cNvPr id="14" name="Text 12"/>
          <p:cNvSpPr txBox="1"/>
          <p:nvPr/>
        </p:nvSpPr>
        <p:spPr>
          <a:xfrm>
            <a:off x="4070386"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Filter</a:t>
            </a:r>
            <a:endParaRPr lang="en-US" sz="1200" dirty="0"/>
          </a:p>
        </p:txBody>
      </p:sp>
      <p:sp>
        <p:nvSpPr>
          <p:cNvPr id="15" name="Shape 13"/>
          <p:cNvSpPr/>
          <p:nvPr/>
        </p:nvSpPr>
        <p:spPr>
          <a:xfrm>
            <a:off x="5073614" y="1321308"/>
            <a:ext cx="201168" cy="0"/>
          </a:xfrm>
          <a:prstGeom prst="line">
            <a:avLst/>
          </a:prstGeom>
          <a:noFill/>
          <a:ln w="15875">
            <a:solidFill>
              <a:srgbClr val="5B6B7F"/>
            </a:solidFill>
            <a:prstDash val="solid"/>
            <a:tailEnd type="triangle"/>
          </a:ln>
        </p:spPr>
      </p:sp>
      <p:sp>
        <p:nvSpPr>
          <p:cNvPr id="16" name="Text 14"/>
          <p:cNvSpPr txBox="1"/>
          <p:nvPr/>
        </p:nvSpPr>
        <p:spPr>
          <a:xfrm>
            <a:off x="4024666"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band select</a:t>
            </a:r>
            <a:endParaRPr lang="en-US" sz="900" dirty="0"/>
          </a:p>
        </p:txBody>
      </p:sp>
      <p:sp>
        <p:nvSpPr>
          <p:cNvPr id="17" name="Text 15"/>
          <p:cNvSpPr txBox="1"/>
          <p:nvPr/>
        </p:nvSpPr>
        <p:spPr>
          <a:xfrm>
            <a:off x="5274782"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ADC</a:t>
            </a:r>
            <a:endParaRPr lang="en-US" sz="1200" dirty="0"/>
          </a:p>
        </p:txBody>
      </p:sp>
      <p:sp>
        <p:nvSpPr>
          <p:cNvPr id="18" name="Shape 16"/>
          <p:cNvSpPr/>
          <p:nvPr/>
        </p:nvSpPr>
        <p:spPr>
          <a:xfrm>
            <a:off x="6278009" y="1321308"/>
            <a:ext cx="201168" cy="0"/>
          </a:xfrm>
          <a:prstGeom prst="line">
            <a:avLst/>
          </a:prstGeom>
          <a:noFill/>
          <a:ln w="15875">
            <a:solidFill>
              <a:srgbClr val="5B6B7F"/>
            </a:solidFill>
            <a:prstDash val="solid"/>
            <a:tailEnd type="triangle"/>
          </a:ln>
        </p:spPr>
      </p:sp>
      <p:sp>
        <p:nvSpPr>
          <p:cNvPr id="19" name="Text 17"/>
          <p:cNvSpPr txBox="1"/>
          <p:nvPr/>
        </p:nvSpPr>
        <p:spPr>
          <a:xfrm>
            <a:off x="5229062"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V → bits</a:t>
            </a:r>
            <a:endParaRPr lang="en-US" sz="900" dirty="0"/>
          </a:p>
        </p:txBody>
      </p:sp>
      <p:sp>
        <p:nvSpPr>
          <p:cNvPr id="20" name="Text 18"/>
          <p:cNvSpPr txBox="1"/>
          <p:nvPr/>
        </p:nvSpPr>
        <p:spPr>
          <a:xfrm>
            <a:off x="6479177"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DSP</a:t>
            </a:r>
            <a:endParaRPr lang="en-US" sz="1200" dirty="0"/>
          </a:p>
        </p:txBody>
      </p:sp>
      <p:sp>
        <p:nvSpPr>
          <p:cNvPr id="21" name="Shape 19"/>
          <p:cNvSpPr/>
          <p:nvPr/>
        </p:nvSpPr>
        <p:spPr>
          <a:xfrm>
            <a:off x="7482405" y="1321308"/>
            <a:ext cx="201168" cy="0"/>
          </a:xfrm>
          <a:prstGeom prst="line">
            <a:avLst/>
          </a:prstGeom>
          <a:noFill/>
          <a:ln w="15875">
            <a:solidFill>
              <a:srgbClr val="5B6B7F"/>
            </a:solidFill>
            <a:prstDash val="solid"/>
            <a:tailEnd type="triangle"/>
          </a:ln>
        </p:spPr>
      </p:sp>
      <p:sp>
        <p:nvSpPr>
          <p:cNvPr id="22" name="Text 20"/>
          <p:cNvSpPr txBox="1"/>
          <p:nvPr/>
        </p:nvSpPr>
        <p:spPr>
          <a:xfrm>
            <a:off x="6433457"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FFT, demod</a:t>
            </a:r>
            <a:endParaRPr lang="en-US" sz="900" dirty="0"/>
          </a:p>
        </p:txBody>
      </p:sp>
      <p:sp>
        <p:nvSpPr>
          <p:cNvPr id="23" name="Text 21"/>
          <p:cNvSpPr txBox="1"/>
          <p:nvPr/>
        </p:nvSpPr>
        <p:spPr>
          <a:xfrm>
            <a:off x="7683573" y="1069848"/>
            <a:ext cx="1003227" cy="502920"/>
          </a:xfrm>
          <a:prstGeom prst="roundRect">
            <a:avLst>
              <a:gd name="adj" fmla="val 10909"/>
            </a:avLst>
          </a:prstGeom>
          <a:solidFill>
            <a:srgbClr val="EEF3F8"/>
          </a:solidFill>
          <a:ln w="9525">
            <a:solidFill>
              <a:srgbClr val="EEF3F8"/>
            </a:solidFill>
          </a:ln>
        </p:spPr>
        <p:txBody>
          <a:bodyPr wrap="square" lIns="254" tIns="254" rIns="254" bIns="254"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Data</a:t>
            </a:r>
            <a:endParaRPr lang="en-US" sz="1200" dirty="0"/>
          </a:p>
        </p:txBody>
      </p:sp>
      <p:sp>
        <p:nvSpPr>
          <p:cNvPr id="24" name="Text 22"/>
          <p:cNvSpPr txBox="1"/>
          <p:nvPr/>
        </p:nvSpPr>
        <p:spPr>
          <a:xfrm>
            <a:off x="7637853" y="1618488"/>
            <a:ext cx="1094667" cy="36576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information</a:t>
            </a:r>
            <a:endParaRPr lang="en-US" sz="900" dirty="0"/>
          </a:p>
        </p:txBody>
      </p:sp>
      <p:sp>
        <p:nvSpPr>
          <p:cNvPr id="25" name="Text 23"/>
          <p:cNvSpPr txBox="1"/>
          <p:nvPr/>
        </p:nvSpPr>
        <p:spPr>
          <a:xfrm>
            <a:off x="457200" y="2148840"/>
            <a:ext cx="3977640" cy="13716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4213D"/>
                </a:solidFill>
                <a:latin typeface="Calibri" pitchFamily="34" charset="0"/>
                <a:ea typeface="Calibri" pitchFamily="34" charset="-122"/>
                <a:cs typeface="Calibri" pitchFamily="34" charset="-120"/>
              </a:rPr>
              <a:t>Antenna: catches the radio wave and turns it into a tiny voltage (millionths of a volt)</a:t>
            </a:r>
            <a:endParaRPr lang="en-US" sz="1100" dirty="0"/>
          </a:p>
          <a:p>
            <a:pPr marL="342900" indent="-342900">
              <a:spcAft>
                <a:spcPts val="400"/>
              </a:spcAft>
              <a:buSzPct val="100000"/>
              <a:buChar char="•"/>
            </a:pPr>
            <a:r>
              <a:rPr lang="en-US" sz="1100" dirty="0">
                <a:solidFill>
                  <a:srgbClr val="14213D"/>
                </a:solidFill>
                <a:latin typeface="Calibri" pitchFamily="34" charset="0"/>
                <a:ea typeface="Calibri" pitchFamily="34" charset="-122"/>
                <a:cs typeface="Calibri" pitchFamily="34" charset="-120"/>
              </a:rPr>
              <a:t>LNA (low-noise amplifier): makes the tiny voltage bigger without adding much hiss</a:t>
            </a:r>
            <a:endParaRPr lang="en-US" sz="1100" dirty="0"/>
          </a:p>
          <a:p>
            <a:pPr marL="342900" indent="-342900">
              <a:spcAft>
                <a:spcPts val="400"/>
              </a:spcAft>
              <a:buSzPct val="100000"/>
              <a:buChar char="•"/>
            </a:pPr>
            <a:r>
              <a:rPr lang="en-US" sz="1100" dirty="0">
                <a:solidFill>
                  <a:srgbClr val="14213D"/>
                </a:solidFill>
                <a:latin typeface="Calibri" pitchFamily="34" charset="0"/>
                <a:ea typeface="Calibri" pitchFamily="34" charset="-122"/>
                <a:cs typeface="Calibri" pitchFamily="34" charset="-120"/>
              </a:rPr>
              <a:t>Mixer: slows the signal down from billions of cycles per second to millions</a:t>
            </a:r>
            <a:endParaRPr lang="en-US" sz="1100" dirty="0"/>
          </a:p>
        </p:txBody>
      </p:sp>
      <p:sp>
        <p:nvSpPr>
          <p:cNvPr id="26" name="Text 24"/>
          <p:cNvSpPr txBox="1"/>
          <p:nvPr/>
        </p:nvSpPr>
        <p:spPr>
          <a:xfrm>
            <a:off x="4709160" y="2148840"/>
            <a:ext cx="3977640" cy="13716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4213D"/>
                </a:solidFill>
                <a:latin typeface="Calibri" pitchFamily="34" charset="0"/>
                <a:ea typeface="Calibri" pitchFamily="34" charset="-122"/>
                <a:cs typeface="Calibri" pitchFamily="34" charset="-120"/>
              </a:rPr>
              <a:t>Filter: throws away everything outside the channel we want</a:t>
            </a:r>
            <a:endParaRPr lang="en-US" sz="1100" dirty="0"/>
          </a:p>
          <a:p>
            <a:pPr marL="342900" indent="-342900">
              <a:spcAft>
                <a:spcPts val="400"/>
              </a:spcAft>
              <a:buSzPct val="100000"/>
              <a:buChar char="•"/>
            </a:pPr>
            <a:r>
              <a:rPr lang="en-US" sz="1100" dirty="0">
                <a:solidFill>
                  <a:srgbClr val="14213D"/>
                </a:solidFill>
                <a:latin typeface="Calibri" pitchFamily="34" charset="0"/>
                <a:ea typeface="Calibri" pitchFamily="34" charset="-122"/>
                <a:cs typeface="Calibri" pitchFamily="34" charset="-120"/>
              </a:rPr>
              <a:t>ADC (analog-to-digital converter): measures the voltage and writes it down as numbers</a:t>
            </a:r>
            <a:endParaRPr lang="en-US" sz="1100" dirty="0"/>
          </a:p>
          <a:p>
            <a:pPr marL="342900" indent="-342900">
              <a:spcAft>
                <a:spcPts val="400"/>
              </a:spcAft>
              <a:buSzPct val="100000"/>
              <a:buChar char="•"/>
            </a:pPr>
            <a:r>
              <a:rPr lang="en-US" sz="1100" dirty="0">
                <a:solidFill>
                  <a:srgbClr val="14213D"/>
                </a:solidFill>
                <a:latin typeface="Calibri" pitchFamily="34" charset="0"/>
                <a:ea typeface="Calibri" pitchFamily="34" charset="-122"/>
                <a:cs typeface="Calibri" pitchFamily="34" charset="-120"/>
              </a:rPr>
              <a:t>DSP (digital signal processing): maths on the numbers, for example the FFT, to get the data out</a:t>
            </a:r>
            <a:endParaRPr lang="en-US" sz="1100" dirty="0"/>
          </a:p>
        </p:txBody>
      </p:sp>
      <p:sp>
        <p:nvSpPr>
          <p:cNvPr id="27" name="Shape 25"/>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8" name="Shape 26"/>
          <p:cNvSpPr/>
          <p:nvPr/>
        </p:nvSpPr>
        <p:spPr>
          <a:xfrm>
            <a:off x="566928" y="3776472"/>
            <a:ext cx="237744" cy="237744"/>
          </a:xfrm>
          <a:prstGeom prst="ellipse">
            <a:avLst/>
          </a:prstGeom>
          <a:solidFill>
            <a:srgbClr val="2EC4B6"/>
          </a:solidFill>
          <a:ln w="12700">
            <a:solidFill>
              <a:srgbClr val="2EC4B6"/>
            </a:solidFill>
            <a:prstDash val="solid"/>
          </a:ln>
        </p:spPr>
      </p:sp>
      <p:sp>
        <p:nvSpPr>
          <p:cNvPr id="29" name="Text 27"/>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30" name="Text 28"/>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receiver is a translator. The antenna hears a whisper, the LNA turns up the volume, the mixer slows the speech down, the filter blocks background chatter, the ADC writes it all down as numbers, and the DSP reads the notes.</a:t>
            </a:r>
            <a:endParaRPr lang="en-US" sz="1050" dirty="0"/>
          </a:p>
        </p:txBody>
      </p:sp>
      <p:sp>
        <p:nvSpPr>
          <p:cNvPr id="31" name="Shape 29"/>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32" name="Shape 30"/>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33" name="Text 31"/>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34" name="Text 32"/>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Your phone on Wi-Fi</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2.4 GHz wave arrives at −60 dBm (a billionth of a milliwatt)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Mixed down to 10 MHz; 40 million 12-bit readings per second</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1024-point FFT finds the channel; DSP decodes the page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Eight words we will use all the time</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Opening</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24128"/>
          <a:ext cx="8229600" cy="914400"/>
        </p:xfrm>
        <a:graphic>
          <a:graphicData uri="http://schemas.openxmlformats.org/drawingml/2006/table">
            <a:tbl>
              <a:tblPr/>
              <a:tblGrid>
                <a:gridCol w="1463040"/>
                <a:gridCol w="4114800"/>
                <a:gridCol w="265176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Word</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meaning</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Everyday comparison</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Signal</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A voltage that changes over time and carries information</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The sound of a voice</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Frequency (Hz)</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How many times per second the wave repeats</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Pitch of a musical note</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Spectrum</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A chart of how much of each frequency a signal contains</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The notes in a chord, listed</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Sample</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One measurement of the voltage at one instant</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One frame of a film</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Bit</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One binary digit, 0 or 1; more bits = finer measurement</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More marks on a ruler</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dB (decibel)</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A way of writing ratios so that × becomes +</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Counting zeros instead of writing them</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Noise</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Random hiss added to every real signal</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Static between radio stations</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329184">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Bandwidth</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The range of frequencies a signal occupies</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Width of a lane on a motorway</a:t>
                      </a:r>
                      <a:endParaRPr lang="en-US" sz="10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4114800"/>
            <a:ext cx="8229600" cy="274320"/>
          </a:xfrm>
          <a:prstGeom prst="rect">
            <a:avLst/>
          </a:prstGeom>
          <a:noFill/>
          <a:ln/>
        </p:spPr>
        <p:txBody>
          <a:bodyPr wrap="square" lIns="0" tIns="0" rIns="0" bIns="0" rtlCol="0" anchor="ctr"/>
          <a:lstStyle/>
          <a:p>
            <a:pPr algn="ctr" indent="0" marL="0">
              <a:buNone/>
            </a:pPr>
            <a:r>
              <a:rPr lang="en-US" sz="1000" i="1" dirty="0">
                <a:solidFill>
                  <a:srgbClr val="5B6B7F"/>
                </a:solidFill>
                <a:latin typeface="Calibri" pitchFamily="34" charset="0"/>
                <a:ea typeface="Calibri" pitchFamily="34" charset="-122"/>
                <a:cs typeface="Calibri" pitchFamily="34" charset="-120"/>
              </a:rPr>
              <a:t>Every other term in this talk is built from these eight.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1097280"/>
            <a:ext cx="5486400" cy="365760"/>
          </a:xfrm>
          <a:prstGeom prst="rect">
            <a:avLst/>
          </a:prstGeom>
          <a:noFill/>
          <a:ln/>
        </p:spPr>
        <p:txBody>
          <a:bodyPr wrap="square" lIns="0" tIns="0" rIns="0" bIns="0" rtlCol="0" anchor="ctr"/>
          <a:lstStyle/>
          <a:p>
            <a:pPr indent="0" marL="0">
              <a:buNone/>
            </a:pPr>
            <a:r>
              <a:rPr lang="en-US" sz="1400" b="1" dirty="0">
                <a:solidFill>
                  <a:srgbClr val="2EC4B6"/>
                </a:solidFill>
                <a:latin typeface="Calibri" pitchFamily="34" charset="0"/>
                <a:ea typeface="Calibri" pitchFamily="34" charset="-122"/>
                <a:cs typeface="Calibri" pitchFamily="34" charset="-120"/>
              </a:rPr>
              <a:t>Part 1</a:t>
            </a:r>
            <a:endParaRPr lang="en-US" sz="1400" dirty="0"/>
          </a:p>
        </p:txBody>
      </p:sp>
      <p:sp>
        <p:nvSpPr>
          <p:cNvPr id="3" name="Text 1"/>
          <p:cNvSpPr txBox="1"/>
          <p:nvPr/>
        </p:nvSpPr>
        <p:spPr>
          <a:xfrm>
            <a:off x="45720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an RF signal is</a:t>
            </a:r>
            <a:endParaRPr lang="en-US" sz="4000" dirty="0"/>
          </a:p>
        </p:txBody>
      </p:sp>
      <p:sp>
        <p:nvSpPr>
          <p:cNvPr id="4" name="Text 2"/>
          <p:cNvSpPr txBox="1"/>
          <p:nvPr/>
        </p:nvSpPr>
        <p:spPr>
          <a:xfrm>
            <a:off x="457200" y="2423160"/>
            <a:ext cx="8229600" cy="457200"/>
          </a:xfrm>
          <a:prstGeom prst="rect">
            <a:avLst/>
          </a:prstGeom>
          <a:noFill/>
          <a:ln/>
        </p:spPr>
        <p:txBody>
          <a:bodyPr wrap="square" lIns="0" tIns="0" rIns="0" bIns="0" rtlCol="0" anchor="ctr"/>
          <a:lstStyle/>
          <a:p>
            <a:pPr indent="0" marL="0">
              <a:buNone/>
            </a:pPr>
            <a:r>
              <a:rPr lang="en-US" sz="1600" dirty="0">
                <a:solidFill>
                  <a:srgbClr val="D7DEE8"/>
                </a:solidFill>
                <a:latin typeface="Calibri" pitchFamily="34" charset="0"/>
                <a:ea typeface="Calibri" pitchFamily="34" charset="-122"/>
                <a:cs typeface="Calibri" pitchFamily="34" charset="-120"/>
              </a:rPr>
              <a:t>Waves, decibels, I and Q, noise, and whether the signal will arrive</a:t>
            </a:r>
            <a:endParaRPr lang="en-US" sz="1600" dirty="0"/>
          </a:p>
        </p:txBody>
      </p:sp>
      <p:sp>
        <p:nvSpPr>
          <p:cNvPr id="5" name="Text 3"/>
          <p:cNvSpPr txBox="1"/>
          <p:nvPr/>
        </p:nvSpPr>
        <p:spPr>
          <a:xfrm>
            <a:off x="457200" y="2926080"/>
            <a:ext cx="3657600" cy="274320"/>
          </a:xfrm>
          <a:prstGeom prst="rect">
            <a:avLst/>
          </a:prstGeom>
          <a:noFill/>
          <a:ln/>
        </p:spPr>
        <p:txBody>
          <a:bodyPr wrap="square" lIns="0" tIns="0" rIns="0" bIns="0" rtlCol="0" anchor="ctr"/>
          <a:lstStyle/>
          <a:p>
            <a:pPr indent="0" marL="0">
              <a:buNone/>
            </a:pPr>
            <a:r>
              <a:rPr lang="en-US" sz="1100" dirty="0">
                <a:solidFill>
                  <a:srgbClr val="B8C4D6"/>
                </a:solidFill>
                <a:latin typeface="Calibri" pitchFamily="34" charset="0"/>
                <a:ea typeface="Calibri" pitchFamily="34" charset="-122"/>
                <a:cs typeface="Calibri" pitchFamily="34" charset="-120"/>
              </a:rPr>
              <a:t>15 minutes</a:t>
            </a:r>
            <a:endParaRPr lang="en-US" sz="1100" dirty="0"/>
          </a:p>
        </p:txBody>
      </p:sp>
      <p:sp>
        <p:nvSpPr>
          <p:cNvPr id="6" name="Text 4"/>
          <p:cNvSpPr txBox="1"/>
          <p:nvPr/>
        </p:nvSpPr>
        <p:spPr>
          <a:xfrm>
            <a:off x="457200" y="3611880"/>
            <a:ext cx="2743200" cy="228600"/>
          </a:xfrm>
          <a:prstGeom prst="rect">
            <a:avLst/>
          </a:prstGeom>
          <a:noFill/>
          <a:ln/>
        </p:spPr>
        <p:txBody>
          <a:bodyPr wrap="square" lIns="0" tIns="0" rIns="0" bIns="0" rtlCol="0" anchor="ctr"/>
          <a:lstStyle/>
          <a:p>
            <a:pPr indent="0" marL="0">
              <a:buNone/>
            </a:pPr>
            <a:r>
              <a:rPr lang="en-US" sz="900" i="1" dirty="0">
                <a:solidFill>
                  <a:srgbClr val="B8C4D6"/>
                </a:solidFill>
                <a:latin typeface="Calibri" pitchFamily="34" charset="0"/>
                <a:ea typeface="Calibri" pitchFamily="34" charset="-122"/>
                <a:cs typeface="Calibri" pitchFamily="34" charset="-120"/>
              </a:rPr>
              <a:t>You are here</a:t>
            </a:r>
            <a:endParaRPr lang="en-US" sz="900" dirty="0"/>
          </a:p>
        </p:txBody>
      </p:sp>
      <p:sp>
        <p:nvSpPr>
          <p:cNvPr id="7" name="Text 5"/>
          <p:cNvSpPr txBox="1"/>
          <p:nvPr/>
        </p:nvSpPr>
        <p:spPr>
          <a:xfrm>
            <a:off x="457200" y="3840480"/>
            <a:ext cx="1003227" cy="502920"/>
          </a:xfrm>
          <a:prstGeom prst="roundRect">
            <a:avLst>
              <a:gd name="adj" fmla="val 10909"/>
            </a:avLst>
          </a:prstGeom>
          <a:solidFill>
            <a:srgbClr val="2EC4B6"/>
          </a:solidFill>
          <a:ln w="9525">
            <a:solidFill>
              <a:srgbClr val="2EC4B6"/>
            </a:solidFill>
          </a:ln>
        </p:spPr>
        <p:txBody>
          <a:bodyPr wrap="square" lIns="254" tIns="254" rIns="254" bIns="254"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Antenna</a:t>
            </a:r>
            <a:endParaRPr lang="en-US" sz="1000" dirty="0"/>
          </a:p>
        </p:txBody>
      </p:sp>
      <p:sp>
        <p:nvSpPr>
          <p:cNvPr id="8" name="Shape 6"/>
          <p:cNvSpPr/>
          <p:nvPr/>
        </p:nvSpPr>
        <p:spPr>
          <a:xfrm>
            <a:off x="1460427" y="4091940"/>
            <a:ext cx="201168" cy="0"/>
          </a:xfrm>
          <a:prstGeom prst="line">
            <a:avLst/>
          </a:prstGeom>
          <a:noFill/>
          <a:ln w="15875">
            <a:solidFill>
              <a:srgbClr val="8FA3BF"/>
            </a:solidFill>
            <a:prstDash val="solid"/>
            <a:tailEnd type="triangle"/>
          </a:ln>
        </p:spPr>
      </p:sp>
      <p:sp>
        <p:nvSpPr>
          <p:cNvPr id="9" name="Text 7"/>
          <p:cNvSpPr txBox="1"/>
          <p:nvPr/>
        </p:nvSpPr>
        <p:spPr>
          <a:xfrm>
            <a:off x="1661595"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LNA</a:t>
            </a:r>
            <a:endParaRPr lang="en-US" sz="1000" dirty="0"/>
          </a:p>
        </p:txBody>
      </p:sp>
      <p:sp>
        <p:nvSpPr>
          <p:cNvPr id="10" name="Shape 8"/>
          <p:cNvSpPr/>
          <p:nvPr/>
        </p:nvSpPr>
        <p:spPr>
          <a:xfrm>
            <a:off x="2664823" y="4091940"/>
            <a:ext cx="201168" cy="0"/>
          </a:xfrm>
          <a:prstGeom prst="line">
            <a:avLst/>
          </a:prstGeom>
          <a:noFill/>
          <a:ln w="15875">
            <a:solidFill>
              <a:srgbClr val="8FA3BF"/>
            </a:solidFill>
            <a:prstDash val="solid"/>
            <a:tailEnd type="triangle"/>
          </a:ln>
        </p:spPr>
      </p:sp>
      <p:sp>
        <p:nvSpPr>
          <p:cNvPr id="11" name="Text 9"/>
          <p:cNvSpPr txBox="1"/>
          <p:nvPr/>
        </p:nvSpPr>
        <p:spPr>
          <a:xfrm>
            <a:off x="2865991"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Mixer</a:t>
            </a:r>
            <a:endParaRPr lang="en-US" sz="1000" dirty="0"/>
          </a:p>
        </p:txBody>
      </p:sp>
      <p:sp>
        <p:nvSpPr>
          <p:cNvPr id="12" name="Shape 10"/>
          <p:cNvSpPr/>
          <p:nvPr/>
        </p:nvSpPr>
        <p:spPr>
          <a:xfrm>
            <a:off x="3869218" y="4091940"/>
            <a:ext cx="201168" cy="0"/>
          </a:xfrm>
          <a:prstGeom prst="line">
            <a:avLst/>
          </a:prstGeom>
          <a:noFill/>
          <a:ln w="15875">
            <a:solidFill>
              <a:srgbClr val="8FA3BF"/>
            </a:solidFill>
            <a:prstDash val="solid"/>
            <a:tailEnd type="triangle"/>
          </a:ln>
        </p:spPr>
      </p:sp>
      <p:sp>
        <p:nvSpPr>
          <p:cNvPr id="13" name="Text 11"/>
          <p:cNvSpPr txBox="1"/>
          <p:nvPr/>
        </p:nvSpPr>
        <p:spPr>
          <a:xfrm>
            <a:off x="4070386"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Filter</a:t>
            </a:r>
            <a:endParaRPr lang="en-US" sz="1000" dirty="0"/>
          </a:p>
        </p:txBody>
      </p:sp>
      <p:sp>
        <p:nvSpPr>
          <p:cNvPr id="14" name="Shape 12"/>
          <p:cNvSpPr/>
          <p:nvPr/>
        </p:nvSpPr>
        <p:spPr>
          <a:xfrm>
            <a:off x="5073614" y="4091940"/>
            <a:ext cx="201168" cy="0"/>
          </a:xfrm>
          <a:prstGeom prst="line">
            <a:avLst/>
          </a:prstGeom>
          <a:noFill/>
          <a:ln w="15875">
            <a:solidFill>
              <a:srgbClr val="8FA3BF"/>
            </a:solidFill>
            <a:prstDash val="solid"/>
            <a:tailEnd type="triangle"/>
          </a:ln>
        </p:spPr>
      </p:sp>
      <p:sp>
        <p:nvSpPr>
          <p:cNvPr id="15" name="Text 13"/>
          <p:cNvSpPr txBox="1"/>
          <p:nvPr/>
        </p:nvSpPr>
        <p:spPr>
          <a:xfrm>
            <a:off x="5274782"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ADC</a:t>
            </a:r>
            <a:endParaRPr lang="en-US" sz="1000" dirty="0"/>
          </a:p>
        </p:txBody>
      </p:sp>
      <p:sp>
        <p:nvSpPr>
          <p:cNvPr id="16" name="Shape 14"/>
          <p:cNvSpPr/>
          <p:nvPr/>
        </p:nvSpPr>
        <p:spPr>
          <a:xfrm>
            <a:off x="6278009" y="4091940"/>
            <a:ext cx="201168" cy="0"/>
          </a:xfrm>
          <a:prstGeom prst="line">
            <a:avLst/>
          </a:prstGeom>
          <a:noFill/>
          <a:ln w="15875">
            <a:solidFill>
              <a:srgbClr val="8FA3BF"/>
            </a:solidFill>
            <a:prstDash val="solid"/>
            <a:tailEnd type="triangle"/>
          </a:ln>
        </p:spPr>
      </p:sp>
      <p:sp>
        <p:nvSpPr>
          <p:cNvPr id="17" name="Text 15"/>
          <p:cNvSpPr txBox="1"/>
          <p:nvPr/>
        </p:nvSpPr>
        <p:spPr>
          <a:xfrm>
            <a:off x="6479177"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DSP</a:t>
            </a:r>
            <a:endParaRPr lang="en-US" sz="1000" dirty="0"/>
          </a:p>
        </p:txBody>
      </p:sp>
      <p:sp>
        <p:nvSpPr>
          <p:cNvPr id="18" name="Shape 16"/>
          <p:cNvSpPr/>
          <p:nvPr/>
        </p:nvSpPr>
        <p:spPr>
          <a:xfrm>
            <a:off x="7482405" y="4091940"/>
            <a:ext cx="201168" cy="0"/>
          </a:xfrm>
          <a:prstGeom prst="line">
            <a:avLst/>
          </a:prstGeom>
          <a:noFill/>
          <a:ln w="15875">
            <a:solidFill>
              <a:srgbClr val="8FA3BF"/>
            </a:solidFill>
            <a:prstDash val="solid"/>
            <a:tailEnd type="triangle"/>
          </a:ln>
        </p:spPr>
      </p:sp>
      <p:sp>
        <p:nvSpPr>
          <p:cNvPr id="19" name="Text 17"/>
          <p:cNvSpPr txBox="1"/>
          <p:nvPr/>
        </p:nvSpPr>
        <p:spPr>
          <a:xfrm>
            <a:off x="7683573"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Data</a:t>
            </a:r>
            <a:endParaRPr lang="en-US" sz="1000" dirty="0"/>
          </a:p>
        </p:txBody>
      </p:sp>
      <p:sp>
        <p:nvSpPr>
          <p:cNvPr id="20" name="Text 18"/>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An RF signal is a very fast wave</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1 · What an RF signal is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6</a:t>
            </a:r>
            <a:endParaRPr lang="en-US" sz="900" dirty="0"/>
          </a:p>
        </p:txBody>
      </p:sp>
      <p:sp>
        <p:nvSpPr>
          <p:cNvPr id="5" name="Shape 3"/>
          <p:cNvSpPr/>
          <p:nvPr/>
        </p:nvSpPr>
        <p:spPr>
          <a:xfrm>
            <a:off x="457200" y="1024128"/>
            <a:ext cx="4023360" cy="640080"/>
          </a:xfrm>
          <a:prstGeom prst="roundRect">
            <a:avLst>
              <a:gd name="adj" fmla="val 11429"/>
            </a:avLst>
          </a:prstGeom>
          <a:solidFill>
            <a:srgbClr val="EEF3F8"/>
          </a:solidFill>
          <a:ln w="12700">
            <a:solidFill>
              <a:srgbClr val="EEF3F8"/>
            </a:solidFill>
            <a:prstDash val="solid"/>
          </a:ln>
        </p:spPr>
      </p:sp>
      <p:sp>
        <p:nvSpPr>
          <p:cNvPr id="6" name="Text 4"/>
          <p:cNvSpPr txBox="1"/>
          <p:nvPr/>
        </p:nvSpPr>
        <p:spPr>
          <a:xfrm>
            <a:off x="594360" y="1024128"/>
            <a:ext cx="3749040" cy="384048"/>
          </a:xfrm>
          <a:prstGeom prst="rect">
            <a:avLst/>
          </a:prstGeom>
          <a:noFill/>
          <a:ln/>
        </p:spPr>
        <p:txBody>
          <a:bodyPr wrap="square" lIns="0" tIns="0" rIns="0" bIns="0" rtlCol="0" anchor="ctr"/>
          <a:lstStyle/>
          <a:p>
            <a:pPr algn="ctr" indent="0" marL="0">
              <a:buNone/>
            </a:pPr>
            <a:r>
              <a:rPr lang="en-US" sz="1800" dirty="0">
                <a:solidFill>
                  <a:srgbClr val="0B1F3A"/>
                </a:solidFill>
                <a:latin typeface="Cambria" pitchFamily="34" charset="0"/>
                <a:ea typeface="Cambria" pitchFamily="34" charset="-122"/>
                <a:cs typeface="Cambria" pitchFamily="34" charset="-120"/>
              </a:rPr>
              <a:t>x(t) = A · cos(2π f t + φ)</a:t>
            </a:r>
            <a:endParaRPr lang="en-US" sz="1800" dirty="0"/>
          </a:p>
        </p:txBody>
      </p:sp>
      <p:sp>
        <p:nvSpPr>
          <p:cNvPr id="7" name="Text 5"/>
          <p:cNvSpPr txBox="1"/>
          <p:nvPr/>
        </p:nvSpPr>
        <p:spPr>
          <a:xfrm>
            <a:off x="594360" y="136245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A = height, f = repeats per second, φ = where the wave starts</a:t>
            </a:r>
            <a:endParaRPr lang="en-US" sz="1000" dirty="0"/>
          </a:p>
        </p:txBody>
      </p:sp>
      <p:sp>
        <p:nvSpPr>
          <p:cNvPr id="8" name="Shape 6"/>
          <p:cNvSpPr/>
          <p:nvPr/>
        </p:nvSpPr>
        <p:spPr>
          <a:xfrm>
            <a:off x="457200" y="1755648"/>
            <a:ext cx="4023360" cy="640080"/>
          </a:xfrm>
          <a:prstGeom prst="roundRect">
            <a:avLst>
              <a:gd name="adj" fmla="val 11429"/>
            </a:avLst>
          </a:prstGeom>
          <a:solidFill>
            <a:srgbClr val="EEF3F8"/>
          </a:solidFill>
          <a:ln w="12700">
            <a:solidFill>
              <a:srgbClr val="EEF3F8"/>
            </a:solidFill>
            <a:prstDash val="solid"/>
          </a:ln>
        </p:spPr>
      </p:sp>
      <p:sp>
        <p:nvSpPr>
          <p:cNvPr id="9" name="Text 7"/>
          <p:cNvSpPr txBox="1"/>
          <p:nvPr/>
        </p:nvSpPr>
        <p:spPr>
          <a:xfrm>
            <a:off x="594360" y="1755648"/>
            <a:ext cx="3749040" cy="384048"/>
          </a:xfrm>
          <a:prstGeom prst="rect">
            <a:avLst/>
          </a:prstGeom>
          <a:noFill/>
          <a:ln/>
        </p:spPr>
        <p:txBody>
          <a:bodyPr wrap="square" lIns="0" tIns="0" rIns="0" bIns="0" rtlCol="0" anchor="ctr"/>
          <a:lstStyle/>
          <a:p>
            <a:pPr algn="ctr" indent="0" marL="0">
              <a:buNone/>
            </a:pPr>
            <a:r>
              <a:rPr lang="en-US" sz="1800" dirty="0">
                <a:solidFill>
                  <a:srgbClr val="0B1F3A"/>
                </a:solidFill>
                <a:latin typeface="Cambria" pitchFamily="34" charset="0"/>
                <a:ea typeface="Cambria" pitchFamily="34" charset="-122"/>
                <a:cs typeface="Cambria" pitchFamily="34" charset="-120"/>
              </a:rPr>
              <a:t>λ = c / f</a:t>
            </a:r>
            <a:endParaRPr lang="en-US" sz="1800" dirty="0"/>
          </a:p>
        </p:txBody>
      </p:sp>
      <p:sp>
        <p:nvSpPr>
          <p:cNvPr id="10" name="Text 8"/>
          <p:cNvSpPr txBox="1"/>
          <p:nvPr/>
        </p:nvSpPr>
        <p:spPr>
          <a:xfrm>
            <a:off x="594360" y="209397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Wavelength: how far the wave travels in one repeat (c = speed of light)</a:t>
            </a:r>
            <a:endParaRPr lang="en-US" sz="1000" dirty="0"/>
          </a:p>
        </p:txBody>
      </p:sp>
      <p:sp>
        <p:nvSpPr>
          <p:cNvPr id="11" name="Text 9"/>
          <p:cNvSpPr txBox="1"/>
          <p:nvPr/>
        </p:nvSpPr>
        <p:spPr>
          <a:xfrm>
            <a:off x="457200" y="2487168"/>
            <a:ext cx="4023360" cy="10515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RF means radio frequency: waves repeating thousands to billions of times per second</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The wave itself carries nothing; information is added by changing its height, speed or timing</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Chart: two waves with the same frequency but different height and starting point</a:t>
            </a:r>
            <a:endParaRPr lang="en-US" sz="1150" dirty="0"/>
          </a:p>
        </p:txBody>
      </p:sp>
      <p:graphicFrame>
        <p:nvGraphicFramePr>
          <p:cNvPr id="12"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4"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5"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6"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wave is a spinning bicycle wheel seen from the side. A is the wheel size, f is how many turns per second, and φ is where the valve was when you started watching.</a:t>
            </a:r>
            <a:endParaRPr lang="en-US" sz="1050" dirty="0"/>
          </a:p>
        </p:txBody>
      </p:sp>
      <p:sp>
        <p:nvSpPr>
          <p:cNvPr id="17"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8"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9"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0"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Wi-Fi at 2.4 GHz</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2.4 GHz = 2 400 000 000 repeats per second</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One repeat takes 1 / 2.4e9 = 0.42 nanoseconds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Wavelength = 3e8 / 2.4e9 = 12.5 cm: a Wi-Fi antenna length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Decibels: counting zeros instead of writing them</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1 · What an RF signal is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7</a:t>
            </a:r>
            <a:endParaRPr lang="en-US" sz="900" dirty="0"/>
          </a:p>
        </p:txBody>
      </p:sp>
      <p:sp>
        <p:nvSpPr>
          <p:cNvPr id="5" name="Shape 3"/>
          <p:cNvSpPr/>
          <p:nvPr/>
        </p:nvSpPr>
        <p:spPr>
          <a:xfrm>
            <a:off x="457200" y="1024128"/>
            <a:ext cx="4023360" cy="822960"/>
          </a:xfrm>
          <a:prstGeom prst="roundRect">
            <a:avLst>
              <a:gd name="adj" fmla="val 8889"/>
            </a:avLst>
          </a:prstGeom>
          <a:solidFill>
            <a:srgbClr val="EEF3F8"/>
          </a:solidFill>
          <a:ln w="12700">
            <a:solidFill>
              <a:srgbClr val="EEF3F8"/>
            </a:solidFill>
            <a:prstDash val="solid"/>
          </a:ln>
        </p:spPr>
      </p:sp>
      <p:sp>
        <p:nvSpPr>
          <p:cNvPr id="6" name="Text 4"/>
          <p:cNvSpPr txBox="1"/>
          <p:nvPr/>
        </p:nvSpPr>
        <p:spPr>
          <a:xfrm>
            <a:off x="594360" y="1024128"/>
            <a:ext cx="3749040" cy="566928"/>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P(dBm) = 10 · log₁₀( P / 1 mW )</a:t>
            </a:r>
            <a:endParaRPr lang="en-US" sz="1600" dirty="0"/>
          </a:p>
        </p:txBody>
      </p:sp>
      <p:sp>
        <p:nvSpPr>
          <p:cNvPr id="7" name="Text 5"/>
          <p:cNvSpPr txBox="1"/>
          <p:nvPr/>
        </p:nvSpPr>
        <p:spPr>
          <a:xfrm>
            <a:off x="594360" y="154533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Power compared with 1 milliwatt</a:t>
            </a:r>
            <a:endParaRPr lang="en-US" sz="1000" dirty="0"/>
          </a:p>
        </p:txBody>
      </p:sp>
      <p:sp>
        <p:nvSpPr>
          <p:cNvPr id="8" name="Shape 6"/>
          <p:cNvSpPr/>
          <p:nvPr/>
        </p:nvSpPr>
        <p:spPr>
          <a:xfrm>
            <a:off x="457200" y="1938528"/>
            <a:ext cx="4023360" cy="822960"/>
          </a:xfrm>
          <a:prstGeom prst="roundRect">
            <a:avLst>
              <a:gd name="adj" fmla="val 8889"/>
            </a:avLst>
          </a:prstGeom>
          <a:solidFill>
            <a:srgbClr val="EEF3F8"/>
          </a:solidFill>
          <a:ln w="12700">
            <a:solidFill>
              <a:srgbClr val="EEF3F8"/>
            </a:solidFill>
            <a:prstDash val="solid"/>
          </a:ln>
        </p:spPr>
      </p:sp>
      <p:sp>
        <p:nvSpPr>
          <p:cNvPr id="9" name="Text 7"/>
          <p:cNvSpPr txBox="1"/>
          <p:nvPr/>
        </p:nvSpPr>
        <p:spPr>
          <a:xfrm>
            <a:off x="594360" y="1938528"/>
            <a:ext cx="3749040" cy="566928"/>
          </a:xfrm>
          <a:prstGeom prst="rect">
            <a:avLst/>
          </a:prstGeom>
          <a:noFill/>
          <a:ln/>
        </p:spPr>
        <p:txBody>
          <a:bodyPr wrap="square" lIns="0" tIns="0" rIns="0" bIns="0" rtlCol="0" anchor="ctr"/>
          <a:lstStyle/>
          <a:p>
            <a:pPr algn="ctr" indent="0" marL="0">
              <a:buNone/>
            </a:pPr>
            <a:r>
              <a:rPr lang="en-US" sz="1300" dirty="0">
                <a:solidFill>
                  <a:srgbClr val="0B1F3A"/>
                </a:solidFill>
                <a:latin typeface="Cambria" pitchFamily="34" charset="0"/>
                <a:ea typeface="Cambria" pitchFamily="34" charset="-122"/>
                <a:cs typeface="Cambria" pitchFamily="34" charset="-120"/>
              </a:rPr>
              <a:t>gain (dB) = 10 · log₁₀( P_out / P_in )</a:t>
            </a:r>
            <a:endParaRPr lang="en-US" sz="1300" dirty="0"/>
          </a:p>
        </p:txBody>
      </p:sp>
      <p:sp>
        <p:nvSpPr>
          <p:cNvPr id="10" name="Text 8"/>
          <p:cNvSpPr txBox="1"/>
          <p:nvPr/>
        </p:nvSpPr>
        <p:spPr>
          <a:xfrm>
            <a:off x="594360" y="245973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How much bigger the power got</a:t>
            </a:r>
            <a:endParaRPr lang="en-US" sz="1000" dirty="0"/>
          </a:p>
        </p:txBody>
      </p:sp>
      <p:sp>
        <p:nvSpPr>
          <p:cNvPr id="11" name="Text 9"/>
          <p:cNvSpPr txBox="1"/>
          <p:nvPr/>
        </p:nvSpPr>
        <p:spPr>
          <a:xfrm>
            <a:off x="457200" y="2880360"/>
            <a:ext cx="4023360" cy="274320"/>
          </a:xfrm>
          <a:prstGeom prst="rect">
            <a:avLst/>
          </a:prstGeom>
          <a:noFill/>
          <a:ln/>
        </p:spPr>
        <p:txBody>
          <a:bodyPr wrap="square" lIns="0" tIns="0" rIns="0" bIns="0" rtlCol="0" anchor="ctr"/>
          <a:lstStyle/>
          <a:p>
            <a:pPr algn="ctr" indent="0" marL="0">
              <a:buNone/>
            </a:pPr>
            <a:r>
              <a:rPr lang="en-US" sz="1000" i="1" dirty="0">
                <a:solidFill>
                  <a:srgbClr val="5B6B7F"/>
                </a:solidFill>
                <a:latin typeface="Calibri" pitchFamily="34" charset="0"/>
                <a:ea typeface="Calibri" pitchFamily="34" charset="-122"/>
                <a:cs typeface="Calibri" pitchFamily="34" charset="-120"/>
              </a:rPr>
              <a:t>Every 10 dB is one more zero. Adding dB is multiplying powers.</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846320" y="1024128"/>
          <a:ext cx="3840480" cy="914400"/>
        </p:xfrm>
        <a:graphic>
          <a:graphicData uri="http://schemas.openxmlformats.org/drawingml/2006/table">
            <a:tbl>
              <a:tblPr/>
              <a:tblGrid>
                <a:gridCol w="685800"/>
                <a:gridCol w="777240"/>
                <a:gridCol w="2377440"/>
              </a:tblGrid>
              <a:tr h="26517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Power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Where you meet it</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r>
              <a:tr h="26517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 W</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+30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 phone transmitting at full power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6517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 mW</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The reference point</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 µW</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−30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Strong Wi-Fi, same room as the router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6517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 pW</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−90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Weak Wi-Fi, two walls away</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0.1 fW</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−130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GPS satellite signal at your phone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bl>
          </a:graphicData>
        </a:graphic>
      </p:graphicFrame>
      <p:sp>
        <p:nvSpPr>
          <p:cNvPr id="13" name="Text 10"/>
          <p:cNvSpPr txBox="1"/>
          <p:nvPr/>
        </p:nvSpPr>
        <p:spPr>
          <a:xfrm>
            <a:off x="4846320" y="2697480"/>
            <a:ext cx="1280160" cy="481889"/>
          </a:xfrm>
          <a:prstGeom prst="rect">
            <a:avLst/>
          </a:prstGeom>
          <a:noFill/>
          <a:ln/>
        </p:spPr>
        <p:txBody>
          <a:bodyPr wrap="square" lIns="0" tIns="0" rIns="0" bIns="0" rtlCol="0" anchor="b"/>
          <a:lstStyle/>
          <a:p>
            <a:pPr algn="ctr" indent="0" marL="0">
              <a:buNone/>
            </a:pPr>
            <a:r>
              <a:rPr lang="en-US" sz="2400" b="1" dirty="0">
                <a:solidFill>
                  <a:srgbClr val="0B1F3A"/>
                </a:solidFill>
                <a:latin typeface="Cambria" pitchFamily="34" charset="0"/>
                <a:ea typeface="Cambria" pitchFamily="34" charset="-122"/>
                <a:cs typeface="Cambria" pitchFamily="34" charset="-120"/>
              </a:rPr>
              <a:t>×2</a:t>
            </a:r>
            <a:endParaRPr lang="en-US" sz="2400" dirty="0"/>
          </a:p>
        </p:txBody>
      </p:sp>
      <p:sp>
        <p:nvSpPr>
          <p:cNvPr id="14" name="Text 11"/>
          <p:cNvSpPr txBox="1"/>
          <p:nvPr/>
        </p:nvSpPr>
        <p:spPr>
          <a:xfrm>
            <a:off x="4846320" y="3179369"/>
            <a:ext cx="128016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 +3 dB</a:t>
            </a:r>
            <a:endParaRPr lang="en-US" sz="1100" dirty="0"/>
          </a:p>
        </p:txBody>
      </p:sp>
      <p:sp>
        <p:nvSpPr>
          <p:cNvPr id="15" name="Text 12"/>
          <p:cNvSpPr txBox="1"/>
          <p:nvPr/>
        </p:nvSpPr>
        <p:spPr>
          <a:xfrm>
            <a:off x="6126480" y="2697480"/>
            <a:ext cx="1280160" cy="481889"/>
          </a:xfrm>
          <a:prstGeom prst="rect">
            <a:avLst/>
          </a:prstGeom>
          <a:noFill/>
          <a:ln/>
        </p:spPr>
        <p:txBody>
          <a:bodyPr wrap="square" lIns="0" tIns="0" rIns="0" bIns="0" rtlCol="0" anchor="b"/>
          <a:lstStyle/>
          <a:p>
            <a:pPr algn="ctr" indent="0" marL="0">
              <a:buNone/>
            </a:pPr>
            <a:r>
              <a:rPr lang="en-US" sz="2400" b="1" dirty="0">
                <a:solidFill>
                  <a:srgbClr val="0B1F3A"/>
                </a:solidFill>
                <a:latin typeface="Cambria" pitchFamily="34" charset="0"/>
                <a:ea typeface="Cambria" pitchFamily="34" charset="-122"/>
                <a:cs typeface="Cambria" pitchFamily="34" charset="-120"/>
              </a:rPr>
              <a:t>×10</a:t>
            </a:r>
            <a:endParaRPr lang="en-US" sz="2400" dirty="0"/>
          </a:p>
        </p:txBody>
      </p:sp>
      <p:sp>
        <p:nvSpPr>
          <p:cNvPr id="16" name="Text 13"/>
          <p:cNvSpPr txBox="1"/>
          <p:nvPr/>
        </p:nvSpPr>
        <p:spPr>
          <a:xfrm>
            <a:off x="6126480" y="3179369"/>
            <a:ext cx="128016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 +10 dB</a:t>
            </a:r>
            <a:endParaRPr lang="en-US" sz="1100" dirty="0"/>
          </a:p>
        </p:txBody>
      </p:sp>
      <p:sp>
        <p:nvSpPr>
          <p:cNvPr id="17" name="Text 14"/>
          <p:cNvSpPr txBox="1"/>
          <p:nvPr/>
        </p:nvSpPr>
        <p:spPr>
          <a:xfrm>
            <a:off x="7406640" y="2697480"/>
            <a:ext cx="1280160" cy="481889"/>
          </a:xfrm>
          <a:prstGeom prst="rect">
            <a:avLst/>
          </a:prstGeom>
          <a:noFill/>
          <a:ln/>
        </p:spPr>
        <p:txBody>
          <a:bodyPr wrap="square" lIns="0" tIns="0" rIns="0" bIns="0" rtlCol="0" anchor="b"/>
          <a:lstStyle/>
          <a:p>
            <a:pPr algn="ctr" indent="0" marL="0">
              <a:buNone/>
            </a:pPr>
            <a:r>
              <a:rPr lang="en-US" sz="2400" b="1" dirty="0">
                <a:solidFill>
                  <a:srgbClr val="0B1F3A"/>
                </a:solidFill>
                <a:latin typeface="Cambria" pitchFamily="34" charset="0"/>
                <a:ea typeface="Cambria" pitchFamily="34" charset="-122"/>
                <a:cs typeface="Cambria" pitchFamily="34" charset="-120"/>
              </a:rPr>
              <a:t>×1000</a:t>
            </a:r>
            <a:endParaRPr lang="en-US" sz="2400" dirty="0"/>
          </a:p>
        </p:txBody>
      </p:sp>
      <p:sp>
        <p:nvSpPr>
          <p:cNvPr id="18" name="Text 15"/>
          <p:cNvSpPr txBox="1"/>
          <p:nvPr/>
        </p:nvSpPr>
        <p:spPr>
          <a:xfrm>
            <a:off x="7406640" y="3179369"/>
            <a:ext cx="128016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 +30 dB</a:t>
            </a:r>
            <a:endParaRPr lang="en-US" sz="1100" dirty="0"/>
          </a:p>
        </p:txBody>
      </p:sp>
      <p:sp>
        <p:nvSpPr>
          <p:cNvPr id="19" name="Shape 16"/>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0" name="Shape 17"/>
          <p:cNvSpPr/>
          <p:nvPr/>
        </p:nvSpPr>
        <p:spPr>
          <a:xfrm>
            <a:off x="566928" y="3776472"/>
            <a:ext cx="237744" cy="237744"/>
          </a:xfrm>
          <a:prstGeom prst="ellipse">
            <a:avLst/>
          </a:prstGeom>
          <a:solidFill>
            <a:srgbClr val="2EC4B6"/>
          </a:solidFill>
          <a:ln w="12700">
            <a:solidFill>
              <a:srgbClr val="2EC4B6"/>
            </a:solidFill>
            <a:prstDash val="solid"/>
          </a:ln>
        </p:spPr>
      </p:sp>
      <p:sp>
        <p:nvSpPr>
          <p:cNvPr id="21" name="Text 18"/>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Radio powers span from watts to billionths of a billionth of a watt. Instead of writing all the zeros, dB counts them: every 10 dB is one more zero, and multiplying becomes adding.</a:t>
            </a:r>
            <a:endParaRPr lang="en-US" sz="1050" dirty="0"/>
          </a:p>
        </p:txBody>
      </p:sp>
      <p:sp>
        <p:nvSpPr>
          <p:cNvPr id="23" name="Shape 20"/>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4" name="Shape 21"/>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5" name="Text 22"/>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6" name="Text 23"/>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Router to laptop</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Router sends 100 mW = +20 dBm</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The air between them loses 74 dB</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Laptop receives +20 − 74 = −54 dBm (that is 4 nanowatts)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Putting information on the wave</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1 · What an RF signal is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8</a:t>
            </a:r>
            <a:endParaRPr lang="en-US" sz="900" dirty="0"/>
          </a:p>
        </p:txBody>
      </p:sp>
      <p:sp>
        <p:nvSpPr>
          <p:cNvPr id="5" name="Shape 3"/>
          <p:cNvSpPr/>
          <p:nvPr/>
        </p:nvSpPr>
        <p:spPr>
          <a:xfrm>
            <a:off x="457200" y="1024128"/>
            <a:ext cx="4023360" cy="640080"/>
          </a:xfrm>
          <a:prstGeom prst="roundRect">
            <a:avLst>
              <a:gd name="adj" fmla="val 11429"/>
            </a:avLst>
          </a:prstGeom>
          <a:solidFill>
            <a:srgbClr val="EEF3F8"/>
          </a:solidFill>
          <a:ln w="12700">
            <a:solidFill>
              <a:srgbClr val="EEF3F8"/>
            </a:solidFill>
            <a:prstDash val="solid"/>
          </a:ln>
        </p:spPr>
      </p:sp>
      <p:sp>
        <p:nvSpPr>
          <p:cNvPr id="6" name="Text 4"/>
          <p:cNvSpPr txBox="1"/>
          <p:nvPr/>
        </p:nvSpPr>
        <p:spPr>
          <a:xfrm>
            <a:off x="594360" y="1024128"/>
            <a:ext cx="3749040" cy="384048"/>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x(t) = A(t) · cos(2π f_c t + φ(t))</a:t>
            </a:r>
            <a:endParaRPr lang="en-US" sz="1500" dirty="0"/>
          </a:p>
        </p:txBody>
      </p:sp>
      <p:sp>
        <p:nvSpPr>
          <p:cNvPr id="7" name="Text 5"/>
          <p:cNvSpPr txBox="1"/>
          <p:nvPr/>
        </p:nvSpPr>
        <p:spPr>
          <a:xfrm>
            <a:off x="594360" y="136245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Change the height A(t) or the timing φ(t) to carry information</a:t>
            </a:r>
            <a:endParaRPr lang="en-US" sz="1000" dirty="0"/>
          </a:p>
        </p:txBody>
      </p:sp>
      <p:sp>
        <p:nvSpPr>
          <p:cNvPr id="8" name="Shape 6"/>
          <p:cNvSpPr/>
          <p:nvPr/>
        </p:nvSpPr>
        <p:spPr>
          <a:xfrm>
            <a:off x="457200" y="1755648"/>
            <a:ext cx="4023360" cy="640080"/>
          </a:xfrm>
          <a:prstGeom prst="roundRect">
            <a:avLst>
              <a:gd name="adj" fmla="val 11429"/>
            </a:avLst>
          </a:prstGeom>
          <a:solidFill>
            <a:srgbClr val="EEF3F8"/>
          </a:solidFill>
          <a:ln w="12700">
            <a:solidFill>
              <a:srgbClr val="EEF3F8"/>
            </a:solidFill>
            <a:prstDash val="solid"/>
          </a:ln>
        </p:spPr>
      </p:sp>
      <p:sp>
        <p:nvSpPr>
          <p:cNvPr id="9" name="Text 7"/>
          <p:cNvSpPr txBox="1"/>
          <p:nvPr/>
        </p:nvSpPr>
        <p:spPr>
          <a:xfrm>
            <a:off x="594360" y="1755648"/>
            <a:ext cx="3749040" cy="384048"/>
          </a:xfrm>
          <a:prstGeom prst="rect">
            <a:avLst/>
          </a:prstGeom>
          <a:noFill/>
          <a:ln/>
        </p:spPr>
        <p:txBody>
          <a:bodyPr wrap="square" lIns="0" tIns="0" rIns="0" bIns="0" rtlCol="0" anchor="ctr"/>
          <a:lstStyle/>
          <a:p>
            <a:pPr algn="ctr" indent="0" marL="0">
              <a:buNone/>
            </a:pPr>
            <a:r>
              <a:rPr lang="en-US" sz="1100" dirty="0">
                <a:solidFill>
                  <a:srgbClr val="0B1F3A"/>
                </a:solidFill>
                <a:latin typeface="Cambria" pitchFamily="34" charset="0"/>
                <a:ea typeface="Cambria" pitchFamily="34" charset="-122"/>
                <a:cs typeface="Cambria" pitchFamily="34" charset="-120"/>
              </a:rPr>
              <a:t>x(t) = I(t) · cos(ω_c t) − Q(t) · sin(ω_c t)</a:t>
            </a:r>
            <a:endParaRPr lang="en-US" sz="1100" dirty="0"/>
          </a:p>
        </p:txBody>
      </p:sp>
      <p:sp>
        <p:nvSpPr>
          <p:cNvPr id="10" name="Text 8"/>
          <p:cNvSpPr txBox="1"/>
          <p:nvPr/>
        </p:nvSpPr>
        <p:spPr>
          <a:xfrm>
            <a:off x="594360" y="209397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Any change at all can be made from two slow signals, I and Q</a:t>
            </a:r>
            <a:endParaRPr lang="en-US" sz="1000" dirty="0"/>
          </a:p>
        </p:txBody>
      </p:sp>
      <p:sp>
        <p:nvSpPr>
          <p:cNvPr id="11" name="Text 9"/>
          <p:cNvSpPr txBox="1"/>
          <p:nvPr/>
        </p:nvSpPr>
        <p:spPr>
          <a:xfrm>
            <a:off x="457200" y="2487168"/>
            <a:ext cx="4023360" cy="10515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Changing the height is AM (amplitude modulation); changing the timing is FM or PM</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Digital radios pick from a fixed menu of (I, Q) pairs; each pair stands for a few bits</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Chart: the slow I and Q signals (coloured) and the fast wave they produce (grey)</a:t>
            </a:r>
            <a:endParaRPr lang="en-US" sz="1150" dirty="0"/>
          </a:p>
        </p:txBody>
      </p:sp>
      <p:graphicFrame>
        <p:nvGraphicFramePr>
          <p:cNvPr id="12"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4"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5"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6"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flashlight beam is the carrier. You can send a message by making it brighter and dimmer (AM), or by wiggling it left and right in time (PM). I and Q are the two hands that do the wiggling.</a:t>
            </a:r>
            <a:endParaRPr lang="en-US" sz="1050" dirty="0"/>
          </a:p>
        </p:txBody>
      </p:sp>
      <p:sp>
        <p:nvSpPr>
          <p:cNvPr id="17"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8"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9"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0"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QPSK: 2 bits per symbol</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Menu of four (I, Q) pairs: (+1,+1) (−1,+1) (−1,−1) (+1,−1)</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Each pair = 2 bits, so bits 00, 01, 11, 10</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new pair every microsecond → 2 million bits per second</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000" b="1" dirty="0">
                <a:solidFill>
                  <a:srgbClr val="0B1F3A"/>
                </a:solidFill>
                <a:latin typeface="Cambria" pitchFamily="34" charset="0"/>
                <a:ea typeface="Cambria" pitchFamily="34" charset="-122"/>
                <a:cs typeface="Cambria" pitchFamily="34" charset="-120"/>
              </a:rPr>
              <a:t>Why we do not have to measure the fast wave</a:t>
            </a:r>
            <a:endParaRPr lang="en-US" sz="20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1 · What an RF signal is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9</a:t>
            </a:r>
            <a:endParaRPr lang="en-US" sz="900" dirty="0"/>
          </a:p>
        </p:txBody>
      </p:sp>
      <p:sp>
        <p:nvSpPr>
          <p:cNvPr id="5" name="Shape 3"/>
          <p:cNvSpPr/>
          <p:nvPr/>
        </p:nvSpPr>
        <p:spPr>
          <a:xfrm>
            <a:off x="457200" y="1024128"/>
            <a:ext cx="4023360" cy="731520"/>
          </a:xfrm>
          <a:prstGeom prst="roundRect">
            <a:avLst>
              <a:gd name="adj" fmla="val 10000"/>
            </a:avLst>
          </a:prstGeom>
          <a:solidFill>
            <a:srgbClr val="EEF3F8"/>
          </a:solidFill>
          <a:ln w="12700">
            <a:solidFill>
              <a:srgbClr val="EEF3F8"/>
            </a:solidFill>
            <a:prstDash val="solid"/>
          </a:ln>
        </p:spPr>
      </p:sp>
      <p:sp>
        <p:nvSpPr>
          <p:cNvPr id="6" name="Text 4"/>
          <p:cNvSpPr txBox="1"/>
          <p:nvPr/>
        </p:nvSpPr>
        <p:spPr>
          <a:xfrm>
            <a:off x="594360" y="1024128"/>
            <a:ext cx="3749040" cy="475488"/>
          </a:xfrm>
          <a:prstGeom prst="rect">
            <a:avLst/>
          </a:prstGeom>
          <a:noFill/>
          <a:ln/>
        </p:spPr>
        <p:txBody>
          <a:bodyPr wrap="square" lIns="0" tIns="0" rIns="0" bIns="0" rtlCol="0" anchor="ctr"/>
          <a:lstStyle/>
          <a:p>
            <a:pPr algn="ctr" indent="0" marL="0">
              <a:buNone/>
            </a:pPr>
            <a:r>
              <a:rPr lang="en-US" sz="1400" dirty="0">
                <a:solidFill>
                  <a:srgbClr val="0B1F3A"/>
                </a:solidFill>
                <a:latin typeface="Cambria" pitchFamily="34" charset="0"/>
                <a:ea typeface="Cambria" pitchFamily="34" charset="-122"/>
                <a:cs typeface="Cambria" pitchFamily="34" charset="-120"/>
              </a:rPr>
              <a:t>x(t) = Re{ (I + jQ) · e^{ jω_c t } }</a:t>
            </a:r>
            <a:endParaRPr lang="en-US" sz="1400" dirty="0"/>
          </a:p>
        </p:txBody>
      </p:sp>
      <p:sp>
        <p:nvSpPr>
          <p:cNvPr id="7" name="Text 5"/>
          <p:cNvSpPr txBox="1"/>
          <p:nvPr/>
        </p:nvSpPr>
        <p:spPr>
          <a:xfrm>
            <a:off x="594360" y="145389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The fast wave = a slow pair (I, Q) spinning at the carrier frequency</a:t>
            </a:r>
            <a:endParaRPr lang="en-US" sz="1000" dirty="0"/>
          </a:p>
        </p:txBody>
      </p:sp>
      <p:sp>
        <p:nvSpPr>
          <p:cNvPr id="8" name="Shape 6"/>
          <p:cNvSpPr/>
          <p:nvPr/>
        </p:nvSpPr>
        <p:spPr>
          <a:xfrm>
            <a:off x="4663440" y="1024128"/>
            <a:ext cx="4023360" cy="731520"/>
          </a:xfrm>
          <a:prstGeom prst="roundRect">
            <a:avLst>
              <a:gd name="adj" fmla="val 10000"/>
            </a:avLst>
          </a:prstGeom>
          <a:solidFill>
            <a:srgbClr val="EEF3F8"/>
          </a:solidFill>
          <a:ln w="12700">
            <a:solidFill>
              <a:srgbClr val="EEF3F8"/>
            </a:solidFill>
            <a:prstDash val="solid"/>
          </a:ln>
        </p:spPr>
      </p:sp>
      <p:sp>
        <p:nvSpPr>
          <p:cNvPr id="9" name="Text 7"/>
          <p:cNvSpPr txBox="1"/>
          <p:nvPr/>
        </p:nvSpPr>
        <p:spPr>
          <a:xfrm>
            <a:off x="4800600" y="1024128"/>
            <a:ext cx="3749040" cy="475488"/>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e^{jθ} = cos θ + j sin θ</a:t>
            </a:r>
            <a:endParaRPr lang="en-US" sz="1600" dirty="0"/>
          </a:p>
        </p:txBody>
      </p:sp>
      <p:sp>
        <p:nvSpPr>
          <p:cNvPr id="10" name="Text 8"/>
          <p:cNvSpPr txBox="1"/>
          <p:nvPr/>
        </p:nvSpPr>
        <p:spPr>
          <a:xfrm>
            <a:off x="4800600" y="145389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Euler: one complex number holds both a cosine and a sine</a:t>
            </a:r>
            <a:endParaRPr lang="en-US" sz="1000" dirty="0"/>
          </a:p>
        </p:txBody>
      </p:sp>
      <p:sp>
        <p:nvSpPr>
          <p:cNvPr id="11" name="Text 9"/>
          <p:cNvSpPr txBox="1"/>
          <p:nvPr/>
        </p:nvSpPr>
        <p:spPr>
          <a:xfrm>
            <a:off x="457200" y="1828800"/>
            <a:ext cx="8229600" cy="5029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The mixer multiplies the fast wave by a cosine and a sine of the carrier; what is left is slow I and Q</a:t>
            </a:r>
            <a:endParaRPr lang="en-US" sz="1100" dirty="0"/>
          </a:p>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Left chart: energy at the carrier (bin 20). Right chart: after mixing, the same information sits around 0</a:t>
            </a:r>
            <a:endParaRPr lang="en-US" sz="1100" dirty="0"/>
          </a:p>
        </p:txBody>
      </p:sp>
      <p:graphicFrame>
        <p:nvGraphicFramePr>
          <p:cNvPr id="12" name="Chart 0" descr=""/>
          <p:cNvGraphicFramePr/>
          <p:nvPr/>
        </p:nvGraphicFramePr>
        <p:xfrm>
          <a:off x="457200" y="2377440"/>
          <a:ext cx="4023360" cy="118872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Chart 1" descr=""/>
          <p:cNvGraphicFramePr/>
          <p:nvPr/>
        </p:nvGraphicFramePr>
        <p:xfrm>
          <a:off x="4663440" y="2377440"/>
          <a:ext cx="4023360" cy="1188720"/>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5"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6"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7"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Filming a spinning ceiling fan with a camera that spins at the same speed: the blades look still, and only the small wobbles remain. Mixing "spins the camera" at the carrier frequency so only the slow message is left to record.</a:t>
            </a:r>
            <a:endParaRPr lang="en-US" sz="1050" dirty="0"/>
          </a:p>
        </p:txBody>
      </p:sp>
      <p:sp>
        <p:nvSpPr>
          <p:cNvPr id="18"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9"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0"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1"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Why the ADC can be slow</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Wi-Fi carrier: 2.4 GHz. Channel width: 20 MHz</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Measuring the wave itself: &gt; 4.8 billion readings/s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Measuring I and Q: about 20 million readings/s each</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Noise: the hiss under every signal</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1 · What an RF signal is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10</a:t>
            </a:r>
            <a:endParaRPr lang="en-US" sz="900" dirty="0"/>
          </a:p>
        </p:txBody>
      </p:sp>
      <p:sp>
        <p:nvSpPr>
          <p:cNvPr id="5" name="Shape 3"/>
          <p:cNvSpPr/>
          <p:nvPr/>
        </p:nvSpPr>
        <p:spPr>
          <a:xfrm>
            <a:off x="457200" y="1024128"/>
            <a:ext cx="4846320" cy="786384"/>
          </a:xfrm>
          <a:prstGeom prst="roundRect">
            <a:avLst>
              <a:gd name="adj" fmla="val 9302"/>
            </a:avLst>
          </a:prstGeom>
          <a:solidFill>
            <a:srgbClr val="EEF3F8"/>
          </a:solidFill>
          <a:ln w="12700">
            <a:solidFill>
              <a:srgbClr val="EEF3F8"/>
            </a:solidFill>
            <a:prstDash val="solid"/>
          </a:ln>
        </p:spPr>
      </p:sp>
      <p:sp>
        <p:nvSpPr>
          <p:cNvPr id="6" name="Text 4"/>
          <p:cNvSpPr txBox="1"/>
          <p:nvPr/>
        </p:nvSpPr>
        <p:spPr>
          <a:xfrm>
            <a:off x="594360" y="1024128"/>
            <a:ext cx="4572000" cy="530352"/>
          </a:xfrm>
          <a:prstGeom prst="rect">
            <a:avLst/>
          </a:prstGeom>
          <a:noFill/>
          <a:ln/>
        </p:spPr>
        <p:txBody>
          <a:bodyPr wrap="square" lIns="0" tIns="0" rIns="0" bIns="0" rtlCol="0" anchor="ctr"/>
          <a:lstStyle/>
          <a:p>
            <a:pPr algn="ctr" indent="0" marL="0">
              <a:buNone/>
            </a:pPr>
            <a:r>
              <a:rPr lang="en-US" sz="1200" dirty="0">
                <a:solidFill>
                  <a:srgbClr val="0B1F3A"/>
                </a:solidFill>
                <a:latin typeface="Cambria" pitchFamily="34" charset="0"/>
                <a:ea typeface="Cambria" pitchFamily="34" charset="-122"/>
                <a:cs typeface="Cambria" pitchFamily="34" charset="-120"/>
              </a:rPr>
              <a:t>N = k · T · B   →   −174 dBm/Hz at room temperature</a:t>
            </a:r>
            <a:endParaRPr lang="en-US" sz="1200" dirty="0"/>
          </a:p>
        </p:txBody>
      </p:sp>
      <p:sp>
        <p:nvSpPr>
          <p:cNvPr id="7" name="Text 5"/>
          <p:cNvSpPr txBox="1"/>
          <p:nvPr/>
        </p:nvSpPr>
        <p:spPr>
          <a:xfrm>
            <a:off x="594360" y="1508760"/>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Every 1 Hz of bandwidth collects the same tiny hiss power</a:t>
            </a:r>
            <a:endParaRPr lang="en-US" sz="1000" dirty="0"/>
          </a:p>
        </p:txBody>
      </p:sp>
      <p:sp>
        <p:nvSpPr>
          <p:cNvPr id="8" name="Shape 6"/>
          <p:cNvSpPr/>
          <p:nvPr/>
        </p:nvSpPr>
        <p:spPr>
          <a:xfrm>
            <a:off x="457200" y="1901952"/>
            <a:ext cx="4846320" cy="786384"/>
          </a:xfrm>
          <a:prstGeom prst="roundRect">
            <a:avLst>
              <a:gd name="adj" fmla="val 9302"/>
            </a:avLst>
          </a:prstGeom>
          <a:solidFill>
            <a:srgbClr val="EEF3F8"/>
          </a:solidFill>
          <a:ln w="12700">
            <a:solidFill>
              <a:srgbClr val="EEF3F8"/>
            </a:solidFill>
            <a:prstDash val="solid"/>
          </a:ln>
        </p:spPr>
      </p:sp>
      <p:sp>
        <p:nvSpPr>
          <p:cNvPr id="9" name="Text 7"/>
          <p:cNvSpPr txBox="1"/>
          <p:nvPr/>
        </p:nvSpPr>
        <p:spPr>
          <a:xfrm>
            <a:off x="594360" y="1901952"/>
            <a:ext cx="457200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SNR = P_signal / P_noise</a:t>
            </a:r>
            <a:endParaRPr lang="en-US" sz="1500" dirty="0"/>
          </a:p>
        </p:txBody>
      </p:sp>
      <p:sp>
        <p:nvSpPr>
          <p:cNvPr id="10" name="Text 8"/>
          <p:cNvSpPr txBox="1"/>
          <p:nvPr/>
        </p:nvSpPr>
        <p:spPr>
          <a:xfrm>
            <a:off x="594360" y="2386584"/>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Signal-to-noise ratio: how far the signal stands above the hiss</a:t>
            </a:r>
            <a:endParaRPr lang="en-US" sz="1000" dirty="0"/>
          </a:p>
        </p:txBody>
      </p:sp>
      <p:sp>
        <p:nvSpPr>
          <p:cNvPr id="11" name="Shape 9"/>
          <p:cNvSpPr/>
          <p:nvPr/>
        </p:nvSpPr>
        <p:spPr>
          <a:xfrm>
            <a:off x="457200" y="2779776"/>
            <a:ext cx="4846320" cy="786384"/>
          </a:xfrm>
          <a:prstGeom prst="roundRect">
            <a:avLst>
              <a:gd name="adj" fmla="val 9302"/>
            </a:avLst>
          </a:prstGeom>
          <a:solidFill>
            <a:srgbClr val="EEF3F8"/>
          </a:solidFill>
          <a:ln w="12700">
            <a:solidFill>
              <a:srgbClr val="EEF3F8"/>
            </a:solidFill>
            <a:prstDash val="solid"/>
          </a:ln>
        </p:spPr>
      </p:sp>
      <p:sp>
        <p:nvSpPr>
          <p:cNvPr id="12" name="Text 10"/>
          <p:cNvSpPr txBox="1"/>
          <p:nvPr/>
        </p:nvSpPr>
        <p:spPr>
          <a:xfrm>
            <a:off x="594360" y="2779776"/>
            <a:ext cx="4572000" cy="530352"/>
          </a:xfrm>
          <a:prstGeom prst="rect">
            <a:avLst/>
          </a:prstGeom>
          <a:noFill/>
          <a:ln/>
        </p:spPr>
        <p:txBody>
          <a:bodyPr wrap="square" lIns="0" tIns="0" rIns="0" bIns="0" rtlCol="0" anchor="ctr"/>
          <a:lstStyle/>
          <a:p>
            <a:pPr algn="ctr" indent="0" marL="0">
              <a:buNone/>
            </a:pPr>
            <a:r>
              <a:rPr lang="en-US" sz="1300" dirty="0">
                <a:solidFill>
                  <a:srgbClr val="0B1F3A"/>
                </a:solidFill>
                <a:latin typeface="Cambria" pitchFamily="34" charset="0"/>
                <a:ea typeface="Cambria" pitchFamily="34" charset="-122"/>
                <a:cs typeface="Cambria" pitchFamily="34" charset="-120"/>
              </a:rPr>
              <a:t>F_total = F₁ + (F₂ − 1)/G₁ + (F₃ − 1)/(G₁G₂) + …</a:t>
            </a:r>
            <a:endParaRPr lang="en-US" sz="1300" dirty="0"/>
          </a:p>
        </p:txBody>
      </p:sp>
      <p:sp>
        <p:nvSpPr>
          <p:cNvPr id="13" name="Text 11"/>
          <p:cNvSpPr txBox="1"/>
          <p:nvPr/>
        </p:nvSpPr>
        <p:spPr>
          <a:xfrm>
            <a:off x="594360" y="3264408"/>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Friis: the first amplifier decides most of the total noise</a:t>
            </a:r>
            <a:endParaRPr lang="en-US" sz="1000" dirty="0"/>
          </a:p>
        </p:txBody>
      </p:sp>
      <p:sp>
        <p:nvSpPr>
          <p:cNvPr id="14" name="Text 12"/>
          <p:cNvSpPr txBox="1"/>
          <p:nvPr/>
        </p:nvSpPr>
        <p:spPr>
          <a:xfrm>
            <a:off x="5577840" y="1024128"/>
            <a:ext cx="3108960" cy="13716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4213D"/>
                </a:solidFill>
                <a:latin typeface="Calibri" pitchFamily="34" charset="0"/>
                <a:ea typeface="Calibri" pitchFamily="34" charset="-122"/>
                <a:cs typeface="Calibri" pitchFamily="34" charset="-120"/>
              </a:rPr>
              <a:t>Every warm object hisses; a wider channel collects more hiss</a:t>
            </a:r>
            <a:endParaRPr lang="en-US" sz="1150" dirty="0"/>
          </a:p>
          <a:p>
            <a:pPr marL="342900" indent="-342900">
              <a:spcAft>
                <a:spcPts val="500"/>
              </a:spcAft>
              <a:buSzPct val="100000"/>
              <a:buChar char="•"/>
            </a:pPr>
            <a:r>
              <a:rPr lang="en-US" sz="1150" dirty="0">
                <a:solidFill>
                  <a:srgbClr val="14213D"/>
                </a:solidFill>
                <a:latin typeface="Calibri" pitchFamily="34" charset="0"/>
                <a:ea typeface="Calibri" pitchFamily="34" charset="-122"/>
                <a:cs typeface="Calibri" pitchFamily="34" charset="-120"/>
              </a:rPr>
              <a:t>Each stage in the receiver adds its own noise; putting the quiet amplifier first hides the noise of everything after it</a:t>
            </a:r>
            <a:endParaRPr lang="en-US" sz="1150" dirty="0"/>
          </a:p>
        </p:txBody>
      </p:sp>
      <p:sp>
        <p:nvSpPr>
          <p:cNvPr id="15" name="Text 13"/>
          <p:cNvSpPr txBox="1"/>
          <p:nvPr/>
        </p:nvSpPr>
        <p:spPr>
          <a:xfrm>
            <a:off x="5577840" y="2514600"/>
            <a:ext cx="1508760" cy="510235"/>
          </a:xfrm>
          <a:prstGeom prst="rect">
            <a:avLst/>
          </a:prstGeom>
          <a:noFill/>
          <a:ln/>
        </p:spPr>
        <p:txBody>
          <a:bodyPr wrap="square" lIns="0" tIns="0" rIns="0" bIns="0" rtlCol="0" anchor="b"/>
          <a:lstStyle/>
          <a:p>
            <a:pPr algn="ctr" indent="0" marL="0">
              <a:buNone/>
            </a:pPr>
            <a:r>
              <a:rPr lang="en-US" sz="2600" b="1" dirty="0">
                <a:solidFill>
                  <a:srgbClr val="0B1F3A"/>
                </a:solidFill>
                <a:latin typeface="Cambria" pitchFamily="34" charset="0"/>
                <a:ea typeface="Cambria" pitchFamily="34" charset="-122"/>
                <a:cs typeface="Cambria" pitchFamily="34" charset="-120"/>
              </a:rPr>
              <a:t>−174</a:t>
            </a:r>
            <a:endParaRPr lang="en-US" sz="2600" dirty="0"/>
          </a:p>
        </p:txBody>
      </p:sp>
      <p:sp>
        <p:nvSpPr>
          <p:cNvPr id="16" name="Text 14"/>
          <p:cNvSpPr txBox="1"/>
          <p:nvPr/>
        </p:nvSpPr>
        <p:spPr>
          <a:xfrm>
            <a:off x="5577840" y="3024835"/>
            <a:ext cx="1508760" cy="312725"/>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dBm per Hz of bandwidth</a:t>
            </a:r>
            <a:endParaRPr lang="en-US" sz="1100" dirty="0"/>
          </a:p>
        </p:txBody>
      </p:sp>
      <p:sp>
        <p:nvSpPr>
          <p:cNvPr id="17" name="Text 15"/>
          <p:cNvSpPr txBox="1"/>
          <p:nvPr/>
        </p:nvSpPr>
        <p:spPr>
          <a:xfrm>
            <a:off x="7178040" y="2514600"/>
            <a:ext cx="1508760" cy="510235"/>
          </a:xfrm>
          <a:prstGeom prst="rect">
            <a:avLst/>
          </a:prstGeom>
          <a:noFill/>
          <a:ln/>
        </p:spPr>
        <p:txBody>
          <a:bodyPr wrap="square" lIns="0" tIns="0" rIns="0" bIns="0" rtlCol="0" anchor="b"/>
          <a:lstStyle/>
          <a:p>
            <a:pPr algn="ctr" indent="0" marL="0">
              <a:buNone/>
            </a:pPr>
            <a:r>
              <a:rPr lang="en-US" sz="2600" b="1" dirty="0">
                <a:solidFill>
                  <a:srgbClr val="2EC4B6"/>
                </a:solidFill>
                <a:latin typeface="Cambria" pitchFamily="34" charset="0"/>
                <a:ea typeface="Cambria" pitchFamily="34" charset="-122"/>
                <a:cs typeface="Cambria" pitchFamily="34" charset="-120"/>
              </a:rPr>
              <a:t>−101</a:t>
            </a:r>
            <a:endParaRPr lang="en-US" sz="2600" dirty="0"/>
          </a:p>
        </p:txBody>
      </p:sp>
      <p:sp>
        <p:nvSpPr>
          <p:cNvPr id="18" name="Text 16"/>
          <p:cNvSpPr txBox="1"/>
          <p:nvPr/>
        </p:nvSpPr>
        <p:spPr>
          <a:xfrm>
            <a:off x="7178040" y="3024835"/>
            <a:ext cx="1508760" cy="312725"/>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dBm floor in 20 MHz</a:t>
            </a:r>
            <a:endParaRPr lang="en-US" sz="1100" dirty="0"/>
          </a:p>
        </p:txBody>
      </p:sp>
      <p:sp>
        <p:nvSpPr>
          <p:cNvPr id="19" name="Shape 17"/>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0" name="Shape 18"/>
          <p:cNvSpPr/>
          <p:nvPr/>
        </p:nvSpPr>
        <p:spPr>
          <a:xfrm>
            <a:off x="566928" y="3776472"/>
            <a:ext cx="237744" cy="237744"/>
          </a:xfrm>
          <a:prstGeom prst="ellipse">
            <a:avLst/>
          </a:prstGeom>
          <a:solidFill>
            <a:srgbClr val="2EC4B6"/>
          </a:solidFill>
          <a:ln w="12700">
            <a:solidFill>
              <a:srgbClr val="2EC4B6"/>
            </a:solidFill>
            <a:prstDash val="solid"/>
          </a:ln>
        </p:spPr>
      </p:sp>
      <p:sp>
        <p:nvSpPr>
          <p:cNvPr id="21" name="Text 19"/>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Listening to a friend in a busy café. The chatter (noise) is fixed; the wider you open your ears (bandwidth) the more chatter you hear. Leaning in first (the LNA) helps far more than turning up your hearing aid later.</a:t>
            </a:r>
            <a:endParaRPr lang="en-US" sz="1050" dirty="0"/>
          </a:p>
        </p:txBody>
      </p:sp>
      <p:sp>
        <p:nvSpPr>
          <p:cNvPr id="23" name="Shape 21"/>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4" name="Shape 22"/>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5" name="Text 23"/>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6" name="Text 24"/>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Wi-Fi 20 MHz channel</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20 MHz = 73 dB-Hz of bandwidth (10·log₁₀ 20 000 000 = 73)</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Noise floor = −174 + 73 = −101 dBm</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Signal at −54 dBm → SNR = 47 dB: plenty</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Link budget: will the signal arrive?</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1 · What an RF signal is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11</a:t>
            </a:r>
            <a:endParaRPr lang="en-US" sz="900" dirty="0"/>
          </a:p>
        </p:txBody>
      </p:sp>
      <p:sp>
        <p:nvSpPr>
          <p:cNvPr id="5" name="Shape 3"/>
          <p:cNvSpPr/>
          <p:nvPr/>
        </p:nvSpPr>
        <p:spPr>
          <a:xfrm>
            <a:off x="457200" y="1024128"/>
            <a:ext cx="4023360" cy="777240"/>
          </a:xfrm>
          <a:prstGeom prst="roundRect">
            <a:avLst>
              <a:gd name="adj" fmla="val 9412"/>
            </a:avLst>
          </a:prstGeom>
          <a:solidFill>
            <a:srgbClr val="EEF3F8"/>
          </a:solidFill>
          <a:ln w="12700">
            <a:solidFill>
              <a:srgbClr val="EEF3F8"/>
            </a:solidFill>
            <a:prstDash val="solid"/>
          </a:ln>
        </p:spPr>
      </p:sp>
      <p:sp>
        <p:nvSpPr>
          <p:cNvPr id="6" name="Text 4"/>
          <p:cNvSpPr txBox="1"/>
          <p:nvPr/>
        </p:nvSpPr>
        <p:spPr>
          <a:xfrm>
            <a:off x="594360" y="1024128"/>
            <a:ext cx="3749040" cy="521208"/>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P_rx = P_tx + G_tx + G_rx − FSPL</a:t>
            </a:r>
            <a:endParaRPr lang="en-US" sz="1500" dirty="0"/>
          </a:p>
        </p:txBody>
      </p:sp>
      <p:sp>
        <p:nvSpPr>
          <p:cNvPr id="7" name="Text 5"/>
          <p:cNvSpPr txBox="1"/>
          <p:nvPr/>
        </p:nvSpPr>
        <p:spPr>
          <a:xfrm>
            <a:off x="594360" y="149961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Received = sent + antenna gains − path loss (all in dB)</a:t>
            </a:r>
            <a:endParaRPr lang="en-US" sz="1000" dirty="0"/>
          </a:p>
        </p:txBody>
      </p:sp>
      <p:sp>
        <p:nvSpPr>
          <p:cNvPr id="8" name="Shape 6"/>
          <p:cNvSpPr/>
          <p:nvPr/>
        </p:nvSpPr>
        <p:spPr>
          <a:xfrm>
            <a:off x="4663440" y="1024128"/>
            <a:ext cx="4023360" cy="777240"/>
          </a:xfrm>
          <a:prstGeom prst="roundRect">
            <a:avLst>
              <a:gd name="adj" fmla="val 9412"/>
            </a:avLst>
          </a:prstGeom>
          <a:solidFill>
            <a:srgbClr val="EEF3F8"/>
          </a:solidFill>
          <a:ln w="12700">
            <a:solidFill>
              <a:srgbClr val="EEF3F8"/>
            </a:solidFill>
            <a:prstDash val="solid"/>
          </a:ln>
        </p:spPr>
      </p:sp>
      <p:sp>
        <p:nvSpPr>
          <p:cNvPr id="9" name="Text 7"/>
          <p:cNvSpPr txBox="1"/>
          <p:nvPr/>
        </p:nvSpPr>
        <p:spPr>
          <a:xfrm>
            <a:off x="4800600" y="1024128"/>
            <a:ext cx="3749040" cy="521208"/>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FSPL(dB) = 20 log₁₀(d_km)</a:t>
            </a:r>
            <a:endParaRPr lang="en-US" sz="1500" dirty="0"/>
          </a:p>
          <a:p>
            <a:pPr algn="ctr" indent="0" marL="0">
              <a:buNone/>
            </a:pPr>
            <a:r>
              <a:rPr lang="en-US" sz="1500" dirty="0">
                <a:solidFill>
                  <a:srgbClr val="0B1F3A"/>
                </a:solidFill>
                <a:latin typeface="Cambria" pitchFamily="34" charset="0"/>
                <a:ea typeface="Cambria" pitchFamily="34" charset="-122"/>
                <a:cs typeface="Cambria" pitchFamily="34" charset="-120"/>
              </a:rPr>
              <a:t>    + 20 log₁₀(f_MHz) + 32.44</a:t>
            </a:r>
            <a:endParaRPr lang="en-US" sz="1500" dirty="0"/>
          </a:p>
        </p:txBody>
      </p:sp>
      <p:sp>
        <p:nvSpPr>
          <p:cNvPr id="10" name="Text 8"/>
          <p:cNvSpPr txBox="1"/>
          <p:nvPr/>
        </p:nvSpPr>
        <p:spPr>
          <a:xfrm>
            <a:off x="4800600" y="149961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Free-space path loss: doubling distance or frequency costs 6 dB</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892808"/>
          <a:ext cx="5394960" cy="914400"/>
        </p:xfrm>
        <a:graphic>
          <a:graphicData uri="http://schemas.openxmlformats.org/drawingml/2006/table">
            <a:tbl>
              <a:tblPr/>
              <a:tblGrid>
                <a:gridCol w="1737360"/>
                <a:gridCol w="1005840"/>
                <a:gridCol w="26517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Item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Comment</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r>
              <a:tr h="27432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Transmit power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+20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Wi-Fi router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7432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Antenna gains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+2 + 2 dBi</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Small antennas both ends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Path loss, 50 m, 2.4 GHz</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−74 dB</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20log(0.05) + 20log(2400) + 32.44</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7432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Received power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−50 dBm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Above the −101 dBm noise floor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Signal-to-noise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 51 dB</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Enough for the fastest Wi-Fi rates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bl>
          </a:graphicData>
        </a:graphic>
      </p:graphicFrame>
      <p:sp>
        <p:nvSpPr>
          <p:cNvPr id="12" name="Text 9"/>
          <p:cNvSpPr txBox="1"/>
          <p:nvPr/>
        </p:nvSpPr>
        <p:spPr>
          <a:xfrm>
            <a:off x="6035040" y="1920240"/>
            <a:ext cx="2651760" cy="481889"/>
          </a:xfrm>
          <a:prstGeom prst="rect">
            <a:avLst/>
          </a:prstGeom>
          <a:noFill/>
          <a:ln/>
        </p:spPr>
        <p:txBody>
          <a:bodyPr wrap="square" lIns="0" tIns="0" rIns="0" bIns="0" rtlCol="0" anchor="b"/>
          <a:lstStyle/>
          <a:p>
            <a:pPr algn="ctr" indent="0" marL="0">
              <a:buNone/>
            </a:pPr>
            <a:r>
              <a:rPr lang="en-US" sz="4000" b="1" dirty="0">
                <a:solidFill>
                  <a:srgbClr val="0B1F3A"/>
                </a:solidFill>
                <a:latin typeface="Cambria" pitchFamily="34" charset="0"/>
                <a:ea typeface="Cambria" pitchFamily="34" charset="-122"/>
                <a:cs typeface="Cambria" pitchFamily="34" charset="-120"/>
              </a:rPr>
              <a:t>−50 dBm</a:t>
            </a:r>
            <a:endParaRPr lang="en-US" sz="4000" dirty="0"/>
          </a:p>
        </p:txBody>
      </p:sp>
      <p:sp>
        <p:nvSpPr>
          <p:cNvPr id="13" name="Text 10"/>
          <p:cNvSpPr txBox="1"/>
          <p:nvPr/>
        </p:nvSpPr>
        <p:spPr>
          <a:xfrm>
            <a:off x="6035040" y="2402129"/>
            <a:ext cx="265176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received at 50 m</a:t>
            </a:r>
            <a:endParaRPr lang="en-US" sz="1100" dirty="0"/>
          </a:p>
        </p:txBody>
      </p:sp>
      <p:sp>
        <p:nvSpPr>
          <p:cNvPr id="14" name="Text 11"/>
          <p:cNvSpPr txBox="1"/>
          <p:nvPr/>
        </p:nvSpPr>
        <p:spPr>
          <a:xfrm>
            <a:off x="6035040" y="2743200"/>
            <a:ext cx="2651760" cy="481889"/>
          </a:xfrm>
          <a:prstGeom prst="rect">
            <a:avLst/>
          </a:prstGeom>
          <a:noFill/>
          <a:ln/>
        </p:spPr>
        <p:txBody>
          <a:bodyPr wrap="square" lIns="0" tIns="0" rIns="0" bIns="0" rtlCol="0" anchor="b"/>
          <a:lstStyle/>
          <a:p>
            <a:pPr algn="ctr" indent="0" marL="0">
              <a:buNone/>
            </a:pPr>
            <a:r>
              <a:rPr lang="en-US" sz="4000" b="1" dirty="0">
                <a:solidFill>
                  <a:srgbClr val="2EC4B6"/>
                </a:solidFill>
                <a:latin typeface="Cambria" pitchFamily="34" charset="0"/>
                <a:ea typeface="Cambria" pitchFamily="34" charset="-122"/>
                <a:cs typeface="Cambria" pitchFamily="34" charset="-120"/>
              </a:rPr>
              <a:t>≈ 51 dB</a:t>
            </a:r>
            <a:endParaRPr lang="en-US" sz="4000" dirty="0"/>
          </a:p>
        </p:txBody>
      </p:sp>
      <p:sp>
        <p:nvSpPr>
          <p:cNvPr id="15" name="Text 12"/>
          <p:cNvSpPr txBox="1"/>
          <p:nvPr/>
        </p:nvSpPr>
        <p:spPr>
          <a:xfrm>
            <a:off x="6035040" y="3225089"/>
            <a:ext cx="265176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above the noise floor</a:t>
            </a:r>
            <a:endParaRPr lang="en-US" sz="1100" dirty="0"/>
          </a:p>
        </p:txBody>
      </p:sp>
      <p:sp>
        <p:nvSpPr>
          <p:cNvPr id="16" name="Shape 13"/>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7" name="Shape 14"/>
          <p:cNvSpPr/>
          <p:nvPr/>
        </p:nvSpPr>
        <p:spPr>
          <a:xfrm>
            <a:off x="566928" y="3776472"/>
            <a:ext cx="237744" cy="237744"/>
          </a:xfrm>
          <a:prstGeom prst="ellipse">
            <a:avLst/>
          </a:prstGeom>
          <a:solidFill>
            <a:srgbClr val="2EC4B6"/>
          </a:solidFill>
          <a:ln w="12700">
            <a:solidFill>
              <a:srgbClr val="2EC4B6"/>
            </a:solidFill>
            <a:prstDash val="solid"/>
          </a:ln>
        </p:spPr>
      </p:sp>
      <p:sp>
        <p:nvSpPr>
          <p:cNvPr id="18" name="Text 15"/>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9" name="Text 16"/>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Shouting across a field: how loud you shout, minus how far the sound fades, plus how good the listener's ears are, equals what they hear. If that is above the wind noise, the message gets through.</a:t>
            </a:r>
            <a:endParaRPr lang="en-US" sz="1050" dirty="0"/>
          </a:p>
        </p:txBody>
      </p:sp>
      <p:sp>
        <p:nvSpPr>
          <p:cNvPr id="20" name="Shape 17"/>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1" name="Shape 18"/>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2" name="Text 19"/>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3" name="Text 20"/>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Move 100 m away instead of 50 m</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Distance doubles → path loss +6 dB → −80 dB</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Received power −56 dBm, SNR 45 dB</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Still fine; at 1 km it would be −76 dBm and struggling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Recap · Part 1</a:t>
            </a:r>
            <a:endParaRPr lang="en-US" sz="3000" dirty="0"/>
          </a:p>
        </p:txBody>
      </p:sp>
      <p:sp>
        <p:nvSpPr>
          <p:cNvPr id="3" name="Shape 1"/>
          <p:cNvSpPr/>
          <p:nvPr/>
        </p:nvSpPr>
        <p:spPr>
          <a:xfrm>
            <a:off x="457200" y="1325880"/>
            <a:ext cx="274320" cy="274320"/>
          </a:xfrm>
          <a:prstGeom prst="ellipse">
            <a:avLst/>
          </a:prstGeom>
          <a:solidFill>
            <a:srgbClr val="2EC4B6"/>
          </a:solidFill>
          <a:ln w="12700">
            <a:solidFill>
              <a:srgbClr val="2EC4B6"/>
            </a:solidFill>
            <a:prstDash val="solid"/>
          </a:ln>
        </p:spPr>
      </p:sp>
      <p:sp>
        <p:nvSpPr>
          <p:cNvPr id="4" name="Text 2"/>
          <p:cNvSpPr txBox="1"/>
          <p:nvPr/>
        </p:nvSpPr>
        <p:spPr>
          <a:xfrm>
            <a:off x="457200" y="1325880"/>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5" name="Text 3"/>
          <p:cNvSpPr txBox="1"/>
          <p:nvPr/>
        </p:nvSpPr>
        <p:spPr>
          <a:xfrm>
            <a:off x="868680" y="1234440"/>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An RF signal is a fast wave with three knobs: height A, frequency f, timing φ</a:t>
            </a:r>
            <a:endParaRPr lang="en-US" sz="1600" dirty="0"/>
          </a:p>
        </p:txBody>
      </p:sp>
      <p:sp>
        <p:nvSpPr>
          <p:cNvPr id="6" name="Shape 4"/>
          <p:cNvSpPr/>
          <p:nvPr/>
        </p:nvSpPr>
        <p:spPr>
          <a:xfrm>
            <a:off x="457200" y="1892808"/>
            <a:ext cx="274320" cy="274320"/>
          </a:xfrm>
          <a:prstGeom prst="ellipse">
            <a:avLst/>
          </a:prstGeom>
          <a:solidFill>
            <a:srgbClr val="2EC4B6"/>
          </a:solidFill>
          <a:ln w="12700">
            <a:solidFill>
              <a:srgbClr val="2EC4B6"/>
            </a:solidFill>
            <a:prstDash val="solid"/>
          </a:ln>
        </p:spPr>
      </p:sp>
      <p:sp>
        <p:nvSpPr>
          <p:cNvPr id="7" name="Text 5"/>
          <p:cNvSpPr txBox="1"/>
          <p:nvPr/>
        </p:nvSpPr>
        <p:spPr>
          <a:xfrm>
            <a:off x="457200" y="1892808"/>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8" name="Text 6"/>
          <p:cNvSpPr txBox="1"/>
          <p:nvPr/>
        </p:nvSpPr>
        <p:spPr>
          <a:xfrm>
            <a:off x="868680" y="1801368"/>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dB counts zeros: ×10 = +10 dB, ×2 = +3 dB; dBm is power compared with 1 mW</a:t>
            </a:r>
            <a:endParaRPr lang="en-US" sz="1600" dirty="0"/>
          </a:p>
        </p:txBody>
      </p:sp>
      <p:sp>
        <p:nvSpPr>
          <p:cNvPr id="9" name="Shape 7"/>
          <p:cNvSpPr/>
          <p:nvPr/>
        </p:nvSpPr>
        <p:spPr>
          <a:xfrm>
            <a:off x="457200" y="2459736"/>
            <a:ext cx="274320" cy="274320"/>
          </a:xfrm>
          <a:prstGeom prst="ellipse">
            <a:avLst/>
          </a:prstGeom>
          <a:solidFill>
            <a:srgbClr val="2EC4B6"/>
          </a:solidFill>
          <a:ln w="12700">
            <a:solidFill>
              <a:srgbClr val="2EC4B6"/>
            </a:solidFill>
            <a:prstDash val="solid"/>
          </a:ln>
        </p:spPr>
      </p:sp>
      <p:sp>
        <p:nvSpPr>
          <p:cNvPr id="10" name="Text 8"/>
          <p:cNvSpPr txBox="1"/>
          <p:nvPr/>
        </p:nvSpPr>
        <p:spPr>
          <a:xfrm>
            <a:off x="457200" y="2459736"/>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1" name="Text 9"/>
          <p:cNvSpPr txBox="1"/>
          <p:nvPr/>
        </p:nvSpPr>
        <p:spPr>
          <a:xfrm>
            <a:off x="868680" y="2368296"/>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Any message can be carried by two slow signals, I and Q</a:t>
            </a:r>
            <a:endParaRPr lang="en-US" sz="1600" dirty="0"/>
          </a:p>
        </p:txBody>
      </p:sp>
      <p:sp>
        <p:nvSpPr>
          <p:cNvPr id="12" name="Shape 10"/>
          <p:cNvSpPr/>
          <p:nvPr/>
        </p:nvSpPr>
        <p:spPr>
          <a:xfrm>
            <a:off x="457200" y="3026664"/>
            <a:ext cx="274320" cy="274320"/>
          </a:xfrm>
          <a:prstGeom prst="ellipse">
            <a:avLst/>
          </a:prstGeom>
          <a:solidFill>
            <a:srgbClr val="2EC4B6"/>
          </a:solidFill>
          <a:ln w="12700">
            <a:solidFill>
              <a:srgbClr val="2EC4B6"/>
            </a:solidFill>
            <a:prstDash val="solid"/>
          </a:ln>
        </p:spPr>
      </p:sp>
      <p:sp>
        <p:nvSpPr>
          <p:cNvPr id="13" name="Text 11"/>
          <p:cNvSpPr txBox="1"/>
          <p:nvPr/>
        </p:nvSpPr>
        <p:spPr>
          <a:xfrm>
            <a:off x="457200" y="3026664"/>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4" name="Text 12"/>
          <p:cNvSpPr txBox="1"/>
          <p:nvPr/>
        </p:nvSpPr>
        <p:spPr>
          <a:xfrm>
            <a:off x="868680" y="2935224"/>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Noise floor = −174 dBm/Hz + bandwidth in dB; put the quiet amplifier first</a:t>
            </a:r>
            <a:endParaRPr lang="en-US" sz="1600" dirty="0"/>
          </a:p>
        </p:txBody>
      </p:sp>
      <p:sp>
        <p:nvSpPr>
          <p:cNvPr id="15" name="Shape 13"/>
          <p:cNvSpPr/>
          <p:nvPr/>
        </p:nvSpPr>
        <p:spPr>
          <a:xfrm>
            <a:off x="457200" y="3593592"/>
            <a:ext cx="274320" cy="274320"/>
          </a:xfrm>
          <a:prstGeom prst="ellipse">
            <a:avLst/>
          </a:prstGeom>
          <a:solidFill>
            <a:srgbClr val="2EC4B6"/>
          </a:solidFill>
          <a:ln w="12700">
            <a:solidFill>
              <a:srgbClr val="2EC4B6"/>
            </a:solidFill>
            <a:prstDash val="solid"/>
          </a:ln>
        </p:spPr>
      </p:sp>
      <p:sp>
        <p:nvSpPr>
          <p:cNvPr id="16" name="Text 14"/>
          <p:cNvSpPr txBox="1"/>
          <p:nvPr/>
        </p:nvSpPr>
        <p:spPr>
          <a:xfrm>
            <a:off x="457200" y="3593592"/>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7" name="Text 15"/>
          <p:cNvSpPr txBox="1"/>
          <p:nvPr/>
        </p:nvSpPr>
        <p:spPr>
          <a:xfrm>
            <a:off x="868680" y="3502152"/>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Link budget: sent + gains − path loss = received; check it beats the noise floor</a:t>
            </a:r>
            <a:endParaRPr lang="en-US" sz="1600" dirty="0"/>
          </a:p>
        </p:txBody>
      </p:sp>
      <p:sp>
        <p:nvSpPr>
          <p:cNvPr id="18" name="Text 16"/>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1097280"/>
            <a:ext cx="5486400" cy="365760"/>
          </a:xfrm>
          <a:prstGeom prst="rect">
            <a:avLst/>
          </a:prstGeom>
          <a:noFill/>
          <a:ln/>
        </p:spPr>
        <p:txBody>
          <a:bodyPr wrap="square" lIns="0" tIns="0" rIns="0" bIns="0" rtlCol="0" anchor="ctr"/>
          <a:lstStyle/>
          <a:p>
            <a:pPr indent="0" marL="0">
              <a:buNone/>
            </a:pPr>
            <a:r>
              <a:rPr lang="en-US" sz="1400" b="1" dirty="0">
                <a:solidFill>
                  <a:srgbClr val="2EC4B6"/>
                </a:solidFill>
                <a:latin typeface="Calibri" pitchFamily="34" charset="0"/>
                <a:ea typeface="Calibri" pitchFamily="34" charset="-122"/>
                <a:cs typeface="Calibri" pitchFamily="34" charset="-120"/>
              </a:rPr>
              <a:t>Part 2</a:t>
            </a:r>
            <a:endParaRPr lang="en-US" sz="1400" dirty="0"/>
          </a:p>
        </p:txBody>
      </p:sp>
      <p:sp>
        <p:nvSpPr>
          <p:cNvPr id="3" name="Text 1"/>
          <p:cNvSpPr txBox="1"/>
          <p:nvPr/>
        </p:nvSpPr>
        <p:spPr>
          <a:xfrm>
            <a:off x="45720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Sampling</a:t>
            </a:r>
            <a:endParaRPr lang="en-US" sz="4000" dirty="0"/>
          </a:p>
        </p:txBody>
      </p:sp>
      <p:sp>
        <p:nvSpPr>
          <p:cNvPr id="4" name="Text 2"/>
          <p:cNvSpPr txBox="1"/>
          <p:nvPr/>
        </p:nvSpPr>
        <p:spPr>
          <a:xfrm>
            <a:off x="457200" y="2423160"/>
            <a:ext cx="8229600" cy="457200"/>
          </a:xfrm>
          <a:prstGeom prst="rect">
            <a:avLst/>
          </a:prstGeom>
          <a:noFill/>
          <a:ln/>
        </p:spPr>
        <p:txBody>
          <a:bodyPr wrap="square" lIns="0" tIns="0" rIns="0" bIns="0" rtlCol="0" anchor="ctr"/>
          <a:lstStyle/>
          <a:p>
            <a:pPr indent="0" marL="0">
              <a:buNone/>
            </a:pPr>
            <a:r>
              <a:rPr lang="en-US" sz="1600" dirty="0">
                <a:solidFill>
                  <a:srgbClr val="D7DEE8"/>
                </a:solidFill>
                <a:latin typeface="Calibri" pitchFamily="34" charset="0"/>
                <a:ea typeface="Calibri" pitchFamily="34" charset="-122"/>
                <a:cs typeface="Calibri" pitchFamily="34" charset="-120"/>
              </a:rPr>
              <a:t>Turning a smooth wave into a list of numbers, without losing anything</a:t>
            </a:r>
            <a:endParaRPr lang="en-US" sz="1600" dirty="0"/>
          </a:p>
        </p:txBody>
      </p:sp>
      <p:sp>
        <p:nvSpPr>
          <p:cNvPr id="5" name="Text 3"/>
          <p:cNvSpPr txBox="1"/>
          <p:nvPr/>
        </p:nvSpPr>
        <p:spPr>
          <a:xfrm>
            <a:off x="457200" y="2926080"/>
            <a:ext cx="3657600" cy="274320"/>
          </a:xfrm>
          <a:prstGeom prst="rect">
            <a:avLst/>
          </a:prstGeom>
          <a:noFill/>
          <a:ln/>
        </p:spPr>
        <p:txBody>
          <a:bodyPr wrap="square" lIns="0" tIns="0" rIns="0" bIns="0" rtlCol="0" anchor="ctr"/>
          <a:lstStyle/>
          <a:p>
            <a:pPr indent="0" marL="0">
              <a:buNone/>
            </a:pPr>
            <a:r>
              <a:rPr lang="en-US" sz="1100" dirty="0">
                <a:solidFill>
                  <a:srgbClr val="B8C4D6"/>
                </a:solidFill>
                <a:latin typeface="Calibri" pitchFamily="34" charset="0"/>
                <a:ea typeface="Calibri" pitchFamily="34" charset="-122"/>
                <a:cs typeface="Calibri" pitchFamily="34" charset="-120"/>
              </a:rPr>
              <a:t>12 minutes</a:t>
            </a:r>
            <a:endParaRPr lang="en-US" sz="1100" dirty="0"/>
          </a:p>
        </p:txBody>
      </p:sp>
      <p:sp>
        <p:nvSpPr>
          <p:cNvPr id="6" name="Text 4"/>
          <p:cNvSpPr txBox="1"/>
          <p:nvPr/>
        </p:nvSpPr>
        <p:spPr>
          <a:xfrm>
            <a:off x="457200" y="3611880"/>
            <a:ext cx="2743200" cy="228600"/>
          </a:xfrm>
          <a:prstGeom prst="rect">
            <a:avLst/>
          </a:prstGeom>
          <a:noFill/>
          <a:ln/>
        </p:spPr>
        <p:txBody>
          <a:bodyPr wrap="square" lIns="0" tIns="0" rIns="0" bIns="0" rtlCol="0" anchor="ctr"/>
          <a:lstStyle/>
          <a:p>
            <a:pPr indent="0" marL="0">
              <a:buNone/>
            </a:pPr>
            <a:r>
              <a:rPr lang="en-US" sz="900" i="1" dirty="0">
                <a:solidFill>
                  <a:srgbClr val="B8C4D6"/>
                </a:solidFill>
                <a:latin typeface="Calibri" pitchFamily="34" charset="0"/>
                <a:ea typeface="Calibri" pitchFamily="34" charset="-122"/>
                <a:cs typeface="Calibri" pitchFamily="34" charset="-120"/>
              </a:rPr>
              <a:t>You are here</a:t>
            </a:r>
            <a:endParaRPr lang="en-US" sz="900" dirty="0"/>
          </a:p>
        </p:txBody>
      </p:sp>
      <p:sp>
        <p:nvSpPr>
          <p:cNvPr id="7" name="Text 5"/>
          <p:cNvSpPr txBox="1"/>
          <p:nvPr/>
        </p:nvSpPr>
        <p:spPr>
          <a:xfrm>
            <a:off x="457200"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Antenna</a:t>
            </a:r>
            <a:endParaRPr lang="en-US" sz="1000" dirty="0"/>
          </a:p>
        </p:txBody>
      </p:sp>
      <p:sp>
        <p:nvSpPr>
          <p:cNvPr id="8" name="Shape 6"/>
          <p:cNvSpPr/>
          <p:nvPr/>
        </p:nvSpPr>
        <p:spPr>
          <a:xfrm>
            <a:off x="1460427" y="4091940"/>
            <a:ext cx="201168" cy="0"/>
          </a:xfrm>
          <a:prstGeom prst="line">
            <a:avLst/>
          </a:prstGeom>
          <a:noFill/>
          <a:ln w="15875">
            <a:solidFill>
              <a:srgbClr val="8FA3BF"/>
            </a:solidFill>
            <a:prstDash val="solid"/>
            <a:tailEnd type="triangle"/>
          </a:ln>
        </p:spPr>
      </p:sp>
      <p:sp>
        <p:nvSpPr>
          <p:cNvPr id="9" name="Text 7"/>
          <p:cNvSpPr txBox="1"/>
          <p:nvPr/>
        </p:nvSpPr>
        <p:spPr>
          <a:xfrm>
            <a:off x="1661595"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LNA</a:t>
            </a:r>
            <a:endParaRPr lang="en-US" sz="1000" dirty="0"/>
          </a:p>
        </p:txBody>
      </p:sp>
      <p:sp>
        <p:nvSpPr>
          <p:cNvPr id="10" name="Shape 8"/>
          <p:cNvSpPr/>
          <p:nvPr/>
        </p:nvSpPr>
        <p:spPr>
          <a:xfrm>
            <a:off x="2664823" y="4091940"/>
            <a:ext cx="201168" cy="0"/>
          </a:xfrm>
          <a:prstGeom prst="line">
            <a:avLst/>
          </a:prstGeom>
          <a:noFill/>
          <a:ln w="15875">
            <a:solidFill>
              <a:srgbClr val="8FA3BF"/>
            </a:solidFill>
            <a:prstDash val="solid"/>
            <a:tailEnd type="triangle"/>
          </a:ln>
        </p:spPr>
      </p:sp>
      <p:sp>
        <p:nvSpPr>
          <p:cNvPr id="11" name="Text 9"/>
          <p:cNvSpPr txBox="1"/>
          <p:nvPr/>
        </p:nvSpPr>
        <p:spPr>
          <a:xfrm>
            <a:off x="2865991"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Mixer</a:t>
            </a:r>
            <a:endParaRPr lang="en-US" sz="1000" dirty="0"/>
          </a:p>
        </p:txBody>
      </p:sp>
      <p:sp>
        <p:nvSpPr>
          <p:cNvPr id="12" name="Shape 10"/>
          <p:cNvSpPr/>
          <p:nvPr/>
        </p:nvSpPr>
        <p:spPr>
          <a:xfrm>
            <a:off x="3869218" y="4091940"/>
            <a:ext cx="201168" cy="0"/>
          </a:xfrm>
          <a:prstGeom prst="line">
            <a:avLst/>
          </a:prstGeom>
          <a:noFill/>
          <a:ln w="15875">
            <a:solidFill>
              <a:srgbClr val="8FA3BF"/>
            </a:solidFill>
            <a:prstDash val="solid"/>
            <a:tailEnd type="triangle"/>
          </a:ln>
        </p:spPr>
      </p:sp>
      <p:sp>
        <p:nvSpPr>
          <p:cNvPr id="13" name="Text 11"/>
          <p:cNvSpPr txBox="1"/>
          <p:nvPr/>
        </p:nvSpPr>
        <p:spPr>
          <a:xfrm>
            <a:off x="4070386" y="3840480"/>
            <a:ext cx="1003227" cy="502920"/>
          </a:xfrm>
          <a:prstGeom prst="roundRect">
            <a:avLst>
              <a:gd name="adj" fmla="val 10909"/>
            </a:avLst>
          </a:prstGeom>
          <a:solidFill>
            <a:srgbClr val="2EC4B6"/>
          </a:solidFill>
          <a:ln w="9525">
            <a:solidFill>
              <a:srgbClr val="2EC4B6"/>
            </a:solidFill>
          </a:ln>
        </p:spPr>
        <p:txBody>
          <a:bodyPr wrap="square" lIns="254" tIns="254" rIns="254" bIns="254"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Filter</a:t>
            </a:r>
            <a:endParaRPr lang="en-US" sz="1000" dirty="0"/>
          </a:p>
        </p:txBody>
      </p:sp>
      <p:sp>
        <p:nvSpPr>
          <p:cNvPr id="14" name="Shape 12"/>
          <p:cNvSpPr/>
          <p:nvPr/>
        </p:nvSpPr>
        <p:spPr>
          <a:xfrm>
            <a:off x="5073614" y="4091940"/>
            <a:ext cx="201168" cy="0"/>
          </a:xfrm>
          <a:prstGeom prst="line">
            <a:avLst/>
          </a:prstGeom>
          <a:noFill/>
          <a:ln w="15875">
            <a:solidFill>
              <a:srgbClr val="8FA3BF"/>
            </a:solidFill>
            <a:prstDash val="solid"/>
            <a:tailEnd type="triangle"/>
          </a:ln>
        </p:spPr>
      </p:sp>
      <p:sp>
        <p:nvSpPr>
          <p:cNvPr id="15" name="Text 13"/>
          <p:cNvSpPr txBox="1"/>
          <p:nvPr/>
        </p:nvSpPr>
        <p:spPr>
          <a:xfrm>
            <a:off x="5274782"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ADC</a:t>
            </a:r>
            <a:endParaRPr lang="en-US" sz="1000" dirty="0"/>
          </a:p>
        </p:txBody>
      </p:sp>
      <p:sp>
        <p:nvSpPr>
          <p:cNvPr id="16" name="Shape 14"/>
          <p:cNvSpPr/>
          <p:nvPr/>
        </p:nvSpPr>
        <p:spPr>
          <a:xfrm>
            <a:off x="6278009" y="4091940"/>
            <a:ext cx="201168" cy="0"/>
          </a:xfrm>
          <a:prstGeom prst="line">
            <a:avLst/>
          </a:prstGeom>
          <a:noFill/>
          <a:ln w="15875">
            <a:solidFill>
              <a:srgbClr val="8FA3BF"/>
            </a:solidFill>
            <a:prstDash val="solid"/>
            <a:tailEnd type="triangle"/>
          </a:ln>
        </p:spPr>
      </p:sp>
      <p:sp>
        <p:nvSpPr>
          <p:cNvPr id="17" name="Text 15"/>
          <p:cNvSpPr txBox="1"/>
          <p:nvPr/>
        </p:nvSpPr>
        <p:spPr>
          <a:xfrm>
            <a:off x="6479177"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DSP</a:t>
            </a:r>
            <a:endParaRPr lang="en-US" sz="1000" dirty="0"/>
          </a:p>
        </p:txBody>
      </p:sp>
      <p:sp>
        <p:nvSpPr>
          <p:cNvPr id="18" name="Shape 16"/>
          <p:cNvSpPr/>
          <p:nvPr/>
        </p:nvSpPr>
        <p:spPr>
          <a:xfrm>
            <a:off x="7482405" y="4091940"/>
            <a:ext cx="201168" cy="0"/>
          </a:xfrm>
          <a:prstGeom prst="line">
            <a:avLst/>
          </a:prstGeom>
          <a:noFill/>
          <a:ln w="15875">
            <a:solidFill>
              <a:srgbClr val="8FA3BF"/>
            </a:solidFill>
            <a:prstDash val="solid"/>
            <a:tailEnd type="triangle"/>
          </a:ln>
        </p:spPr>
      </p:sp>
      <p:sp>
        <p:nvSpPr>
          <p:cNvPr id="19" name="Text 17"/>
          <p:cNvSpPr txBox="1"/>
          <p:nvPr/>
        </p:nvSpPr>
        <p:spPr>
          <a:xfrm>
            <a:off x="7683573"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Data</a:t>
            </a:r>
            <a:endParaRPr lang="en-US" sz="1000" dirty="0"/>
          </a:p>
        </p:txBody>
      </p:sp>
      <p:sp>
        <p:nvSpPr>
          <p:cNvPr id="20" name="Text 18"/>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000" b="1" dirty="0">
                <a:solidFill>
                  <a:srgbClr val="0B1F3A"/>
                </a:solidFill>
                <a:latin typeface="Cambria" pitchFamily="34" charset="0"/>
                <a:ea typeface="Cambria" pitchFamily="34" charset="-122"/>
                <a:cs typeface="Cambria" pitchFamily="34" charset="-120"/>
              </a:rPr>
              <a:t>Sampling: take a reading every T_s seconds</a:t>
            </a:r>
            <a:endParaRPr lang="en-US" sz="20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2 · Sampling: from a wave to numbers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14</a:t>
            </a:r>
            <a:endParaRPr lang="en-US" sz="900" dirty="0"/>
          </a:p>
        </p:txBody>
      </p:sp>
      <p:sp>
        <p:nvSpPr>
          <p:cNvPr id="5" name="Shape 3"/>
          <p:cNvSpPr/>
          <p:nvPr/>
        </p:nvSpPr>
        <p:spPr>
          <a:xfrm>
            <a:off x="457200" y="1024128"/>
            <a:ext cx="4023360" cy="822960"/>
          </a:xfrm>
          <a:prstGeom prst="roundRect">
            <a:avLst>
              <a:gd name="adj" fmla="val 8889"/>
            </a:avLst>
          </a:prstGeom>
          <a:solidFill>
            <a:srgbClr val="EEF3F8"/>
          </a:solidFill>
          <a:ln w="12700">
            <a:solidFill>
              <a:srgbClr val="EEF3F8"/>
            </a:solidFill>
            <a:prstDash val="solid"/>
          </a:ln>
        </p:spPr>
      </p:sp>
      <p:sp>
        <p:nvSpPr>
          <p:cNvPr id="6" name="Text 4"/>
          <p:cNvSpPr txBox="1"/>
          <p:nvPr/>
        </p:nvSpPr>
        <p:spPr>
          <a:xfrm>
            <a:off x="594360" y="1024128"/>
            <a:ext cx="3749040" cy="566928"/>
          </a:xfrm>
          <a:prstGeom prst="rect">
            <a:avLst/>
          </a:prstGeom>
          <a:noFill/>
          <a:ln/>
        </p:spPr>
        <p:txBody>
          <a:bodyPr wrap="square" lIns="0" tIns="0" rIns="0" bIns="0" rtlCol="0" anchor="ctr"/>
          <a:lstStyle/>
          <a:p>
            <a:pPr algn="ctr" indent="0" marL="0">
              <a:buNone/>
            </a:pPr>
            <a:r>
              <a:rPr lang="en-US" sz="1300" dirty="0">
                <a:solidFill>
                  <a:srgbClr val="0B1F3A"/>
                </a:solidFill>
                <a:latin typeface="Cambria" pitchFamily="34" charset="0"/>
                <a:ea typeface="Cambria" pitchFamily="34" charset="-122"/>
                <a:cs typeface="Cambria" pitchFamily="34" charset="-120"/>
              </a:rPr>
              <a:t>x[n] = x(n · T_s)        f_s = 1 / T_s</a:t>
            </a:r>
            <a:endParaRPr lang="en-US" sz="1300" dirty="0"/>
          </a:p>
        </p:txBody>
      </p:sp>
      <p:sp>
        <p:nvSpPr>
          <p:cNvPr id="7" name="Text 5"/>
          <p:cNvSpPr txBox="1"/>
          <p:nvPr/>
        </p:nvSpPr>
        <p:spPr>
          <a:xfrm>
            <a:off x="594360" y="154533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Sample number n is the voltage at time n × T_s; f_s is samples per second</a:t>
            </a:r>
            <a:endParaRPr lang="en-US" sz="1000" dirty="0"/>
          </a:p>
        </p:txBody>
      </p:sp>
      <p:sp>
        <p:nvSpPr>
          <p:cNvPr id="8" name="Text 6"/>
          <p:cNvSpPr txBox="1"/>
          <p:nvPr/>
        </p:nvSpPr>
        <p:spPr>
          <a:xfrm>
            <a:off x="457200" y="1938528"/>
            <a:ext cx="4023360" cy="16002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A computer cannot store a smooth curve, only a list of numbers</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Between two readings the computer knows nothing; the trick is to read often enough</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Chart: a 1 kHz wave read 12 000 times a second; the black stems are all the computer ever sees</a:t>
            </a:r>
            <a:endParaRPr lang="en-US" sz="1150" dirty="0"/>
          </a:p>
        </p:txBody>
      </p:sp>
      <p:graphicFrame>
        <p:nvGraphicFramePr>
          <p:cNvPr id="9"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1" name="Shape 8"/>
          <p:cNvSpPr/>
          <p:nvPr/>
        </p:nvSpPr>
        <p:spPr>
          <a:xfrm>
            <a:off x="566928" y="3776472"/>
            <a:ext cx="237744" cy="237744"/>
          </a:xfrm>
          <a:prstGeom prst="ellipse">
            <a:avLst/>
          </a:prstGeom>
          <a:solidFill>
            <a:srgbClr val="2EC4B6"/>
          </a:solidFill>
          <a:ln w="12700">
            <a:solidFill>
              <a:srgbClr val="2EC4B6"/>
            </a:solidFill>
            <a:prstDash val="solid"/>
          </a:ln>
        </p:spPr>
      </p:sp>
      <p:sp>
        <p:nvSpPr>
          <p:cNvPr id="12" name="Text 9"/>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3" name="Text 10"/>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film camera takes 24 still pictures every second and your brain fills in the motion. Sampling does the same with a voltage: still snapshots, taken at a fixed rate.</a:t>
            </a:r>
            <a:endParaRPr lang="en-US" sz="1050" dirty="0"/>
          </a:p>
        </p:txBody>
      </p:sp>
      <p:sp>
        <p:nvSpPr>
          <p:cNvPr id="14" name="Shape 11"/>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5" name="Shape 12"/>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6" name="Text 13"/>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7" name="Text 14"/>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CD audio</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f_s = 44 100 samples per second</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T_s = 1 / 44 100 = 22.7 microseconds between readings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3 min of stereo = 44 100 × 180 × 2 = 15.9 million numbers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How often is often enough? Twice the highest frequency</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2 · Sampling: from a wave to numbers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15</a:t>
            </a:r>
            <a:endParaRPr lang="en-US" sz="900" dirty="0"/>
          </a:p>
        </p:txBody>
      </p:sp>
      <p:sp>
        <p:nvSpPr>
          <p:cNvPr id="5" name="Shape 3"/>
          <p:cNvSpPr/>
          <p:nvPr/>
        </p:nvSpPr>
        <p:spPr>
          <a:xfrm>
            <a:off x="457200" y="1024128"/>
            <a:ext cx="4023360" cy="768096"/>
          </a:xfrm>
          <a:prstGeom prst="roundRect">
            <a:avLst>
              <a:gd name="adj" fmla="val 9524"/>
            </a:avLst>
          </a:prstGeom>
          <a:solidFill>
            <a:srgbClr val="EEF3F8"/>
          </a:solidFill>
          <a:ln w="12700">
            <a:solidFill>
              <a:srgbClr val="EEF3F8"/>
            </a:solidFill>
            <a:prstDash val="solid"/>
          </a:ln>
        </p:spPr>
      </p:sp>
      <p:sp>
        <p:nvSpPr>
          <p:cNvPr id="6" name="Text 4"/>
          <p:cNvSpPr txBox="1"/>
          <p:nvPr/>
        </p:nvSpPr>
        <p:spPr>
          <a:xfrm>
            <a:off x="594360" y="1024128"/>
            <a:ext cx="3749040" cy="512064"/>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f_s &gt; 2 · f_max</a:t>
            </a:r>
            <a:endParaRPr lang="en-US" sz="1600" dirty="0"/>
          </a:p>
        </p:txBody>
      </p:sp>
      <p:sp>
        <p:nvSpPr>
          <p:cNvPr id="7" name="Text 5"/>
          <p:cNvSpPr txBox="1"/>
          <p:nvPr/>
        </p:nvSpPr>
        <p:spPr>
          <a:xfrm>
            <a:off x="594360" y="1490472"/>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Nyquist rule: sample more than twice as fast as the fastest wiggle</a:t>
            </a:r>
            <a:endParaRPr lang="en-US" sz="1000" dirty="0"/>
          </a:p>
        </p:txBody>
      </p:sp>
      <p:sp>
        <p:nvSpPr>
          <p:cNvPr id="8" name="Shape 6"/>
          <p:cNvSpPr/>
          <p:nvPr/>
        </p:nvSpPr>
        <p:spPr>
          <a:xfrm>
            <a:off x="457200" y="1883664"/>
            <a:ext cx="4023360" cy="768096"/>
          </a:xfrm>
          <a:prstGeom prst="roundRect">
            <a:avLst>
              <a:gd name="adj" fmla="val 9524"/>
            </a:avLst>
          </a:prstGeom>
          <a:solidFill>
            <a:srgbClr val="EEF3F8"/>
          </a:solidFill>
          <a:ln w="12700">
            <a:solidFill>
              <a:srgbClr val="EEF3F8"/>
            </a:solidFill>
            <a:prstDash val="solid"/>
          </a:ln>
        </p:spPr>
      </p:sp>
      <p:sp>
        <p:nvSpPr>
          <p:cNvPr id="9" name="Text 7"/>
          <p:cNvSpPr txBox="1"/>
          <p:nvPr/>
        </p:nvSpPr>
        <p:spPr>
          <a:xfrm>
            <a:off x="594360" y="1883664"/>
            <a:ext cx="3749040" cy="512064"/>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f_alias = | f − k · f_s |</a:t>
            </a:r>
            <a:endParaRPr lang="en-US" sz="1600" dirty="0"/>
          </a:p>
          <a:p>
            <a:pPr algn="ctr" indent="0" marL="0">
              <a:buNone/>
            </a:pPr>
            <a:r>
              <a:rPr lang="en-US" sz="1600" dirty="0">
                <a:solidFill>
                  <a:srgbClr val="0B1F3A"/>
                </a:solidFill>
                <a:latin typeface="Cambria" pitchFamily="34" charset="0"/>
                <a:ea typeface="Cambria" pitchFamily="34" charset="-122"/>
                <a:cs typeface="Cambria" pitchFamily="34" charset="-120"/>
              </a:rPr>
              <a:t>k = nearest whole number</a:t>
            </a:r>
            <a:endParaRPr lang="en-US" sz="1600" dirty="0"/>
          </a:p>
        </p:txBody>
      </p:sp>
      <p:sp>
        <p:nvSpPr>
          <p:cNvPr id="10" name="Text 8"/>
          <p:cNvSpPr txBox="1"/>
          <p:nvPr/>
        </p:nvSpPr>
        <p:spPr>
          <a:xfrm>
            <a:off x="594360" y="2350008"/>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Break the rule and a fast wave shows up disguised as a slow one</a:t>
            </a:r>
            <a:endParaRPr lang="en-US" sz="1000" dirty="0"/>
          </a:p>
        </p:txBody>
      </p:sp>
      <p:sp>
        <p:nvSpPr>
          <p:cNvPr id="11" name="Text 9"/>
          <p:cNvSpPr txBox="1"/>
          <p:nvPr/>
        </p:nvSpPr>
        <p:spPr>
          <a:xfrm>
            <a:off x="457200" y="2743200"/>
            <a:ext cx="4023360" cy="804672"/>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Chart: a 9 kHz wave read 8 000 times a second gives exactly the same readings as a 1 kHz wave</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Once that happens nothing can undo it: the readings are identical, so the computer cannot tell them apart</a:t>
            </a:r>
            <a:endParaRPr lang="en-US" sz="1100" dirty="0"/>
          </a:p>
        </p:txBody>
      </p:sp>
      <p:graphicFrame>
        <p:nvGraphicFramePr>
          <p:cNvPr id="12"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4"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5"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6"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Wagon wheels in old films spin backwards: the camera at 24 pictures a second is too slow for the spokes. A clock glanced at once every 11 hours also looks like it runs backwards.</a:t>
            </a:r>
            <a:endParaRPr lang="en-US" sz="1050" dirty="0"/>
          </a:p>
        </p:txBody>
      </p:sp>
      <p:sp>
        <p:nvSpPr>
          <p:cNvPr id="17"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8"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9"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0"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What happens to 60 MHz at 100 MSPS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Rule: 100 MSPS can only represent up to 50 MHz</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60 MHz is 10 MHz above the limit</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It appears at |60 − 100| = 40 MHz, a fake signal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000" b="1" dirty="0">
                <a:solidFill>
                  <a:srgbClr val="0B1F3A"/>
                </a:solidFill>
                <a:latin typeface="Cambria" pitchFamily="34" charset="0"/>
                <a:ea typeface="Cambria" pitchFamily="34" charset="-122"/>
                <a:cs typeface="Cambria" pitchFamily="34" charset="-120"/>
              </a:rPr>
              <a:t>The bouncer at the door: the anti-alias filter</a:t>
            </a:r>
            <a:endParaRPr lang="en-US" sz="20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2 · Sampling: from a wave to numbers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16</a:t>
            </a:r>
            <a:endParaRPr lang="en-US" sz="900" dirty="0"/>
          </a:p>
        </p:txBody>
      </p:sp>
      <p:sp>
        <p:nvSpPr>
          <p:cNvPr id="5" name="Text 3"/>
          <p:cNvSpPr txBox="1"/>
          <p:nvPr/>
        </p:nvSpPr>
        <p:spPr>
          <a:xfrm>
            <a:off x="457200" y="1024128"/>
            <a:ext cx="4023360" cy="16916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4213D"/>
                </a:solidFill>
                <a:latin typeface="Calibri" pitchFamily="34" charset="0"/>
                <a:ea typeface="Calibri" pitchFamily="34" charset="-122"/>
                <a:cs typeface="Calibri" pitchFamily="34" charset="-120"/>
              </a:rPr>
              <a:t>Rule: remove everything above half the sample rate before sampling, while the signal is still analog</a:t>
            </a:r>
            <a:endParaRPr lang="en-US" sz="1150" dirty="0"/>
          </a:p>
          <a:p>
            <a:pPr marL="342900" indent="-342900">
              <a:spcAft>
                <a:spcPts val="500"/>
              </a:spcAft>
              <a:buSzPct val="100000"/>
              <a:buChar char="•"/>
            </a:pPr>
            <a:r>
              <a:rPr lang="en-US" sz="1150" dirty="0">
                <a:solidFill>
                  <a:srgbClr val="14213D"/>
                </a:solidFill>
                <a:latin typeface="Calibri" pitchFamily="34" charset="0"/>
                <a:ea typeface="Calibri" pitchFamily="34" charset="-122"/>
                <a:cs typeface="Calibri" pitchFamily="34" charset="-120"/>
              </a:rPr>
              <a:t>Real filters do not cut sharply, so in practice we sample 2.2 to 2.5 times the signal bandwidth, not exactly 2</a:t>
            </a:r>
            <a:endParaRPr lang="en-US" sz="1150" dirty="0"/>
          </a:p>
          <a:p>
            <a:pPr marL="342900" indent="-342900">
              <a:spcAft>
                <a:spcPts val="500"/>
              </a:spcAft>
              <a:buSzPct val="100000"/>
              <a:buChar char="•"/>
            </a:pPr>
            <a:r>
              <a:rPr lang="en-US" sz="1150" dirty="0">
                <a:solidFill>
                  <a:srgbClr val="14213D"/>
                </a:solidFill>
                <a:latin typeface="Calibri" pitchFamily="34" charset="0"/>
                <a:ea typeface="Calibri" pitchFamily="34" charset="-122"/>
                <a:cs typeface="Calibri" pitchFamily="34" charset="-120"/>
              </a:rPr>
              <a:t>Sampling much faster than needed (oversampling) lets a cheap analog filter and a good digital filter share the job</a:t>
            </a:r>
            <a:endParaRPr lang="en-US" sz="1150" dirty="0"/>
          </a:p>
        </p:txBody>
      </p:sp>
      <p:sp>
        <p:nvSpPr>
          <p:cNvPr id="6" name="Text 4"/>
          <p:cNvSpPr txBox="1"/>
          <p:nvPr/>
        </p:nvSpPr>
        <p:spPr>
          <a:xfrm>
            <a:off x="457200" y="2743200"/>
            <a:ext cx="1920240" cy="481889"/>
          </a:xfrm>
          <a:prstGeom prst="rect">
            <a:avLst/>
          </a:prstGeom>
          <a:noFill/>
          <a:ln/>
        </p:spPr>
        <p:txBody>
          <a:bodyPr wrap="square" lIns="0" tIns="0" rIns="0" bIns="0" rtlCol="0" anchor="b"/>
          <a:lstStyle/>
          <a:p>
            <a:pPr algn="ctr" indent="0" marL="0">
              <a:buNone/>
            </a:pPr>
            <a:r>
              <a:rPr lang="en-US" sz="2200" b="1" dirty="0">
                <a:solidFill>
                  <a:srgbClr val="0B1F3A"/>
                </a:solidFill>
                <a:latin typeface="Cambria" pitchFamily="34" charset="0"/>
                <a:ea typeface="Cambria" pitchFamily="34" charset="-122"/>
                <a:cs typeface="Cambria" pitchFamily="34" charset="-120"/>
              </a:rPr>
              <a:t>44.1 kSPS</a:t>
            </a:r>
            <a:endParaRPr lang="en-US" sz="2200" dirty="0"/>
          </a:p>
        </p:txBody>
      </p:sp>
      <p:sp>
        <p:nvSpPr>
          <p:cNvPr id="7" name="Text 5"/>
          <p:cNvSpPr txBox="1"/>
          <p:nvPr/>
        </p:nvSpPr>
        <p:spPr>
          <a:xfrm>
            <a:off x="457200" y="3225089"/>
            <a:ext cx="192024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CD audio sample rate</a:t>
            </a:r>
            <a:endParaRPr lang="en-US" sz="1100" dirty="0"/>
          </a:p>
        </p:txBody>
      </p:sp>
      <p:sp>
        <p:nvSpPr>
          <p:cNvPr id="8" name="Text 6"/>
          <p:cNvSpPr txBox="1"/>
          <p:nvPr/>
        </p:nvSpPr>
        <p:spPr>
          <a:xfrm>
            <a:off x="2468880" y="2743200"/>
            <a:ext cx="2011680" cy="481889"/>
          </a:xfrm>
          <a:prstGeom prst="rect">
            <a:avLst/>
          </a:prstGeom>
          <a:noFill/>
          <a:ln/>
        </p:spPr>
        <p:txBody>
          <a:bodyPr wrap="square" lIns="0" tIns="0" rIns="0" bIns="0" rtlCol="0" anchor="b"/>
          <a:lstStyle/>
          <a:p>
            <a:pPr algn="ctr" indent="0" marL="0">
              <a:buNone/>
            </a:pPr>
            <a:r>
              <a:rPr lang="en-US" sz="2200" b="1" dirty="0">
                <a:solidFill>
                  <a:srgbClr val="2EC4B6"/>
                </a:solidFill>
                <a:latin typeface="Cambria" pitchFamily="34" charset="0"/>
                <a:ea typeface="Cambria" pitchFamily="34" charset="-122"/>
                <a:cs typeface="Cambria" pitchFamily="34" charset="-120"/>
              </a:rPr>
              <a:t>2.2 ×</a:t>
            </a:r>
            <a:endParaRPr lang="en-US" sz="2200" dirty="0"/>
          </a:p>
        </p:txBody>
      </p:sp>
      <p:sp>
        <p:nvSpPr>
          <p:cNvPr id="9" name="Text 7"/>
          <p:cNvSpPr txBox="1"/>
          <p:nvPr/>
        </p:nvSpPr>
        <p:spPr>
          <a:xfrm>
            <a:off x="2468880" y="3225089"/>
            <a:ext cx="2011680" cy="29535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sample rate ÷ bandwidth, typical</a:t>
            </a:r>
            <a:endParaRPr lang="en-US" sz="1100" dirty="0"/>
          </a:p>
        </p:txBody>
      </p:sp>
      <p:graphicFrame>
        <p:nvGraphicFramePr>
          <p:cNvPr id="10"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2" name="Shape 9"/>
          <p:cNvSpPr/>
          <p:nvPr/>
        </p:nvSpPr>
        <p:spPr>
          <a:xfrm>
            <a:off x="566928" y="3776472"/>
            <a:ext cx="237744" cy="237744"/>
          </a:xfrm>
          <a:prstGeom prst="ellipse">
            <a:avLst/>
          </a:prstGeom>
          <a:solidFill>
            <a:srgbClr val="2EC4B6"/>
          </a:solidFill>
          <a:ln w="12700">
            <a:solidFill>
              <a:srgbClr val="2EC4B6"/>
            </a:solidFill>
            <a:prstDash val="solid"/>
          </a:ln>
        </p:spPr>
      </p:sp>
      <p:sp>
        <p:nvSpPr>
          <p:cNvPr id="13" name="Text 10"/>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4" name="Text 11"/>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nightclub bouncer stands at the door and turns away anyone who will cause trouble inside. Once a too-fast signal gets past the ADC it is disguised as a slow one and cannot be found and removed.</a:t>
            </a:r>
            <a:endParaRPr lang="en-US" sz="1050" dirty="0"/>
          </a:p>
        </p:txBody>
      </p:sp>
      <p:sp>
        <p:nvSpPr>
          <p:cNvPr id="15" name="Shape 12"/>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6" name="Shape 13"/>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7" name="Text 14"/>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8" name="Text 15"/>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Audio ADC</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Hearing stops at 20 kHz; the filter must be shut by 22 kHz</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CD chose 44.1 kSPS = 2.2 × 20 kHz, room for the filter to roll off</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Chart: a real 5th-order filter versus the ideal brick wall</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Going back: redrawing the wave from the numbers</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2 · Sampling: from a wave to numbers</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17</a:t>
            </a:r>
            <a:endParaRPr lang="en-US" sz="900" dirty="0"/>
          </a:p>
        </p:txBody>
      </p:sp>
      <p:sp>
        <p:nvSpPr>
          <p:cNvPr id="5" name="Shape 3"/>
          <p:cNvSpPr/>
          <p:nvPr/>
        </p:nvSpPr>
        <p:spPr>
          <a:xfrm>
            <a:off x="457200" y="1024128"/>
            <a:ext cx="4023360" cy="822960"/>
          </a:xfrm>
          <a:prstGeom prst="roundRect">
            <a:avLst>
              <a:gd name="adj" fmla="val 8889"/>
            </a:avLst>
          </a:prstGeom>
          <a:solidFill>
            <a:srgbClr val="EEF3F8"/>
          </a:solidFill>
          <a:ln w="12700">
            <a:solidFill>
              <a:srgbClr val="EEF3F8"/>
            </a:solidFill>
            <a:prstDash val="solid"/>
          </a:ln>
        </p:spPr>
      </p:sp>
      <p:sp>
        <p:nvSpPr>
          <p:cNvPr id="6" name="Text 4"/>
          <p:cNvSpPr txBox="1"/>
          <p:nvPr/>
        </p:nvSpPr>
        <p:spPr>
          <a:xfrm>
            <a:off x="594360" y="1024128"/>
            <a:ext cx="3749040" cy="566928"/>
          </a:xfrm>
          <a:prstGeom prst="rect">
            <a:avLst/>
          </a:prstGeom>
          <a:noFill/>
          <a:ln/>
        </p:spPr>
        <p:txBody>
          <a:bodyPr wrap="square" lIns="0" tIns="0" rIns="0" bIns="0" rtlCol="0" anchor="ctr"/>
          <a:lstStyle/>
          <a:p>
            <a:pPr algn="ctr" indent="0" marL="0">
              <a:buNone/>
            </a:pPr>
            <a:r>
              <a:rPr lang="en-US" sz="1200" dirty="0">
                <a:solidFill>
                  <a:srgbClr val="0B1F3A"/>
                </a:solidFill>
                <a:latin typeface="Cambria" pitchFamily="34" charset="0"/>
                <a:ea typeface="Cambria" pitchFamily="34" charset="-122"/>
                <a:cs typeface="Cambria" pitchFamily="34" charset="-120"/>
              </a:rPr>
              <a:t>x(t) = Σₙ x[n] · sinc( (t − n T_s) / T_s )</a:t>
            </a:r>
            <a:endParaRPr lang="en-US" sz="1200" dirty="0"/>
          </a:p>
        </p:txBody>
      </p:sp>
      <p:sp>
        <p:nvSpPr>
          <p:cNvPr id="7" name="Text 5"/>
          <p:cNvSpPr txBox="1"/>
          <p:nvPr/>
        </p:nvSpPr>
        <p:spPr>
          <a:xfrm>
            <a:off x="594360" y="154533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Each sample launches a little ripple; add the ripples and the smooth wave is back</a:t>
            </a:r>
            <a:endParaRPr lang="en-US" sz="1000" dirty="0"/>
          </a:p>
        </p:txBody>
      </p:sp>
      <p:sp>
        <p:nvSpPr>
          <p:cNvPr id="8" name="Text 6"/>
          <p:cNvSpPr txBox="1"/>
          <p:nvPr/>
        </p:nvSpPr>
        <p:spPr>
          <a:xfrm>
            <a:off x="457200" y="1938528"/>
            <a:ext cx="4023360" cy="9144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If the Nyquist rule was obeyed, there is exactly one smooth wave that fits the samples</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In hardware a DAC outputs a staircase (amber) and a low-pass filter smooths it into the curve (teal)</a:t>
            </a:r>
            <a:endParaRPr lang="en-US" sz="1150" dirty="0"/>
          </a:p>
        </p:txBody>
      </p:sp>
      <p:sp>
        <p:nvSpPr>
          <p:cNvPr id="9" name="Text 7"/>
          <p:cNvSpPr txBox="1"/>
          <p:nvPr/>
        </p:nvSpPr>
        <p:spPr>
          <a:xfrm>
            <a:off x="457200" y="2788920"/>
            <a:ext cx="4023360" cy="453542"/>
          </a:xfrm>
          <a:prstGeom prst="rect">
            <a:avLst/>
          </a:prstGeom>
          <a:noFill/>
          <a:ln/>
        </p:spPr>
        <p:txBody>
          <a:bodyPr wrap="square" lIns="0" tIns="0" rIns="0" bIns="0" rtlCol="0" anchor="b"/>
          <a:lstStyle/>
          <a:p>
            <a:pPr algn="ctr" indent="0" marL="0">
              <a:buNone/>
            </a:pPr>
            <a:r>
              <a:rPr lang="en-US" sz="2200" b="1" dirty="0">
                <a:solidFill>
                  <a:srgbClr val="0B1F3A"/>
                </a:solidFill>
                <a:latin typeface="Cambria" pitchFamily="34" charset="0"/>
                <a:ea typeface="Cambria" pitchFamily="34" charset="-122"/>
                <a:cs typeface="Cambria" pitchFamily="34" charset="-120"/>
              </a:rPr>
              <a:t>−3.9 dB</a:t>
            </a:r>
            <a:endParaRPr lang="en-US" sz="2200" dirty="0"/>
          </a:p>
        </p:txBody>
      </p:sp>
      <p:sp>
        <p:nvSpPr>
          <p:cNvPr id="10" name="Text 8"/>
          <p:cNvSpPr txBox="1"/>
          <p:nvPr/>
        </p:nvSpPr>
        <p:spPr>
          <a:xfrm>
            <a:off x="457200" y="3242462"/>
            <a:ext cx="4023360" cy="277978"/>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staircase droop at f_s/2, pre-boosted away</a:t>
            </a:r>
            <a:endParaRPr lang="en-US" sz="1100" dirty="0"/>
          </a:p>
        </p:txBody>
      </p:sp>
      <p:graphicFrame>
        <p:nvGraphicFramePr>
          <p:cNvPr id="11"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3" name="Shape 10"/>
          <p:cNvSpPr/>
          <p:nvPr/>
        </p:nvSpPr>
        <p:spPr>
          <a:xfrm>
            <a:off x="566928" y="3776472"/>
            <a:ext cx="237744" cy="237744"/>
          </a:xfrm>
          <a:prstGeom prst="ellipse">
            <a:avLst/>
          </a:prstGeom>
          <a:solidFill>
            <a:srgbClr val="2EC4B6"/>
          </a:solidFill>
          <a:ln w="12700">
            <a:solidFill>
              <a:srgbClr val="2EC4B6"/>
            </a:solidFill>
            <a:prstDash val="solid"/>
          </a:ln>
        </p:spPr>
      </p:sp>
      <p:sp>
        <p:nvSpPr>
          <p:cNvPr id="14" name="Text 11"/>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5" name="Text 12"/>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Join-the-dots, but with a rule: the pen may only draw gentle curves, never sharp corners. With that rule there is only one picture that fits, and it is the original.</a:t>
            </a:r>
            <a:endParaRPr lang="en-US" sz="1050" dirty="0"/>
          </a:p>
        </p:txBody>
      </p:sp>
      <p:sp>
        <p:nvSpPr>
          <p:cNvPr id="16" name="Shape 13"/>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7" name="Shape 14"/>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8" name="Text 15"/>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9" name="Text 16"/>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Streaming music</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Phone receives 48 000 numbers per second</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The DAC makes a 48 kHz staircase, the filter smooths it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The staircase dips 3.9 dB at 24 kHz; the chip pre-boosts it back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Recap · Part 2</a:t>
            </a:r>
            <a:endParaRPr lang="en-US" sz="3000" dirty="0"/>
          </a:p>
        </p:txBody>
      </p:sp>
      <p:sp>
        <p:nvSpPr>
          <p:cNvPr id="3" name="Shape 1"/>
          <p:cNvSpPr/>
          <p:nvPr/>
        </p:nvSpPr>
        <p:spPr>
          <a:xfrm>
            <a:off x="457200" y="1325880"/>
            <a:ext cx="274320" cy="274320"/>
          </a:xfrm>
          <a:prstGeom prst="ellipse">
            <a:avLst/>
          </a:prstGeom>
          <a:solidFill>
            <a:srgbClr val="2EC4B6"/>
          </a:solidFill>
          <a:ln w="12700">
            <a:solidFill>
              <a:srgbClr val="2EC4B6"/>
            </a:solidFill>
            <a:prstDash val="solid"/>
          </a:ln>
        </p:spPr>
      </p:sp>
      <p:sp>
        <p:nvSpPr>
          <p:cNvPr id="4" name="Text 2"/>
          <p:cNvSpPr txBox="1"/>
          <p:nvPr/>
        </p:nvSpPr>
        <p:spPr>
          <a:xfrm>
            <a:off x="457200" y="1325880"/>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5" name="Text 3"/>
          <p:cNvSpPr txBox="1"/>
          <p:nvPr/>
        </p:nvSpPr>
        <p:spPr>
          <a:xfrm>
            <a:off x="868680" y="1234440"/>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Sampling = reading the voltage f_s times per second; the computer only sees the readings</a:t>
            </a:r>
            <a:endParaRPr lang="en-US" sz="1600" dirty="0"/>
          </a:p>
        </p:txBody>
      </p:sp>
      <p:sp>
        <p:nvSpPr>
          <p:cNvPr id="6" name="Shape 4"/>
          <p:cNvSpPr/>
          <p:nvPr/>
        </p:nvSpPr>
        <p:spPr>
          <a:xfrm>
            <a:off x="457200" y="1892808"/>
            <a:ext cx="274320" cy="274320"/>
          </a:xfrm>
          <a:prstGeom prst="ellipse">
            <a:avLst/>
          </a:prstGeom>
          <a:solidFill>
            <a:srgbClr val="2EC4B6"/>
          </a:solidFill>
          <a:ln w="12700">
            <a:solidFill>
              <a:srgbClr val="2EC4B6"/>
            </a:solidFill>
            <a:prstDash val="solid"/>
          </a:ln>
        </p:spPr>
      </p:sp>
      <p:sp>
        <p:nvSpPr>
          <p:cNvPr id="7" name="Text 5"/>
          <p:cNvSpPr txBox="1"/>
          <p:nvPr/>
        </p:nvSpPr>
        <p:spPr>
          <a:xfrm>
            <a:off x="457200" y="1892808"/>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8" name="Text 6"/>
          <p:cNvSpPr txBox="1"/>
          <p:nvPr/>
        </p:nvSpPr>
        <p:spPr>
          <a:xfrm>
            <a:off x="868680" y="1801368"/>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Read more than twice as fast as the fastest wiggle, or fast waves come back disguised as slow ones</a:t>
            </a:r>
            <a:endParaRPr lang="en-US" sz="1600" dirty="0"/>
          </a:p>
        </p:txBody>
      </p:sp>
      <p:sp>
        <p:nvSpPr>
          <p:cNvPr id="9" name="Shape 7"/>
          <p:cNvSpPr/>
          <p:nvPr/>
        </p:nvSpPr>
        <p:spPr>
          <a:xfrm>
            <a:off x="457200" y="2459736"/>
            <a:ext cx="274320" cy="274320"/>
          </a:xfrm>
          <a:prstGeom prst="ellipse">
            <a:avLst/>
          </a:prstGeom>
          <a:solidFill>
            <a:srgbClr val="2EC4B6"/>
          </a:solidFill>
          <a:ln w="12700">
            <a:solidFill>
              <a:srgbClr val="2EC4B6"/>
            </a:solidFill>
            <a:prstDash val="solid"/>
          </a:ln>
        </p:spPr>
      </p:sp>
      <p:sp>
        <p:nvSpPr>
          <p:cNvPr id="10" name="Text 8"/>
          <p:cNvSpPr txBox="1"/>
          <p:nvPr/>
        </p:nvSpPr>
        <p:spPr>
          <a:xfrm>
            <a:off x="457200" y="2459736"/>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1" name="Text 9"/>
          <p:cNvSpPr txBox="1"/>
          <p:nvPr/>
        </p:nvSpPr>
        <p:spPr>
          <a:xfrm>
            <a:off x="868680" y="2368296"/>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Filter first, then sample: a disguised signal cannot be removed later</a:t>
            </a:r>
            <a:endParaRPr lang="en-US" sz="1600" dirty="0"/>
          </a:p>
        </p:txBody>
      </p:sp>
      <p:sp>
        <p:nvSpPr>
          <p:cNvPr id="12" name="Shape 10"/>
          <p:cNvSpPr/>
          <p:nvPr/>
        </p:nvSpPr>
        <p:spPr>
          <a:xfrm>
            <a:off x="457200" y="3026664"/>
            <a:ext cx="274320" cy="274320"/>
          </a:xfrm>
          <a:prstGeom prst="ellipse">
            <a:avLst/>
          </a:prstGeom>
          <a:solidFill>
            <a:srgbClr val="2EC4B6"/>
          </a:solidFill>
          <a:ln w="12700">
            <a:solidFill>
              <a:srgbClr val="2EC4B6"/>
            </a:solidFill>
            <a:prstDash val="solid"/>
          </a:ln>
        </p:spPr>
      </p:sp>
      <p:sp>
        <p:nvSpPr>
          <p:cNvPr id="13" name="Text 11"/>
          <p:cNvSpPr txBox="1"/>
          <p:nvPr/>
        </p:nvSpPr>
        <p:spPr>
          <a:xfrm>
            <a:off x="457200" y="3026664"/>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4" name="Text 12"/>
          <p:cNvSpPr txBox="1"/>
          <p:nvPr/>
        </p:nvSpPr>
        <p:spPr>
          <a:xfrm>
            <a:off x="868680" y="2935224"/>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Obey the rule and the smooth wave can be redrawn exactly from the numbers</a:t>
            </a:r>
            <a:endParaRPr lang="en-US" sz="1600" dirty="0"/>
          </a:p>
        </p:txBody>
      </p:sp>
      <p:sp>
        <p:nvSpPr>
          <p:cNvPr id="15" name="Text 1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1097280"/>
            <a:ext cx="5486400" cy="365760"/>
          </a:xfrm>
          <a:prstGeom prst="rect">
            <a:avLst/>
          </a:prstGeom>
          <a:noFill/>
          <a:ln/>
        </p:spPr>
        <p:txBody>
          <a:bodyPr wrap="square" lIns="0" tIns="0" rIns="0" bIns="0" rtlCol="0" anchor="ctr"/>
          <a:lstStyle/>
          <a:p>
            <a:pPr indent="0" marL="0">
              <a:buNone/>
            </a:pPr>
            <a:r>
              <a:rPr lang="en-US" sz="1400" b="1" dirty="0">
                <a:solidFill>
                  <a:srgbClr val="2EC4B6"/>
                </a:solidFill>
                <a:latin typeface="Calibri" pitchFamily="34" charset="0"/>
                <a:ea typeface="Calibri" pitchFamily="34" charset="-122"/>
                <a:cs typeface="Calibri" pitchFamily="34" charset="-120"/>
              </a:rPr>
              <a:t>Part 3</a:t>
            </a:r>
            <a:endParaRPr lang="en-US" sz="1400" dirty="0"/>
          </a:p>
        </p:txBody>
      </p:sp>
      <p:sp>
        <p:nvSpPr>
          <p:cNvPr id="3" name="Text 1"/>
          <p:cNvSpPr txBox="1"/>
          <p:nvPr/>
        </p:nvSpPr>
        <p:spPr>
          <a:xfrm>
            <a:off x="45720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Inside the ADC</a:t>
            </a:r>
            <a:endParaRPr lang="en-US" sz="4000" dirty="0"/>
          </a:p>
        </p:txBody>
      </p:sp>
      <p:sp>
        <p:nvSpPr>
          <p:cNvPr id="4" name="Text 2"/>
          <p:cNvSpPr txBox="1"/>
          <p:nvPr/>
        </p:nvSpPr>
        <p:spPr>
          <a:xfrm>
            <a:off x="457200" y="2423160"/>
            <a:ext cx="8229600" cy="457200"/>
          </a:xfrm>
          <a:prstGeom prst="rect">
            <a:avLst/>
          </a:prstGeom>
          <a:noFill/>
          <a:ln/>
        </p:spPr>
        <p:txBody>
          <a:bodyPr wrap="square" lIns="0" tIns="0" rIns="0" bIns="0" rtlCol="0" anchor="ctr"/>
          <a:lstStyle/>
          <a:p>
            <a:pPr indent="0" marL="0">
              <a:buNone/>
            </a:pPr>
            <a:r>
              <a:rPr lang="en-US" sz="1600" dirty="0">
                <a:solidFill>
                  <a:srgbClr val="D7DEE8"/>
                </a:solidFill>
                <a:latin typeface="Calibri" pitchFamily="34" charset="0"/>
                <a:ea typeface="Calibri" pitchFamily="34" charset="-122"/>
                <a:cs typeface="Calibri" pitchFamily="34" charset="-120"/>
              </a:rPr>
              <a:t>What happens in each clock tick between a voltage and a binary number</a:t>
            </a:r>
            <a:endParaRPr lang="en-US" sz="1600" dirty="0"/>
          </a:p>
        </p:txBody>
      </p:sp>
      <p:sp>
        <p:nvSpPr>
          <p:cNvPr id="5" name="Text 3"/>
          <p:cNvSpPr txBox="1"/>
          <p:nvPr/>
        </p:nvSpPr>
        <p:spPr>
          <a:xfrm>
            <a:off x="457200" y="2926080"/>
            <a:ext cx="3657600" cy="274320"/>
          </a:xfrm>
          <a:prstGeom prst="rect">
            <a:avLst/>
          </a:prstGeom>
          <a:noFill/>
          <a:ln/>
        </p:spPr>
        <p:txBody>
          <a:bodyPr wrap="square" lIns="0" tIns="0" rIns="0" bIns="0" rtlCol="0" anchor="ctr"/>
          <a:lstStyle/>
          <a:p>
            <a:pPr indent="0" marL="0">
              <a:buNone/>
            </a:pPr>
            <a:r>
              <a:rPr lang="en-US" sz="1100" dirty="0">
                <a:solidFill>
                  <a:srgbClr val="B8C4D6"/>
                </a:solidFill>
                <a:latin typeface="Calibri" pitchFamily="34" charset="0"/>
                <a:ea typeface="Calibri" pitchFamily="34" charset="-122"/>
                <a:cs typeface="Calibri" pitchFamily="34" charset="-120"/>
              </a:rPr>
              <a:t>20 minutes</a:t>
            </a:r>
            <a:endParaRPr lang="en-US" sz="1100" dirty="0"/>
          </a:p>
        </p:txBody>
      </p:sp>
      <p:sp>
        <p:nvSpPr>
          <p:cNvPr id="6" name="Text 4"/>
          <p:cNvSpPr txBox="1"/>
          <p:nvPr/>
        </p:nvSpPr>
        <p:spPr>
          <a:xfrm>
            <a:off x="457200" y="3611880"/>
            <a:ext cx="2743200" cy="228600"/>
          </a:xfrm>
          <a:prstGeom prst="rect">
            <a:avLst/>
          </a:prstGeom>
          <a:noFill/>
          <a:ln/>
        </p:spPr>
        <p:txBody>
          <a:bodyPr wrap="square" lIns="0" tIns="0" rIns="0" bIns="0" rtlCol="0" anchor="ctr"/>
          <a:lstStyle/>
          <a:p>
            <a:pPr indent="0" marL="0">
              <a:buNone/>
            </a:pPr>
            <a:r>
              <a:rPr lang="en-US" sz="900" i="1" dirty="0">
                <a:solidFill>
                  <a:srgbClr val="B8C4D6"/>
                </a:solidFill>
                <a:latin typeface="Calibri" pitchFamily="34" charset="0"/>
                <a:ea typeface="Calibri" pitchFamily="34" charset="-122"/>
                <a:cs typeface="Calibri" pitchFamily="34" charset="-120"/>
              </a:rPr>
              <a:t>You are here</a:t>
            </a:r>
            <a:endParaRPr lang="en-US" sz="900" dirty="0"/>
          </a:p>
        </p:txBody>
      </p:sp>
      <p:sp>
        <p:nvSpPr>
          <p:cNvPr id="7" name="Text 5"/>
          <p:cNvSpPr txBox="1"/>
          <p:nvPr/>
        </p:nvSpPr>
        <p:spPr>
          <a:xfrm>
            <a:off x="457200"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Antenna</a:t>
            </a:r>
            <a:endParaRPr lang="en-US" sz="1000" dirty="0"/>
          </a:p>
        </p:txBody>
      </p:sp>
      <p:sp>
        <p:nvSpPr>
          <p:cNvPr id="8" name="Shape 6"/>
          <p:cNvSpPr/>
          <p:nvPr/>
        </p:nvSpPr>
        <p:spPr>
          <a:xfrm>
            <a:off x="1460427" y="4091940"/>
            <a:ext cx="201168" cy="0"/>
          </a:xfrm>
          <a:prstGeom prst="line">
            <a:avLst/>
          </a:prstGeom>
          <a:noFill/>
          <a:ln w="15875">
            <a:solidFill>
              <a:srgbClr val="8FA3BF"/>
            </a:solidFill>
            <a:prstDash val="solid"/>
            <a:tailEnd type="triangle"/>
          </a:ln>
        </p:spPr>
      </p:sp>
      <p:sp>
        <p:nvSpPr>
          <p:cNvPr id="9" name="Text 7"/>
          <p:cNvSpPr txBox="1"/>
          <p:nvPr/>
        </p:nvSpPr>
        <p:spPr>
          <a:xfrm>
            <a:off x="1661595"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LNA</a:t>
            </a:r>
            <a:endParaRPr lang="en-US" sz="1000" dirty="0"/>
          </a:p>
        </p:txBody>
      </p:sp>
      <p:sp>
        <p:nvSpPr>
          <p:cNvPr id="10" name="Shape 8"/>
          <p:cNvSpPr/>
          <p:nvPr/>
        </p:nvSpPr>
        <p:spPr>
          <a:xfrm>
            <a:off x="2664823" y="4091940"/>
            <a:ext cx="201168" cy="0"/>
          </a:xfrm>
          <a:prstGeom prst="line">
            <a:avLst/>
          </a:prstGeom>
          <a:noFill/>
          <a:ln w="15875">
            <a:solidFill>
              <a:srgbClr val="8FA3BF"/>
            </a:solidFill>
            <a:prstDash val="solid"/>
            <a:tailEnd type="triangle"/>
          </a:ln>
        </p:spPr>
      </p:sp>
      <p:sp>
        <p:nvSpPr>
          <p:cNvPr id="11" name="Text 9"/>
          <p:cNvSpPr txBox="1"/>
          <p:nvPr/>
        </p:nvSpPr>
        <p:spPr>
          <a:xfrm>
            <a:off x="2865991"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Mixer</a:t>
            </a:r>
            <a:endParaRPr lang="en-US" sz="1000" dirty="0"/>
          </a:p>
        </p:txBody>
      </p:sp>
      <p:sp>
        <p:nvSpPr>
          <p:cNvPr id="12" name="Shape 10"/>
          <p:cNvSpPr/>
          <p:nvPr/>
        </p:nvSpPr>
        <p:spPr>
          <a:xfrm>
            <a:off x="3869218" y="4091940"/>
            <a:ext cx="201168" cy="0"/>
          </a:xfrm>
          <a:prstGeom prst="line">
            <a:avLst/>
          </a:prstGeom>
          <a:noFill/>
          <a:ln w="15875">
            <a:solidFill>
              <a:srgbClr val="8FA3BF"/>
            </a:solidFill>
            <a:prstDash val="solid"/>
            <a:tailEnd type="triangle"/>
          </a:ln>
        </p:spPr>
      </p:sp>
      <p:sp>
        <p:nvSpPr>
          <p:cNvPr id="13" name="Text 11"/>
          <p:cNvSpPr txBox="1"/>
          <p:nvPr/>
        </p:nvSpPr>
        <p:spPr>
          <a:xfrm>
            <a:off x="4070386"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Filter</a:t>
            </a:r>
            <a:endParaRPr lang="en-US" sz="1000" dirty="0"/>
          </a:p>
        </p:txBody>
      </p:sp>
      <p:sp>
        <p:nvSpPr>
          <p:cNvPr id="14" name="Shape 12"/>
          <p:cNvSpPr/>
          <p:nvPr/>
        </p:nvSpPr>
        <p:spPr>
          <a:xfrm>
            <a:off x="5073614" y="4091940"/>
            <a:ext cx="201168" cy="0"/>
          </a:xfrm>
          <a:prstGeom prst="line">
            <a:avLst/>
          </a:prstGeom>
          <a:noFill/>
          <a:ln w="15875">
            <a:solidFill>
              <a:srgbClr val="8FA3BF"/>
            </a:solidFill>
            <a:prstDash val="solid"/>
            <a:tailEnd type="triangle"/>
          </a:ln>
        </p:spPr>
      </p:sp>
      <p:sp>
        <p:nvSpPr>
          <p:cNvPr id="15" name="Text 13"/>
          <p:cNvSpPr txBox="1"/>
          <p:nvPr/>
        </p:nvSpPr>
        <p:spPr>
          <a:xfrm>
            <a:off x="5274782" y="3840480"/>
            <a:ext cx="1003227" cy="502920"/>
          </a:xfrm>
          <a:prstGeom prst="roundRect">
            <a:avLst>
              <a:gd name="adj" fmla="val 10909"/>
            </a:avLst>
          </a:prstGeom>
          <a:solidFill>
            <a:srgbClr val="2EC4B6"/>
          </a:solidFill>
          <a:ln w="9525">
            <a:solidFill>
              <a:srgbClr val="2EC4B6"/>
            </a:solidFill>
          </a:ln>
        </p:spPr>
        <p:txBody>
          <a:bodyPr wrap="square" lIns="254" tIns="254" rIns="254" bIns="254"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ADC</a:t>
            </a:r>
            <a:endParaRPr lang="en-US" sz="1000" dirty="0"/>
          </a:p>
        </p:txBody>
      </p:sp>
      <p:sp>
        <p:nvSpPr>
          <p:cNvPr id="16" name="Shape 14"/>
          <p:cNvSpPr/>
          <p:nvPr/>
        </p:nvSpPr>
        <p:spPr>
          <a:xfrm>
            <a:off x="6278009" y="4091940"/>
            <a:ext cx="201168" cy="0"/>
          </a:xfrm>
          <a:prstGeom prst="line">
            <a:avLst/>
          </a:prstGeom>
          <a:noFill/>
          <a:ln w="15875">
            <a:solidFill>
              <a:srgbClr val="8FA3BF"/>
            </a:solidFill>
            <a:prstDash val="solid"/>
            <a:tailEnd type="triangle"/>
          </a:ln>
        </p:spPr>
      </p:sp>
      <p:sp>
        <p:nvSpPr>
          <p:cNvPr id="17" name="Text 15"/>
          <p:cNvSpPr txBox="1"/>
          <p:nvPr/>
        </p:nvSpPr>
        <p:spPr>
          <a:xfrm>
            <a:off x="6479177"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DSP</a:t>
            </a:r>
            <a:endParaRPr lang="en-US" sz="1000" dirty="0"/>
          </a:p>
        </p:txBody>
      </p:sp>
      <p:sp>
        <p:nvSpPr>
          <p:cNvPr id="18" name="Shape 16"/>
          <p:cNvSpPr/>
          <p:nvPr/>
        </p:nvSpPr>
        <p:spPr>
          <a:xfrm>
            <a:off x="7482405" y="4091940"/>
            <a:ext cx="201168" cy="0"/>
          </a:xfrm>
          <a:prstGeom prst="line">
            <a:avLst/>
          </a:prstGeom>
          <a:noFill/>
          <a:ln w="15875">
            <a:solidFill>
              <a:srgbClr val="8FA3BF"/>
            </a:solidFill>
            <a:prstDash val="solid"/>
            <a:tailEnd type="triangle"/>
          </a:ln>
        </p:spPr>
      </p:sp>
      <p:sp>
        <p:nvSpPr>
          <p:cNvPr id="19" name="Text 17"/>
          <p:cNvSpPr txBox="1"/>
          <p:nvPr/>
        </p:nvSpPr>
        <p:spPr>
          <a:xfrm>
            <a:off x="7683573"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Data</a:t>
            </a:r>
            <a:endParaRPr lang="en-US" sz="1000" dirty="0"/>
          </a:p>
        </p:txBody>
      </p:sp>
      <p:sp>
        <p:nvSpPr>
          <p:cNvPr id="20" name="Text 18"/>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An ADC in one picture: hold, compare, write down</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20</a:t>
            </a:r>
            <a:endParaRPr lang="en-US" sz="900" dirty="0"/>
          </a:p>
        </p:txBody>
      </p:sp>
      <p:sp>
        <p:nvSpPr>
          <p:cNvPr id="5" name="Text 3"/>
          <p:cNvSpPr txBox="1"/>
          <p:nvPr/>
        </p:nvSpPr>
        <p:spPr>
          <a:xfrm>
            <a:off x="640080" y="1325880"/>
            <a:ext cx="548640" cy="640080"/>
          </a:xfrm>
          <a:prstGeom prst="rect">
            <a:avLst/>
          </a:prstGeom>
          <a:noFill/>
          <a:ln/>
        </p:spPr>
        <p:txBody>
          <a:bodyPr wrap="square" lIns="0" tIns="0" rIns="0" bIns="0" rtlCol="0" anchor="ctr"/>
          <a:lstStyle/>
          <a:p>
            <a:pPr algn="ctr" indent="0" marL="0">
              <a:buNone/>
            </a:pPr>
            <a:r>
              <a:rPr lang="en-US" sz="1200" b="1" dirty="0">
                <a:solidFill>
                  <a:srgbClr val="0B1F3A"/>
                </a:solidFill>
                <a:latin typeface="Cambria" pitchFamily="34" charset="0"/>
                <a:ea typeface="Cambria" pitchFamily="34" charset="-122"/>
                <a:cs typeface="Cambria" pitchFamily="34" charset="-120"/>
              </a:rPr>
              <a:t>V_in</a:t>
            </a:r>
            <a:endParaRPr lang="en-US" sz="1200" dirty="0"/>
          </a:p>
        </p:txBody>
      </p:sp>
      <p:sp>
        <p:nvSpPr>
          <p:cNvPr id="6" name="Shape 4"/>
          <p:cNvSpPr/>
          <p:nvPr/>
        </p:nvSpPr>
        <p:spPr>
          <a:xfrm>
            <a:off x="1188720" y="1645920"/>
            <a:ext cx="91440" cy="0"/>
          </a:xfrm>
          <a:prstGeom prst="line">
            <a:avLst/>
          </a:prstGeom>
          <a:noFill/>
          <a:ln w="12700">
            <a:solidFill>
              <a:srgbClr val="5B6B7F"/>
            </a:solidFill>
            <a:prstDash val="solid"/>
            <a:tailEnd type="triangle"/>
          </a:ln>
        </p:spPr>
      </p:sp>
      <p:sp>
        <p:nvSpPr>
          <p:cNvPr id="7" name="Text 5"/>
          <p:cNvSpPr txBox="1"/>
          <p:nvPr/>
        </p:nvSpPr>
        <p:spPr>
          <a:xfrm>
            <a:off x="1280160" y="1325880"/>
            <a:ext cx="1889760" cy="640080"/>
          </a:xfrm>
          <a:prstGeom prst="roundRect">
            <a:avLst>
              <a:gd name="adj" fmla="val 8571"/>
            </a:avLst>
          </a:prstGeom>
          <a:solidFill>
            <a:srgbClr val="EEF3F8"/>
          </a:solidFill>
          <a:ln w="9525">
            <a:solidFill>
              <a:srgbClr val="EEF3F8"/>
            </a:solidFill>
          </a:ln>
        </p:spPr>
        <p:txBody>
          <a:bodyPr wrap="square" lIns="254" tIns="254" rIns="254" bIns="254" rtlCol="0" anchor="ctr"/>
          <a:lstStyle/>
          <a:p>
            <a:pPr algn="ctr" indent="0" marL="0">
              <a:buNone/>
            </a:pPr>
            <a:r>
              <a:rPr lang="en-US" sz="1100" b="1" dirty="0">
                <a:solidFill>
                  <a:srgbClr val="0B1F3A"/>
                </a:solidFill>
                <a:latin typeface="Calibri" pitchFamily="34" charset="0"/>
                <a:ea typeface="Calibri" pitchFamily="34" charset="-122"/>
                <a:cs typeface="Calibri" pitchFamily="34" charset="-120"/>
              </a:rPr>
              <a:t>1 · Sample &amp; hold</a:t>
            </a:r>
            <a:endParaRPr lang="en-US" sz="1100" dirty="0"/>
          </a:p>
        </p:txBody>
      </p:sp>
      <p:sp>
        <p:nvSpPr>
          <p:cNvPr id="8" name="Text 6"/>
          <p:cNvSpPr txBox="1"/>
          <p:nvPr/>
        </p:nvSpPr>
        <p:spPr>
          <a:xfrm>
            <a:off x="1188720" y="2020824"/>
            <a:ext cx="2072640" cy="27432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freeze V_in for one T_s</a:t>
            </a:r>
            <a:endParaRPr lang="en-US" sz="900" dirty="0"/>
          </a:p>
        </p:txBody>
      </p:sp>
      <p:sp>
        <p:nvSpPr>
          <p:cNvPr id="9" name="Shape 7"/>
          <p:cNvSpPr/>
          <p:nvPr/>
        </p:nvSpPr>
        <p:spPr>
          <a:xfrm>
            <a:off x="3169920" y="1645920"/>
            <a:ext cx="457200" cy="0"/>
          </a:xfrm>
          <a:prstGeom prst="line">
            <a:avLst/>
          </a:prstGeom>
          <a:noFill/>
          <a:ln w="15875">
            <a:solidFill>
              <a:srgbClr val="5B6B7F"/>
            </a:solidFill>
            <a:prstDash val="solid"/>
            <a:tailEnd type="triangle"/>
          </a:ln>
        </p:spPr>
      </p:sp>
      <p:sp>
        <p:nvSpPr>
          <p:cNvPr id="10" name="Text 8"/>
          <p:cNvSpPr txBox="1"/>
          <p:nvPr/>
        </p:nvSpPr>
        <p:spPr>
          <a:xfrm>
            <a:off x="3627120" y="1325880"/>
            <a:ext cx="1889760" cy="640080"/>
          </a:xfrm>
          <a:prstGeom prst="roundRect">
            <a:avLst>
              <a:gd name="adj" fmla="val 8571"/>
            </a:avLst>
          </a:prstGeom>
          <a:solidFill>
            <a:srgbClr val="EEF3F8"/>
          </a:solidFill>
          <a:ln w="9525">
            <a:solidFill>
              <a:srgbClr val="EEF3F8"/>
            </a:solidFill>
          </a:ln>
        </p:spPr>
        <p:txBody>
          <a:bodyPr wrap="square" lIns="254" tIns="254" rIns="254" bIns="254" rtlCol="0" anchor="ctr"/>
          <a:lstStyle/>
          <a:p>
            <a:pPr algn="ctr" indent="0" marL="0">
              <a:buNone/>
            </a:pPr>
            <a:r>
              <a:rPr lang="en-US" sz="1100" b="1" dirty="0">
                <a:solidFill>
                  <a:srgbClr val="0B1F3A"/>
                </a:solidFill>
                <a:latin typeface="Calibri" pitchFamily="34" charset="0"/>
                <a:ea typeface="Calibri" pitchFamily="34" charset="-122"/>
                <a:cs typeface="Calibri" pitchFamily="34" charset="-120"/>
              </a:rPr>
              <a:t>2 · Quantiser</a:t>
            </a:r>
            <a:endParaRPr lang="en-US" sz="1100" dirty="0"/>
          </a:p>
        </p:txBody>
      </p:sp>
      <p:sp>
        <p:nvSpPr>
          <p:cNvPr id="11" name="Text 9"/>
          <p:cNvSpPr txBox="1"/>
          <p:nvPr/>
        </p:nvSpPr>
        <p:spPr>
          <a:xfrm>
            <a:off x="3535680" y="2020824"/>
            <a:ext cx="2072640" cy="27432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nearest of 2ᴺ levels</a:t>
            </a:r>
            <a:endParaRPr lang="en-US" sz="900" dirty="0"/>
          </a:p>
        </p:txBody>
      </p:sp>
      <p:sp>
        <p:nvSpPr>
          <p:cNvPr id="12" name="Shape 10"/>
          <p:cNvSpPr/>
          <p:nvPr/>
        </p:nvSpPr>
        <p:spPr>
          <a:xfrm>
            <a:off x="5516880" y="1645920"/>
            <a:ext cx="457200" cy="0"/>
          </a:xfrm>
          <a:prstGeom prst="line">
            <a:avLst/>
          </a:prstGeom>
          <a:noFill/>
          <a:ln w="15875">
            <a:solidFill>
              <a:srgbClr val="5B6B7F"/>
            </a:solidFill>
            <a:prstDash val="solid"/>
            <a:tailEnd type="triangle"/>
          </a:ln>
        </p:spPr>
      </p:sp>
      <p:sp>
        <p:nvSpPr>
          <p:cNvPr id="13" name="Text 11"/>
          <p:cNvSpPr txBox="1"/>
          <p:nvPr/>
        </p:nvSpPr>
        <p:spPr>
          <a:xfrm>
            <a:off x="5974080" y="1325880"/>
            <a:ext cx="1889760" cy="640080"/>
          </a:xfrm>
          <a:prstGeom prst="roundRect">
            <a:avLst>
              <a:gd name="adj" fmla="val 8571"/>
            </a:avLst>
          </a:prstGeom>
          <a:solidFill>
            <a:srgbClr val="EEF3F8"/>
          </a:solidFill>
          <a:ln w="9525">
            <a:solidFill>
              <a:srgbClr val="EEF3F8"/>
            </a:solidFill>
          </a:ln>
        </p:spPr>
        <p:txBody>
          <a:bodyPr wrap="square" lIns="254" tIns="254" rIns="254" bIns="254" rtlCol="0" anchor="ctr"/>
          <a:lstStyle/>
          <a:p>
            <a:pPr algn="ctr" indent="0" marL="0">
              <a:buNone/>
            </a:pPr>
            <a:r>
              <a:rPr lang="en-US" sz="1100" b="1" dirty="0">
                <a:solidFill>
                  <a:srgbClr val="0B1F3A"/>
                </a:solidFill>
                <a:latin typeface="Calibri" pitchFamily="34" charset="0"/>
                <a:ea typeface="Calibri" pitchFamily="34" charset="-122"/>
                <a:cs typeface="Calibri" pitchFamily="34" charset="-120"/>
              </a:rPr>
              <a:t>3 · Encoder</a:t>
            </a:r>
            <a:endParaRPr lang="en-US" sz="1100" dirty="0"/>
          </a:p>
        </p:txBody>
      </p:sp>
      <p:sp>
        <p:nvSpPr>
          <p:cNvPr id="14" name="Text 12"/>
          <p:cNvSpPr txBox="1"/>
          <p:nvPr/>
        </p:nvSpPr>
        <p:spPr>
          <a:xfrm>
            <a:off x="5882640" y="2020824"/>
            <a:ext cx="2072640" cy="27432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level → N-bit code</a:t>
            </a:r>
            <a:endParaRPr lang="en-US" sz="900" dirty="0"/>
          </a:p>
        </p:txBody>
      </p:sp>
      <p:sp>
        <p:nvSpPr>
          <p:cNvPr id="15" name="Shape 13"/>
          <p:cNvSpPr/>
          <p:nvPr/>
        </p:nvSpPr>
        <p:spPr>
          <a:xfrm>
            <a:off x="7863840" y="1645920"/>
            <a:ext cx="91440" cy="0"/>
          </a:xfrm>
          <a:prstGeom prst="line">
            <a:avLst/>
          </a:prstGeom>
          <a:noFill/>
          <a:ln w="12700">
            <a:solidFill>
              <a:srgbClr val="5B6B7F"/>
            </a:solidFill>
            <a:prstDash val="solid"/>
            <a:tailEnd type="triangle"/>
          </a:ln>
        </p:spPr>
      </p:sp>
      <p:sp>
        <p:nvSpPr>
          <p:cNvPr id="16" name="Text 14"/>
          <p:cNvSpPr txBox="1"/>
          <p:nvPr/>
        </p:nvSpPr>
        <p:spPr>
          <a:xfrm>
            <a:off x="7955280" y="1325880"/>
            <a:ext cx="548640" cy="640080"/>
          </a:xfrm>
          <a:prstGeom prst="rect">
            <a:avLst/>
          </a:prstGeom>
          <a:noFill/>
          <a:ln/>
        </p:spPr>
        <p:txBody>
          <a:bodyPr wrap="square" lIns="0" tIns="0" rIns="0" bIns="0" rtlCol="0" anchor="ctr"/>
          <a:lstStyle/>
          <a:p>
            <a:pPr algn="ctr" indent="0" marL="0">
              <a:buNone/>
            </a:pPr>
            <a:r>
              <a:rPr lang="en-US" sz="1200" b="1" dirty="0">
                <a:solidFill>
                  <a:srgbClr val="0B1F3A"/>
                </a:solidFill>
                <a:latin typeface="Cambria" pitchFamily="34" charset="0"/>
                <a:ea typeface="Cambria" pitchFamily="34" charset="-122"/>
                <a:cs typeface="Cambria" pitchFamily="34" charset="-120"/>
              </a:rPr>
              <a:t>N-bit</a:t>
            </a:r>
            <a:endParaRPr lang="en-US" sz="1200" dirty="0"/>
          </a:p>
          <a:p>
            <a:pPr algn="ctr" indent="0" marL="0">
              <a:buNone/>
            </a:pPr>
            <a:r>
              <a:rPr lang="en-US" sz="1200" b="1" dirty="0">
                <a:solidFill>
                  <a:srgbClr val="0B1F3A"/>
                </a:solidFill>
                <a:latin typeface="Cambria" pitchFamily="34" charset="0"/>
                <a:ea typeface="Cambria" pitchFamily="34" charset="-122"/>
                <a:cs typeface="Cambria" pitchFamily="34" charset="-120"/>
              </a:rPr>
              <a:t>code</a:t>
            </a:r>
            <a:endParaRPr lang="en-US" sz="1200" dirty="0"/>
          </a:p>
        </p:txBody>
      </p:sp>
      <p:sp>
        <p:nvSpPr>
          <p:cNvPr id="17" name="Text 15"/>
          <p:cNvSpPr txBox="1"/>
          <p:nvPr/>
        </p:nvSpPr>
        <p:spPr>
          <a:xfrm>
            <a:off x="950976" y="2514600"/>
            <a:ext cx="914400" cy="365760"/>
          </a:xfrm>
          <a:prstGeom prst="roundRect">
            <a:avLst>
              <a:gd name="adj" fmla="val 15000"/>
            </a:avLst>
          </a:prstGeom>
          <a:solidFill>
            <a:srgbClr val="FFF4D6"/>
          </a:solidFill>
          <a:ln w="9525">
            <a:solidFill>
              <a:srgbClr val="FFF4D6"/>
            </a:solidFill>
          </a:ln>
        </p:spPr>
        <p:txBody>
          <a:bodyPr wrap="square" lIns="254" tIns="254" rIns="254" bIns="254"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Clock  f_s</a:t>
            </a:r>
            <a:endParaRPr lang="en-US" sz="1000" dirty="0"/>
          </a:p>
        </p:txBody>
      </p:sp>
      <p:sp>
        <p:nvSpPr>
          <p:cNvPr id="18" name="Shape 16"/>
          <p:cNvSpPr/>
          <p:nvPr/>
        </p:nvSpPr>
        <p:spPr>
          <a:xfrm flipV="1">
            <a:off x="1408176" y="1965960"/>
            <a:ext cx="0" cy="548640"/>
          </a:xfrm>
          <a:prstGeom prst="line">
            <a:avLst/>
          </a:prstGeom>
          <a:noFill/>
          <a:ln w="15875">
            <a:solidFill>
              <a:srgbClr val="FFB703"/>
            </a:solidFill>
            <a:prstDash val="dash"/>
            <a:tailEnd type="triangle"/>
          </a:ln>
        </p:spPr>
      </p:sp>
      <p:sp>
        <p:nvSpPr>
          <p:cNvPr id="19" name="Text 17"/>
          <p:cNvSpPr txBox="1"/>
          <p:nvPr/>
        </p:nvSpPr>
        <p:spPr>
          <a:xfrm>
            <a:off x="1956816" y="2514600"/>
            <a:ext cx="5730240" cy="365760"/>
          </a:xfrm>
          <a:prstGeom prst="rect">
            <a:avLst/>
          </a:prstGeom>
          <a:noFill/>
          <a:ln/>
        </p:spPr>
        <p:txBody>
          <a:bodyPr wrap="square" lIns="0" tIns="0" rIns="0" bIns="0" rtlCol="0" anchor="ctr"/>
          <a:lstStyle/>
          <a:p>
            <a:pPr algn="l" indent="0" marL="0">
              <a:buNone/>
            </a:pPr>
            <a:r>
              <a:rPr lang="en-US" sz="1000" i="1" dirty="0">
                <a:solidFill>
                  <a:srgbClr val="5B6B7F"/>
                </a:solidFill>
                <a:latin typeface="Calibri" pitchFamily="34" charset="0"/>
                <a:ea typeface="Calibri" pitchFamily="34" charset="-122"/>
                <a:cs typeface="Calibri" pitchFamily="34" charset="-120"/>
              </a:rPr>
              <a:t>every T_s = 1/f_s: hold → compare → output</a:t>
            </a:r>
            <a:endParaRPr lang="en-US" sz="1000" dirty="0"/>
          </a:p>
        </p:txBody>
      </p:sp>
      <p:sp>
        <p:nvSpPr>
          <p:cNvPr id="20" name="Text 18"/>
          <p:cNvSpPr txBox="1"/>
          <p:nvPr/>
        </p:nvSpPr>
        <p:spPr>
          <a:xfrm>
            <a:off x="457200" y="2944368"/>
            <a:ext cx="8229600" cy="603504"/>
          </a:xfrm>
          <a:prstGeom prst="rect">
            <a:avLst/>
          </a:prstGeom>
          <a:noFill/>
          <a:ln/>
        </p:spPr>
        <p:txBody>
          <a:bodyPr wrap="square" lIns="0" tIns="0" rIns="0" bIns="0" rtlCol="0" anchor="t"/>
          <a:lstStyle/>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1 · Sample-and-hold freezes the input voltage so it cannot change during the measurement</a:t>
            </a:r>
            <a:endParaRPr lang="en-US" sz="1000" dirty="0"/>
          </a:p>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2 · Quantiser compares the frozen voltage with a ruler that has 2ᴺ marks and picks the nearest mark</a:t>
            </a:r>
            <a:endParaRPr lang="en-US" sz="1000" dirty="0"/>
          </a:p>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3 · Encoder writes the mark number as an N-bit binary number</a:t>
            </a:r>
            <a:endParaRPr lang="en-US" sz="1000" dirty="0"/>
          </a:p>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A clock repeats all three steps f_s times per second</a:t>
            </a:r>
            <a:endParaRPr lang="en-US" sz="1000" dirty="0"/>
          </a:p>
        </p:txBody>
      </p:sp>
      <p:sp>
        <p:nvSpPr>
          <p:cNvPr id="21" name="Shape 19"/>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2" name="Shape 20"/>
          <p:cNvSpPr/>
          <p:nvPr/>
        </p:nvSpPr>
        <p:spPr>
          <a:xfrm>
            <a:off x="566928" y="3776472"/>
            <a:ext cx="237744" cy="237744"/>
          </a:xfrm>
          <a:prstGeom prst="ellipse">
            <a:avLst/>
          </a:prstGeom>
          <a:solidFill>
            <a:srgbClr val="2EC4B6"/>
          </a:solidFill>
          <a:ln w="12700">
            <a:solidFill>
              <a:srgbClr val="2EC4B6"/>
            </a:solidFill>
            <a:prstDash val="solid"/>
          </a:ln>
        </p:spPr>
      </p:sp>
      <p:sp>
        <p:nvSpPr>
          <p:cNvPr id="23" name="Text 21"/>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Measuring a child's height: ask them to stand still (hold), line them up against a ruler with centimetre marks (compare), write the number in the book (encode). Do it again every birthday (clock).</a:t>
            </a:r>
            <a:endParaRPr lang="en-US" sz="1050" dirty="0"/>
          </a:p>
        </p:txBody>
      </p:sp>
      <p:sp>
        <p:nvSpPr>
          <p:cNvPr id="25" name="Shape 23"/>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6" name="Shape 24"/>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7" name="Text 25"/>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8" name="Text 26"/>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A 12-bit ADC at 40 MSPS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Ruler with 2¹² = 4096 marks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One measurement every 1/40e6 = 25 nanoseconds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Output: 40 million 12-bit numbers per second = 480 Mbit/s</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000" b="1" dirty="0">
                <a:solidFill>
                  <a:srgbClr val="0B1F3A"/>
                </a:solidFill>
                <a:latin typeface="Cambria" pitchFamily="34" charset="0"/>
                <a:ea typeface="Cambria" pitchFamily="34" charset="-122"/>
                <a:cs typeface="Cambria" pitchFamily="34" charset="-120"/>
              </a:rPr>
              <a:t>Step 1 · Sample-and-hold: freeze the voltage</a:t>
            </a:r>
            <a:endParaRPr lang="en-US" sz="20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21</a:t>
            </a:r>
            <a:endParaRPr lang="en-US" sz="900" dirty="0"/>
          </a:p>
        </p:txBody>
      </p:sp>
      <p:sp>
        <p:nvSpPr>
          <p:cNvPr id="5" name="Text 3"/>
          <p:cNvSpPr txBox="1"/>
          <p:nvPr/>
        </p:nvSpPr>
        <p:spPr>
          <a:xfrm>
            <a:off x="457200" y="1664208"/>
            <a:ext cx="411480" cy="365760"/>
          </a:xfrm>
          <a:prstGeom prst="rect">
            <a:avLst/>
          </a:prstGeom>
          <a:noFill/>
          <a:ln/>
        </p:spPr>
        <p:txBody>
          <a:bodyPr wrap="square" lIns="0" tIns="0" rIns="0" bIns="0" rtlCol="0" anchor="ctr"/>
          <a:lstStyle/>
          <a:p>
            <a:pPr algn="ctr" indent="0" marL="0">
              <a:buNone/>
            </a:pPr>
            <a:r>
              <a:rPr lang="en-US" sz="1100" b="1" dirty="0">
                <a:solidFill>
                  <a:srgbClr val="0B1F3A"/>
                </a:solidFill>
                <a:latin typeface="Cambria" pitchFamily="34" charset="0"/>
                <a:ea typeface="Cambria" pitchFamily="34" charset="-122"/>
                <a:cs typeface="Cambria" pitchFamily="34" charset="-120"/>
              </a:rPr>
              <a:t>V_in</a:t>
            </a:r>
            <a:endParaRPr lang="en-US" sz="1100" dirty="0"/>
          </a:p>
        </p:txBody>
      </p:sp>
      <p:sp>
        <p:nvSpPr>
          <p:cNvPr id="6" name="Shape 4"/>
          <p:cNvSpPr/>
          <p:nvPr/>
        </p:nvSpPr>
        <p:spPr>
          <a:xfrm>
            <a:off x="868680" y="1847088"/>
            <a:ext cx="457200" cy="0"/>
          </a:xfrm>
          <a:prstGeom prst="line">
            <a:avLst/>
          </a:prstGeom>
          <a:noFill/>
          <a:ln w="19050">
            <a:solidFill>
              <a:srgbClr val="0B1F3A"/>
            </a:solidFill>
            <a:prstDash val="solid"/>
          </a:ln>
        </p:spPr>
      </p:sp>
      <p:sp>
        <p:nvSpPr>
          <p:cNvPr id="7" name="Shape 5"/>
          <p:cNvSpPr/>
          <p:nvPr/>
        </p:nvSpPr>
        <p:spPr>
          <a:xfrm>
            <a:off x="1289304" y="1810512"/>
            <a:ext cx="73152" cy="73152"/>
          </a:xfrm>
          <a:prstGeom prst="ellipse">
            <a:avLst/>
          </a:prstGeom>
          <a:solidFill>
            <a:srgbClr val="0B1F3A"/>
          </a:solidFill>
          <a:ln w="12700">
            <a:solidFill>
              <a:srgbClr val="0B1F3A"/>
            </a:solidFill>
            <a:prstDash val="solid"/>
          </a:ln>
        </p:spPr>
      </p:sp>
      <p:sp>
        <p:nvSpPr>
          <p:cNvPr id="8" name="Shape 6"/>
          <p:cNvSpPr/>
          <p:nvPr/>
        </p:nvSpPr>
        <p:spPr>
          <a:xfrm flipV="1">
            <a:off x="1325880" y="1618488"/>
            <a:ext cx="411480" cy="228600"/>
          </a:xfrm>
          <a:prstGeom prst="line">
            <a:avLst/>
          </a:prstGeom>
          <a:noFill/>
          <a:ln w="19050">
            <a:solidFill>
              <a:srgbClr val="0B1F3A"/>
            </a:solidFill>
            <a:prstDash val="solid"/>
          </a:ln>
        </p:spPr>
      </p:sp>
      <p:sp>
        <p:nvSpPr>
          <p:cNvPr id="9" name="Shape 7"/>
          <p:cNvSpPr/>
          <p:nvPr/>
        </p:nvSpPr>
        <p:spPr>
          <a:xfrm>
            <a:off x="1792224" y="1810512"/>
            <a:ext cx="73152" cy="73152"/>
          </a:xfrm>
          <a:prstGeom prst="ellipse">
            <a:avLst/>
          </a:prstGeom>
          <a:solidFill>
            <a:srgbClr val="0B1F3A"/>
          </a:solidFill>
          <a:ln w="12700">
            <a:solidFill>
              <a:srgbClr val="0B1F3A"/>
            </a:solidFill>
            <a:prstDash val="solid"/>
          </a:ln>
        </p:spPr>
      </p:sp>
      <p:sp>
        <p:nvSpPr>
          <p:cNvPr id="10" name="Shape 8"/>
          <p:cNvSpPr/>
          <p:nvPr/>
        </p:nvSpPr>
        <p:spPr>
          <a:xfrm>
            <a:off x="1828800" y="1847088"/>
            <a:ext cx="822960" cy="0"/>
          </a:xfrm>
          <a:prstGeom prst="line">
            <a:avLst/>
          </a:prstGeom>
          <a:noFill/>
          <a:ln w="19050">
            <a:solidFill>
              <a:srgbClr val="0B1F3A"/>
            </a:solidFill>
            <a:prstDash val="solid"/>
          </a:ln>
        </p:spPr>
      </p:sp>
      <p:sp>
        <p:nvSpPr>
          <p:cNvPr id="11" name="Text 9"/>
          <p:cNvSpPr txBox="1"/>
          <p:nvPr/>
        </p:nvSpPr>
        <p:spPr>
          <a:xfrm>
            <a:off x="1234440" y="1280160"/>
            <a:ext cx="731520" cy="274320"/>
          </a:xfrm>
          <a:prstGeom prst="rect">
            <a:avLst/>
          </a:prstGeom>
          <a:noFill/>
          <a:ln/>
        </p:spPr>
        <p:txBody>
          <a:bodyPr wrap="square" lIns="0" tIns="0" rIns="0" bIns="0" rtlCol="0" anchor="ctr"/>
          <a:lstStyle/>
          <a:p>
            <a:pPr algn="ctr" indent="0" marL="0">
              <a:buNone/>
            </a:pPr>
            <a:r>
              <a:rPr lang="en-US" sz="900" dirty="0">
                <a:solidFill>
                  <a:srgbClr val="5B6B7F"/>
                </a:solidFill>
                <a:latin typeface="Calibri" pitchFamily="34" charset="0"/>
                <a:ea typeface="Calibri" pitchFamily="34" charset="-122"/>
                <a:cs typeface="Calibri" pitchFamily="34" charset="-120"/>
              </a:rPr>
              <a:t>switch (clock)</a:t>
            </a:r>
            <a:endParaRPr lang="en-US" sz="900" dirty="0"/>
          </a:p>
        </p:txBody>
      </p:sp>
      <p:sp>
        <p:nvSpPr>
          <p:cNvPr id="12" name="Shape 10"/>
          <p:cNvSpPr/>
          <p:nvPr/>
        </p:nvSpPr>
        <p:spPr>
          <a:xfrm>
            <a:off x="2240280" y="1847088"/>
            <a:ext cx="0" cy="274320"/>
          </a:xfrm>
          <a:prstGeom prst="line">
            <a:avLst/>
          </a:prstGeom>
          <a:noFill/>
          <a:ln w="19050">
            <a:solidFill>
              <a:srgbClr val="0B1F3A"/>
            </a:solidFill>
            <a:prstDash val="solid"/>
          </a:ln>
        </p:spPr>
      </p:sp>
      <p:sp>
        <p:nvSpPr>
          <p:cNvPr id="13" name="Shape 11"/>
          <p:cNvSpPr/>
          <p:nvPr/>
        </p:nvSpPr>
        <p:spPr>
          <a:xfrm>
            <a:off x="2057400" y="2121408"/>
            <a:ext cx="365760" cy="0"/>
          </a:xfrm>
          <a:prstGeom prst="line">
            <a:avLst/>
          </a:prstGeom>
          <a:noFill/>
          <a:ln w="25400">
            <a:solidFill>
              <a:srgbClr val="0B1F3A"/>
            </a:solidFill>
            <a:prstDash val="solid"/>
          </a:ln>
        </p:spPr>
      </p:sp>
      <p:sp>
        <p:nvSpPr>
          <p:cNvPr id="14" name="Shape 12"/>
          <p:cNvSpPr/>
          <p:nvPr/>
        </p:nvSpPr>
        <p:spPr>
          <a:xfrm>
            <a:off x="2057400" y="2212848"/>
            <a:ext cx="365760" cy="0"/>
          </a:xfrm>
          <a:prstGeom prst="line">
            <a:avLst/>
          </a:prstGeom>
          <a:noFill/>
          <a:ln w="25400">
            <a:solidFill>
              <a:srgbClr val="0B1F3A"/>
            </a:solidFill>
            <a:prstDash val="solid"/>
          </a:ln>
        </p:spPr>
      </p:sp>
      <p:sp>
        <p:nvSpPr>
          <p:cNvPr id="15" name="Shape 13"/>
          <p:cNvSpPr/>
          <p:nvPr/>
        </p:nvSpPr>
        <p:spPr>
          <a:xfrm>
            <a:off x="2240280" y="2212848"/>
            <a:ext cx="0" cy="228600"/>
          </a:xfrm>
          <a:prstGeom prst="line">
            <a:avLst/>
          </a:prstGeom>
          <a:noFill/>
          <a:ln w="19050">
            <a:solidFill>
              <a:srgbClr val="0B1F3A"/>
            </a:solidFill>
            <a:prstDash val="solid"/>
          </a:ln>
        </p:spPr>
      </p:sp>
      <p:sp>
        <p:nvSpPr>
          <p:cNvPr id="16" name="Shape 14"/>
          <p:cNvSpPr/>
          <p:nvPr/>
        </p:nvSpPr>
        <p:spPr>
          <a:xfrm>
            <a:off x="2103120" y="2441448"/>
            <a:ext cx="274320" cy="0"/>
          </a:xfrm>
          <a:prstGeom prst="line">
            <a:avLst/>
          </a:prstGeom>
          <a:noFill/>
          <a:ln w="19050">
            <a:solidFill>
              <a:srgbClr val="0B1F3A"/>
            </a:solidFill>
            <a:prstDash val="solid"/>
          </a:ln>
        </p:spPr>
      </p:sp>
      <p:sp>
        <p:nvSpPr>
          <p:cNvPr id="17" name="Text 15"/>
          <p:cNvSpPr txBox="1"/>
          <p:nvPr/>
        </p:nvSpPr>
        <p:spPr>
          <a:xfrm>
            <a:off x="2441448" y="2075688"/>
            <a:ext cx="548640" cy="274320"/>
          </a:xfrm>
          <a:prstGeom prst="rect">
            <a:avLst/>
          </a:prstGeom>
          <a:noFill/>
          <a:ln/>
        </p:spPr>
        <p:txBody>
          <a:bodyPr wrap="square" lIns="0" tIns="0" rIns="0" bIns="0" rtlCol="0" anchor="ctr"/>
          <a:lstStyle/>
          <a:p>
            <a:pPr algn="l" indent="0" marL="0">
              <a:buNone/>
            </a:pPr>
            <a:r>
              <a:rPr lang="en-US" sz="900" dirty="0">
                <a:solidFill>
                  <a:srgbClr val="5B6B7F"/>
                </a:solidFill>
                <a:latin typeface="Cambria" pitchFamily="34" charset="0"/>
                <a:ea typeface="Cambria" pitchFamily="34" charset="-122"/>
                <a:cs typeface="Cambria" pitchFamily="34" charset="-120"/>
              </a:rPr>
              <a:t>C_hold</a:t>
            </a:r>
            <a:endParaRPr lang="en-US" sz="900" dirty="0"/>
          </a:p>
        </p:txBody>
      </p:sp>
      <p:sp>
        <p:nvSpPr>
          <p:cNvPr id="18" name="Shape 16"/>
          <p:cNvSpPr/>
          <p:nvPr/>
        </p:nvSpPr>
        <p:spPr>
          <a:xfrm rot="5400000">
            <a:off x="2651760" y="1618488"/>
            <a:ext cx="411480" cy="457200"/>
          </a:xfrm>
          <a:prstGeom prst="triangle">
            <a:avLst/>
          </a:prstGeom>
          <a:solidFill>
            <a:srgbClr val="EEF3F8"/>
          </a:solidFill>
          <a:ln w="12700">
            <a:solidFill>
              <a:srgbClr val="0B1F3A"/>
            </a:solidFill>
            <a:prstDash val="solid"/>
          </a:ln>
        </p:spPr>
      </p:sp>
      <p:sp>
        <p:nvSpPr>
          <p:cNvPr id="19" name="Shape 17"/>
          <p:cNvSpPr/>
          <p:nvPr/>
        </p:nvSpPr>
        <p:spPr>
          <a:xfrm>
            <a:off x="3063240" y="1847088"/>
            <a:ext cx="320040" cy="0"/>
          </a:xfrm>
          <a:prstGeom prst="line">
            <a:avLst/>
          </a:prstGeom>
          <a:noFill/>
          <a:ln w="19050">
            <a:solidFill>
              <a:srgbClr val="0B1F3A"/>
            </a:solidFill>
            <a:prstDash val="solid"/>
            <a:tailEnd type="triangle"/>
          </a:ln>
        </p:spPr>
      </p:sp>
      <p:sp>
        <p:nvSpPr>
          <p:cNvPr id="20" name="Text 18"/>
          <p:cNvSpPr txBox="1"/>
          <p:nvPr/>
        </p:nvSpPr>
        <p:spPr>
          <a:xfrm>
            <a:off x="3383280" y="1664208"/>
            <a:ext cx="822960" cy="365760"/>
          </a:xfrm>
          <a:prstGeom prst="rect">
            <a:avLst/>
          </a:prstGeom>
          <a:noFill/>
          <a:ln/>
        </p:spPr>
        <p:txBody>
          <a:bodyPr wrap="square" lIns="0" tIns="0" rIns="0" bIns="0" rtlCol="0" anchor="ctr"/>
          <a:lstStyle/>
          <a:p>
            <a:pPr algn="l" indent="0" marL="0">
              <a:buNone/>
            </a:pPr>
            <a:r>
              <a:rPr lang="en-US" sz="900" dirty="0">
                <a:solidFill>
                  <a:srgbClr val="5B6B7F"/>
                </a:solidFill>
                <a:latin typeface="Calibri" pitchFamily="34" charset="0"/>
                <a:ea typeface="Calibri" pitchFamily="34" charset="-122"/>
                <a:cs typeface="Calibri" pitchFamily="34" charset="-120"/>
              </a:rPr>
              <a:t>to quantiser</a:t>
            </a:r>
            <a:endParaRPr lang="en-US" sz="900" dirty="0"/>
          </a:p>
        </p:txBody>
      </p:sp>
      <p:sp>
        <p:nvSpPr>
          <p:cNvPr id="21" name="Text 19"/>
          <p:cNvSpPr txBox="1"/>
          <p:nvPr/>
        </p:nvSpPr>
        <p:spPr>
          <a:xfrm>
            <a:off x="457200" y="2807208"/>
            <a:ext cx="3840480" cy="457200"/>
          </a:xfrm>
          <a:prstGeom prst="rect">
            <a:avLst/>
          </a:prstGeom>
          <a:noFill/>
          <a:ln/>
        </p:spPr>
        <p:txBody>
          <a:bodyPr wrap="square" lIns="0" tIns="0" rIns="0" bIns="0" rtlCol="0" anchor="t"/>
          <a:lstStyle/>
          <a:p>
            <a:pPr algn="l" indent="0" marL="0">
              <a:buNone/>
            </a:pPr>
            <a:r>
              <a:rPr lang="en-US" sz="1000" dirty="0">
                <a:solidFill>
                  <a:srgbClr val="14213D"/>
                </a:solidFill>
                <a:latin typeface="Calibri" pitchFamily="34" charset="0"/>
                <a:ea typeface="Calibri" pitchFamily="34" charset="-122"/>
                <a:cs typeface="Calibri" pitchFamily="34" charset="-120"/>
              </a:rPr>
              <a:t>Track: switch closed, C follows V_in.  Hold: switch opens, C keeps the value.</a:t>
            </a:r>
            <a:endParaRPr lang="en-US" sz="1000" dirty="0"/>
          </a:p>
        </p:txBody>
      </p:sp>
      <p:sp>
        <p:nvSpPr>
          <p:cNvPr id="22" name="Text 20"/>
          <p:cNvSpPr txBox="1"/>
          <p:nvPr/>
        </p:nvSpPr>
        <p:spPr>
          <a:xfrm>
            <a:off x="4206240" y="1435608"/>
            <a:ext cx="457200" cy="27432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clock</a:t>
            </a:r>
            <a:endParaRPr lang="en-US" sz="900" dirty="0"/>
          </a:p>
        </p:txBody>
      </p:sp>
      <p:sp>
        <p:nvSpPr>
          <p:cNvPr id="23" name="Shape 21"/>
          <p:cNvSpPr/>
          <p:nvPr/>
        </p:nvSpPr>
        <p:spPr>
          <a:xfrm>
            <a:off x="4663440" y="1709928"/>
            <a:ext cx="1005840" cy="0"/>
          </a:xfrm>
          <a:prstGeom prst="line">
            <a:avLst/>
          </a:prstGeom>
          <a:noFill/>
          <a:ln w="15875">
            <a:solidFill>
              <a:srgbClr val="0B1F3A"/>
            </a:solidFill>
            <a:prstDash val="solid"/>
          </a:ln>
        </p:spPr>
      </p:sp>
      <p:sp>
        <p:nvSpPr>
          <p:cNvPr id="24" name="Shape 22"/>
          <p:cNvSpPr/>
          <p:nvPr/>
        </p:nvSpPr>
        <p:spPr>
          <a:xfrm flipV="1">
            <a:off x="5669280" y="1481328"/>
            <a:ext cx="0" cy="228600"/>
          </a:xfrm>
          <a:prstGeom prst="line">
            <a:avLst/>
          </a:prstGeom>
          <a:noFill/>
          <a:ln w="15875">
            <a:solidFill>
              <a:srgbClr val="0B1F3A"/>
            </a:solidFill>
            <a:prstDash val="solid"/>
          </a:ln>
        </p:spPr>
      </p:sp>
      <p:sp>
        <p:nvSpPr>
          <p:cNvPr id="25" name="Shape 23"/>
          <p:cNvSpPr/>
          <p:nvPr/>
        </p:nvSpPr>
        <p:spPr>
          <a:xfrm>
            <a:off x="5669280" y="1481328"/>
            <a:ext cx="1005840" cy="0"/>
          </a:xfrm>
          <a:prstGeom prst="line">
            <a:avLst/>
          </a:prstGeom>
          <a:noFill/>
          <a:ln w="15875">
            <a:solidFill>
              <a:srgbClr val="0B1F3A"/>
            </a:solidFill>
            <a:prstDash val="solid"/>
          </a:ln>
        </p:spPr>
      </p:sp>
      <p:sp>
        <p:nvSpPr>
          <p:cNvPr id="26" name="Shape 24"/>
          <p:cNvSpPr/>
          <p:nvPr/>
        </p:nvSpPr>
        <p:spPr>
          <a:xfrm>
            <a:off x="6675120" y="1481328"/>
            <a:ext cx="0" cy="228600"/>
          </a:xfrm>
          <a:prstGeom prst="line">
            <a:avLst/>
          </a:prstGeom>
          <a:noFill/>
          <a:ln w="15875">
            <a:solidFill>
              <a:srgbClr val="0B1F3A"/>
            </a:solidFill>
            <a:prstDash val="solid"/>
          </a:ln>
        </p:spPr>
      </p:sp>
      <p:sp>
        <p:nvSpPr>
          <p:cNvPr id="27" name="Shape 25"/>
          <p:cNvSpPr/>
          <p:nvPr/>
        </p:nvSpPr>
        <p:spPr>
          <a:xfrm>
            <a:off x="6675120" y="1709928"/>
            <a:ext cx="1005840" cy="0"/>
          </a:xfrm>
          <a:prstGeom prst="line">
            <a:avLst/>
          </a:prstGeom>
          <a:noFill/>
          <a:ln w="15875">
            <a:solidFill>
              <a:srgbClr val="0B1F3A"/>
            </a:solidFill>
            <a:prstDash val="solid"/>
          </a:ln>
        </p:spPr>
      </p:sp>
      <p:sp>
        <p:nvSpPr>
          <p:cNvPr id="28" name="Shape 26"/>
          <p:cNvSpPr/>
          <p:nvPr/>
        </p:nvSpPr>
        <p:spPr>
          <a:xfrm flipV="1">
            <a:off x="7680960" y="1481328"/>
            <a:ext cx="0" cy="228600"/>
          </a:xfrm>
          <a:prstGeom prst="line">
            <a:avLst/>
          </a:prstGeom>
          <a:noFill/>
          <a:ln w="15875">
            <a:solidFill>
              <a:srgbClr val="0B1F3A"/>
            </a:solidFill>
            <a:prstDash val="solid"/>
          </a:ln>
        </p:spPr>
      </p:sp>
      <p:sp>
        <p:nvSpPr>
          <p:cNvPr id="29" name="Shape 27"/>
          <p:cNvSpPr/>
          <p:nvPr/>
        </p:nvSpPr>
        <p:spPr>
          <a:xfrm>
            <a:off x="7680960" y="1481328"/>
            <a:ext cx="1005840" cy="0"/>
          </a:xfrm>
          <a:prstGeom prst="line">
            <a:avLst/>
          </a:prstGeom>
          <a:noFill/>
          <a:ln w="15875">
            <a:solidFill>
              <a:srgbClr val="0B1F3A"/>
            </a:solidFill>
            <a:prstDash val="solid"/>
          </a:ln>
        </p:spPr>
      </p:sp>
      <p:sp>
        <p:nvSpPr>
          <p:cNvPr id="30" name="Shape 28"/>
          <p:cNvSpPr/>
          <p:nvPr/>
        </p:nvSpPr>
        <p:spPr>
          <a:xfrm>
            <a:off x="8686800" y="1481328"/>
            <a:ext cx="0" cy="228600"/>
          </a:xfrm>
          <a:prstGeom prst="line">
            <a:avLst/>
          </a:prstGeom>
          <a:noFill/>
          <a:ln w="15875">
            <a:solidFill>
              <a:srgbClr val="0B1F3A"/>
            </a:solidFill>
            <a:prstDash val="solid"/>
          </a:ln>
        </p:spPr>
      </p:sp>
      <p:sp>
        <p:nvSpPr>
          <p:cNvPr id="31" name="Text 29"/>
          <p:cNvSpPr txBox="1"/>
          <p:nvPr/>
        </p:nvSpPr>
        <p:spPr>
          <a:xfrm>
            <a:off x="4663440" y="1728216"/>
            <a:ext cx="1005840" cy="228600"/>
          </a:xfrm>
          <a:prstGeom prst="rect">
            <a:avLst/>
          </a:prstGeom>
          <a:noFill/>
          <a:ln/>
        </p:spPr>
        <p:txBody>
          <a:bodyPr wrap="square" lIns="0" tIns="0" rIns="0" bIns="0" rtlCol="0" anchor="ctr"/>
          <a:lstStyle/>
          <a:p>
            <a:pPr algn="ctr" indent="0" marL="0">
              <a:buNone/>
            </a:pPr>
            <a:r>
              <a:rPr lang="en-US" sz="800" dirty="0">
                <a:solidFill>
                  <a:srgbClr val="5B6B7F"/>
                </a:solidFill>
                <a:latin typeface="Calibri" pitchFamily="34" charset="0"/>
                <a:ea typeface="Calibri" pitchFamily="34" charset="-122"/>
                <a:cs typeface="Calibri" pitchFamily="34" charset="-120"/>
              </a:rPr>
              <a:t>track</a:t>
            </a:r>
            <a:endParaRPr lang="en-US" sz="800" dirty="0"/>
          </a:p>
        </p:txBody>
      </p:sp>
      <p:sp>
        <p:nvSpPr>
          <p:cNvPr id="32" name="Text 30"/>
          <p:cNvSpPr txBox="1"/>
          <p:nvPr/>
        </p:nvSpPr>
        <p:spPr>
          <a:xfrm>
            <a:off x="5669280" y="1728216"/>
            <a:ext cx="1005840" cy="228600"/>
          </a:xfrm>
          <a:prstGeom prst="rect">
            <a:avLst/>
          </a:prstGeom>
          <a:noFill/>
          <a:ln/>
        </p:spPr>
        <p:txBody>
          <a:bodyPr wrap="square" lIns="0" tIns="0" rIns="0" bIns="0" rtlCol="0" anchor="ctr"/>
          <a:lstStyle/>
          <a:p>
            <a:pPr algn="ctr" indent="0" marL="0">
              <a:buNone/>
            </a:pPr>
            <a:r>
              <a:rPr lang="en-US" sz="800" dirty="0">
                <a:solidFill>
                  <a:srgbClr val="5B6B7F"/>
                </a:solidFill>
                <a:latin typeface="Calibri" pitchFamily="34" charset="0"/>
                <a:ea typeface="Calibri" pitchFamily="34" charset="-122"/>
                <a:cs typeface="Calibri" pitchFamily="34" charset="-120"/>
              </a:rPr>
              <a:t>hold</a:t>
            </a:r>
            <a:endParaRPr lang="en-US" sz="800" dirty="0"/>
          </a:p>
        </p:txBody>
      </p:sp>
      <p:sp>
        <p:nvSpPr>
          <p:cNvPr id="33" name="Text 31"/>
          <p:cNvSpPr txBox="1"/>
          <p:nvPr/>
        </p:nvSpPr>
        <p:spPr>
          <a:xfrm>
            <a:off x="4206240" y="2212848"/>
            <a:ext cx="457200" cy="274320"/>
          </a:xfrm>
          <a:prstGeom prst="rect">
            <a:avLst/>
          </a:prstGeom>
          <a:noFill/>
          <a:ln/>
        </p:spPr>
        <p:txBody>
          <a:bodyPr wrap="square" lIns="0" tIns="0" rIns="0" bIns="0" rtlCol="0" anchor="ctr"/>
          <a:lstStyle/>
          <a:p>
            <a:pPr algn="r" indent="0" marL="0">
              <a:buNone/>
            </a:pPr>
            <a:r>
              <a:rPr lang="en-US" sz="900" dirty="0">
                <a:solidFill>
                  <a:srgbClr val="5B6B7F"/>
                </a:solidFill>
                <a:latin typeface="Cambria" pitchFamily="34" charset="0"/>
                <a:ea typeface="Cambria" pitchFamily="34" charset="-122"/>
                <a:cs typeface="Cambria" pitchFamily="34" charset="-120"/>
              </a:rPr>
              <a:t>V_C</a:t>
            </a:r>
            <a:endParaRPr lang="en-US" sz="900" dirty="0"/>
          </a:p>
        </p:txBody>
      </p:sp>
      <p:sp>
        <p:nvSpPr>
          <p:cNvPr id="34" name="Shape 32"/>
          <p:cNvSpPr/>
          <p:nvPr/>
        </p:nvSpPr>
        <p:spPr>
          <a:xfrm flipV="1">
            <a:off x="4663440" y="2258568"/>
            <a:ext cx="1005840" cy="320040"/>
          </a:xfrm>
          <a:prstGeom prst="line">
            <a:avLst/>
          </a:prstGeom>
          <a:noFill/>
          <a:ln w="19050">
            <a:solidFill>
              <a:srgbClr val="2EC4B6"/>
            </a:solidFill>
            <a:prstDash val="solid"/>
          </a:ln>
        </p:spPr>
      </p:sp>
      <p:sp>
        <p:nvSpPr>
          <p:cNvPr id="35" name="Shape 33"/>
          <p:cNvSpPr/>
          <p:nvPr/>
        </p:nvSpPr>
        <p:spPr>
          <a:xfrm>
            <a:off x="5669280" y="2258568"/>
            <a:ext cx="1005840" cy="0"/>
          </a:xfrm>
          <a:prstGeom prst="line">
            <a:avLst/>
          </a:prstGeom>
          <a:noFill/>
          <a:ln w="19050">
            <a:solidFill>
              <a:srgbClr val="2EC4B6"/>
            </a:solidFill>
            <a:prstDash val="solid"/>
          </a:ln>
        </p:spPr>
      </p:sp>
      <p:sp>
        <p:nvSpPr>
          <p:cNvPr id="36" name="Shape 34"/>
          <p:cNvSpPr/>
          <p:nvPr/>
        </p:nvSpPr>
        <p:spPr>
          <a:xfrm>
            <a:off x="6675120" y="2258568"/>
            <a:ext cx="1005840" cy="274320"/>
          </a:xfrm>
          <a:prstGeom prst="line">
            <a:avLst/>
          </a:prstGeom>
          <a:noFill/>
          <a:ln w="19050">
            <a:solidFill>
              <a:srgbClr val="2EC4B6"/>
            </a:solidFill>
            <a:prstDash val="solid"/>
          </a:ln>
        </p:spPr>
      </p:sp>
      <p:sp>
        <p:nvSpPr>
          <p:cNvPr id="37" name="Shape 35"/>
          <p:cNvSpPr/>
          <p:nvPr/>
        </p:nvSpPr>
        <p:spPr>
          <a:xfrm>
            <a:off x="7680960" y="2532888"/>
            <a:ext cx="1005840" cy="0"/>
          </a:xfrm>
          <a:prstGeom prst="line">
            <a:avLst/>
          </a:prstGeom>
          <a:noFill/>
          <a:ln w="19050">
            <a:solidFill>
              <a:srgbClr val="2EC4B6"/>
            </a:solidFill>
            <a:prstDash val="solid"/>
          </a:ln>
        </p:spPr>
      </p:sp>
      <p:sp>
        <p:nvSpPr>
          <p:cNvPr id="38" name="Shape 36"/>
          <p:cNvSpPr/>
          <p:nvPr/>
        </p:nvSpPr>
        <p:spPr>
          <a:xfrm>
            <a:off x="5559552" y="1435608"/>
            <a:ext cx="0" cy="1188720"/>
          </a:xfrm>
          <a:prstGeom prst="line">
            <a:avLst/>
          </a:prstGeom>
          <a:noFill/>
          <a:ln w="9525">
            <a:solidFill>
              <a:srgbClr val="E76F51"/>
            </a:solidFill>
            <a:prstDash val="dash"/>
          </a:ln>
        </p:spPr>
      </p:sp>
      <p:sp>
        <p:nvSpPr>
          <p:cNvPr id="39" name="Shape 37"/>
          <p:cNvSpPr/>
          <p:nvPr/>
        </p:nvSpPr>
        <p:spPr>
          <a:xfrm>
            <a:off x="5779008" y="1435608"/>
            <a:ext cx="0" cy="1188720"/>
          </a:xfrm>
          <a:prstGeom prst="line">
            <a:avLst/>
          </a:prstGeom>
          <a:noFill/>
          <a:ln w="9525">
            <a:solidFill>
              <a:srgbClr val="E76F51"/>
            </a:solidFill>
            <a:prstDash val="dash"/>
          </a:ln>
        </p:spPr>
      </p:sp>
      <p:sp>
        <p:nvSpPr>
          <p:cNvPr id="40" name="Text 38"/>
          <p:cNvSpPr txBox="1"/>
          <p:nvPr/>
        </p:nvSpPr>
        <p:spPr>
          <a:xfrm>
            <a:off x="5394960" y="2642616"/>
            <a:ext cx="548640" cy="228600"/>
          </a:xfrm>
          <a:prstGeom prst="rect">
            <a:avLst/>
          </a:prstGeom>
          <a:noFill/>
          <a:ln/>
        </p:spPr>
        <p:txBody>
          <a:bodyPr wrap="square" lIns="0" tIns="0" rIns="0" bIns="0" rtlCol="0" anchor="ctr"/>
          <a:lstStyle/>
          <a:p>
            <a:pPr algn="ctr" indent="0" marL="0">
              <a:buNone/>
            </a:pPr>
            <a:r>
              <a:rPr lang="en-US" sz="900" b="1" dirty="0">
                <a:solidFill>
                  <a:srgbClr val="E76F51"/>
                </a:solidFill>
                <a:latin typeface="Cambria" pitchFamily="34" charset="0"/>
                <a:ea typeface="Cambria" pitchFamily="34" charset="-122"/>
                <a:cs typeface="Cambria" pitchFamily="34" charset="-120"/>
              </a:rPr>
              <a:t>t_j</a:t>
            </a:r>
            <a:endParaRPr lang="en-US" sz="900" dirty="0"/>
          </a:p>
        </p:txBody>
      </p:sp>
      <p:sp>
        <p:nvSpPr>
          <p:cNvPr id="41" name="Text 39"/>
          <p:cNvSpPr txBox="1"/>
          <p:nvPr/>
        </p:nvSpPr>
        <p:spPr>
          <a:xfrm>
            <a:off x="4389120" y="2807208"/>
            <a:ext cx="4297680" cy="411480"/>
          </a:xfrm>
          <a:prstGeom prst="rect">
            <a:avLst/>
          </a:prstGeom>
          <a:noFill/>
          <a:ln/>
        </p:spPr>
        <p:txBody>
          <a:bodyPr wrap="square" lIns="0" tIns="0" rIns="0" bIns="0" rtlCol="0" anchor="t"/>
          <a:lstStyle/>
          <a:p>
            <a:pPr algn="l" indent="0" marL="0">
              <a:buNone/>
            </a:pPr>
            <a:r>
              <a:rPr lang="en-US" sz="1000" dirty="0">
                <a:solidFill>
                  <a:srgbClr val="14213D"/>
                </a:solidFill>
                <a:latin typeface="Calibri" pitchFamily="34" charset="0"/>
                <a:ea typeface="Calibri" pitchFamily="34" charset="-122"/>
                <a:cs typeface="Calibri" pitchFamily="34" charset="-120"/>
              </a:rPr>
              <a:t>The hold edge wobbles by t_j; on a fast-moving input that samples the wrong voltage.</a:t>
            </a:r>
            <a:endParaRPr lang="en-US" sz="1000" dirty="0"/>
          </a:p>
        </p:txBody>
      </p:sp>
      <p:sp>
        <p:nvSpPr>
          <p:cNvPr id="42" name="Shape 4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43" name="Shape 41"/>
          <p:cNvSpPr/>
          <p:nvPr/>
        </p:nvSpPr>
        <p:spPr>
          <a:xfrm>
            <a:off x="566928" y="3776472"/>
            <a:ext cx="237744" cy="237744"/>
          </a:xfrm>
          <a:prstGeom prst="ellipse">
            <a:avLst/>
          </a:prstGeom>
          <a:solidFill>
            <a:srgbClr val="2EC4B6"/>
          </a:solidFill>
          <a:ln w="12700">
            <a:solidFill>
              <a:srgbClr val="2EC4B6"/>
            </a:solidFill>
            <a:prstDash val="solid"/>
          </a:ln>
        </p:spPr>
      </p:sp>
      <p:sp>
        <p:nvSpPr>
          <p:cNvPr id="44" name="Text 4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45" name="Text 4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Asking a wriggling child to stand still for a moment so you can read the height mark. The switch is the "stand still" command; the capacitor is the child holding the pose while you read.</a:t>
            </a:r>
            <a:endParaRPr lang="en-US" sz="1050" dirty="0"/>
          </a:p>
        </p:txBody>
      </p:sp>
      <p:sp>
        <p:nvSpPr>
          <p:cNvPr id="46" name="Shape 4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47" name="Shape 4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48" name="Text 4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49" name="Text 4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12-bit ADC at 40 MSPS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One reading every 25 ns: about half track, half hold</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During track the capacitor must settle to within 1/4096</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Needs a time constant of about 12 ns / ln(4096) ≈ 1.5 ns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Timing wobble: the hidden limit at high frequencies</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22</a:t>
            </a:r>
            <a:endParaRPr lang="en-US" sz="900" dirty="0"/>
          </a:p>
        </p:txBody>
      </p:sp>
      <p:sp>
        <p:nvSpPr>
          <p:cNvPr id="5" name="Shape 3"/>
          <p:cNvSpPr/>
          <p:nvPr/>
        </p:nvSpPr>
        <p:spPr>
          <a:xfrm>
            <a:off x="457200" y="1024128"/>
            <a:ext cx="4023360" cy="868680"/>
          </a:xfrm>
          <a:prstGeom prst="roundRect">
            <a:avLst>
              <a:gd name="adj" fmla="val 8421"/>
            </a:avLst>
          </a:prstGeom>
          <a:solidFill>
            <a:srgbClr val="EEF3F8"/>
          </a:solidFill>
          <a:ln w="12700">
            <a:solidFill>
              <a:srgbClr val="EEF3F8"/>
            </a:solidFill>
            <a:prstDash val="solid"/>
          </a:ln>
        </p:spPr>
      </p:sp>
      <p:sp>
        <p:nvSpPr>
          <p:cNvPr id="6" name="Text 4"/>
          <p:cNvSpPr txBox="1"/>
          <p:nvPr/>
        </p:nvSpPr>
        <p:spPr>
          <a:xfrm>
            <a:off x="594360" y="1024128"/>
            <a:ext cx="3749040" cy="612648"/>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SNR_jitter =</a:t>
            </a:r>
            <a:endParaRPr lang="en-US" sz="1600" dirty="0"/>
          </a:p>
          <a:p>
            <a:pPr algn="ctr" indent="0" marL="0">
              <a:buNone/>
            </a:pPr>
            <a:r>
              <a:rPr lang="en-US" sz="1600" dirty="0">
                <a:solidFill>
                  <a:srgbClr val="0B1F3A"/>
                </a:solidFill>
                <a:latin typeface="Cambria" pitchFamily="34" charset="0"/>
                <a:ea typeface="Cambria" pitchFamily="34" charset="-122"/>
                <a:cs typeface="Cambria" pitchFamily="34" charset="-120"/>
              </a:rPr>
              <a:t>−20 · log₁₀( 2π · f_in · t_j )</a:t>
            </a:r>
            <a:endParaRPr lang="en-US" sz="1600" dirty="0"/>
          </a:p>
        </p:txBody>
      </p:sp>
      <p:sp>
        <p:nvSpPr>
          <p:cNvPr id="7" name="Text 5"/>
          <p:cNvSpPr txBox="1"/>
          <p:nvPr/>
        </p:nvSpPr>
        <p:spPr>
          <a:xfrm>
            <a:off x="594360" y="159105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If the freeze moment wobbles by t_j seconds, this is the best accuracy you can get</a:t>
            </a:r>
            <a:endParaRPr lang="en-US" sz="1000" dirty="0"/>
          </a:p>
        </p:txBody>
      </p:sp>
      <p:sp>
        <p:nvSpPr>
          <p:cNvPr id="8" name="Text 6"/>
          <p:cNvSpPr txBox="1"/>
          <p:nvPr/>
        </p:nvSpPr>
        <p:spPr>
          <a:xfrm>
            <a:off x="457200" y="1984248"/>
            <a:ext cx="4023360" cy="15544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The switch never opens at exactly the same moment each time; the wobble is called jitter, t_j</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A fast-changing input moves a lot during that wobble, so the frozen value is slightly wrong</a:t>
            </a:r>
            <a:endParaRPr lang="en-US" sz="1150" dirty="0"/>
          </a:p>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Chart: three wobble sizes; every 10 × more wobble, or 10 × higher input frequency, costs 20 dB</a:t>
            </a:r>
            <a:endParaRPr lang="en-US" sz="1150" dirty="0"/>
          </a:p>
        </p:txBody>
      </p:sp>
      <p:graphicFrame>
        <p:nvGraphicFramePr>
          <p:cNvPr id="9"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1" name="Shape 8"/>
          <p:cNvSpPr/>
          <p:nvPr/>
        </p:nvSpPr>
        <p:spPr>
          <a:xfrm>
            <a:off x="566928" y="3776472"/>
            <a:ext cx="237744" cy="237744"/>
          </a:xfrm>
          <a:prstGeom prst="ellipse">
            <a:avLst/>
          </a:prstGeom>
          <a:solidFill>
            <a:srgbClr val="2EC4B6"/>
          </a:solidFill>
          <a:ln w="12700">
            <a:solidFill>
              <a:srgbClr val="2EC4B6"/>
            </a:solidFill>
            <a:prstDash val="solid"/>
          </a:ln>
        </p:spPr>
      </p:sp>
      <p:sp>
        <p:nvSpPr>
          <p:cNvPr id="12" name="Text 9"/>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3" name="Text 10"/>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Photographing a sprinter. If the shutter fires a little late you capture a different position. The faster the runner (higher input frequency), the bigger the error from the same timing slip.</a:t>
            </a:r>
            <a:endParaRPr lang="en-US" sz="1050" dirty="0"/>
          </a:p>
        </p:txBody>
      </p:sp>
      <p:sp>
        <p:nvSpPr>
          <p:cNvPr id="14" name="Shape 11"/>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5" name="Shape 12"/>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6" name="Text 13"/>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7" name="Text 14"/>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100 MHz input, 1 ps wobble</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SNR limit = −20 log₁₀(2π × 1e8 × 1e−12) = 64 dB</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That is only about 10 good bits, whatever the chip claims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To keep 12 bits at 100 MHz you need about 100 fs of wobble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Quantisation: a ruler with 2ᴺ marks</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23</a:t>
            </a:r>
            <a:endParaRPr lang="en-US" sz="900" dirty="0"/>
          </a:p>
        </p:txBody>
      </p:sp>
      <p:sp>
        <p:nvSpPr>
          <p:cNvPr id="5" name="Shape 3"/>
          <p:cNvSpPr/>
          <p:nvPr/>
        </p:nvSpPr>
        <p:spPr>
          <a:xfrm>
            <a:off x="457200" y="1024128"/>
            <a:ext cx="4023360" cy="640080"/>
          </a:xfrm>
          <a:prstGeom prst="roundRect">
            <a:avLst>
              <a:gd name="adj" fmla="val 11429"/>
            </a:avLst>
          </a:prstGeom>
          <a:solidFill>
            <a:srgbClr val="EEF3F8"/>
          </a:solidFill>
          <a:ln w="12700">
            <a:solidFill>
              <a:srgbClr val="EEF3F8"/>
            </a:solidFill>
            <a:prstDash val="solid"/>
          </a:ln>
        </p:spPr>
      </p:sp>
      <p:sp>
        <p:nvSpPr>
          <p:cNvPr id="6" name="Text 4"/>
          <p:cNvSpPr txBox="1"/>
          <p:nvPr/>
        </p:nvSpPr>
        <p:spPr>
          <a:xfrm>
            <a:off x="594360" y="1024128"/>
            <a:ext cx="3749040" cy="384048"/>
          </a:xfrm>
          <a:prstGeom prst="rect">
            <a:avLst/>
          </a:prstGeom>
          <a:noFill/>
          <a:ln/>
        </p:spPr>
        <p:txBody>
          <a:bodyPr wrap="square" lIns="0" tIns="0" rIns="0" bIns="0" rtlCol="0" anchor="ctr"/>
          <a:lstStyle/>
          <a:p>
            <a:pPr algn="ctr" indent="0" marL="0">
              <a:buNone/>
            </a:pPr>
            <a:r>
              <a:rPr lang="en-US" sz="1800" dirty="0">
                <a:solidFill>
                  <a:srgbClr val="0B1F3A"/>
                </a:solidFill>
                <a:latin typeface="Cambria" pitchFamily="34" charset="0"/>
                <a:ea typeface="Cambria" pitchFamily="34" charset="-122"/>
                <a:cs typeface="Cambria" pitchFamily="34" charset="-120"/>
              </a:rPr>
              <a:t>LSB = V_FS / 2ᴺ</a:t>
            </a:r>
            <a:endParaRPr lang="en-US" sz="1800" dirty="0"/>
          </a:p>
        </p:txBody>
      </p:sp>
      <p:sp>
        <p:nvSpPr>
          <p:cNvPr id="7" name="Text 5"/>
          <p:cNvSpPr txBox="1"/>
          <p:nvPr/>
        </p:nvSpPr>
        <p:spPr>
          <a:xfrm>
            <a:off x="594360" y="136245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Size of one step (LSB = least significant bit) for an N-bit ruler over V_FS volts</a:t>
            </a:r>
            <a:endParaRPr lang="en-US" sz="1000" dirty="0"/>
          </a:p>
        </p:txBody>
      </p:sp>
      <p:sp>
        <p:nvSpPr>
          <p:cNvPr id="8" name="Shape 6"/>
          <p:cNvSpPr/>
          <p:nvPr/>
        </p:nvSpPr>
        <p:spPr>
          <a:xfrm>
            <a:off x="457200" y="1755648"/>
            <a:ext cx="4023360" cy="640080"/>
          </a:xfrm>
          <a:prstGeom prst="roundRect">
            <a:avLst>
              <a:gd name="adj" fmla="val 11429"/>
            </a:avLst>
          </a:prstGeom>
          <a:solidFill>
            <a:srgbClr val="EEF3F8"/>
          </a:solidFill>
          <a:ln w="12700">
            <a:solidFill>
              <a:srgbClr val="EEF3F8"/>
            </a:solidFill>
            <a:prstDash val="solid"/>
          </a:ln>
        </p:spPr>
      </p:sp>
      <p:sp>
        <p:nvSpPr>
          <p:cNvPr id="9" name="Text 7"/>
          <p:cNvSpPr txBox="1"/>
          <p:nvPr/>
        </p:nvSpPr>
        <p:spPr>
          <a:xfrm>
            <a:off x="594360" y="1755648"/>
            <a:ext cx="3749040" cy="384048"/>
          </a:xfrm>
          <a:prstGeom prst="rect">
            <a:avLst/>
          </a:prstGeom>
          <a:noFill/>
          <a:ln/>
        </p:spPr>
        <p:txBody>
          <a:bodyPr wrap="square" lIns="0" tIns="0" rIns="0" bIns="0" rtlCol="0" anchor="ctr"/>
          <a:lstStyle/>
          <a:p>
            <a:pPr algn="ctr" indent="0" marL="0">
              <a:buNone/>
            </a:pPr>
            <a:r>
              <a:rPr lang="en-US" sz="1800" dirty="0">
                <a:solidFill>
                  <a:srgbClr val="0B1F3A"/>
                </a:solidFill>
                <a:latin typeface="Cambria" pitchFamily="34" charset="0"/>
                <a:ea typeface="Cambria" pitchFamily="34" charset="-122"/>
                <a:cs typeface="Cambria" pitchFamily="34" charset="-120"/>
              </a:rPr>
              <a:t>code = round( V_in / LSB )</a:t>
            </a:r>
            <a:endParaRPr lang="en-US" sz="1800" dirty="0"/>
          </a:p>
        </p:txBody>
      </p:sp>
      <p:sp>
        <p:nvSpPr>
          <p:cNvPr id="10" name="Text 8"/>
          <p:cNvSpPr txBox="1"/>
          <p:nvPr/>
        </p:nvSpPr>
        <p:spPr>
          <a:xfrm>
            <a:off x="594360" y="209397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The mark number: how many steps fit into the input</a:t>
            </a:r>
            <a:endParaRPr lang="en-US" sz="1000" dirty="0"/>
          </a:p>
        </p:txBody>
      </p:sp>
      <p:sp>
        <p:nvSpPr>
          <p:cNvPr id="11" name="Text 9"/>
          <p:cNvSpPr txBox="1"/>
          <p:nvPr/>
        </p:nvSpPr>
        <p:spPr>
          <a:xfrm>
            <a:off x="457200" y="2487168"/>
            <a:ext cx="4023360" cy="4114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4213D"/>
                </a:solidFill>
                <a:latin typeface="Calibri" pitchFamily="34" charset="0"/>
                <a:ea typeface="Calibri" pitchFamily="34" charset="-122"/>
                <a:cs typeface="Calibri" pitchFamily="34" charset="-120"/>
              </a:rPr>
              <a:t>Chart: a 3-bit ruler (8 marks) turning a smooth ramp into a staircase</a:t>
            </a:r>
            <a:endParaRPr lang="en-US" sz="1150" dirty="0"/>
          </a:p>
        </p:txBody>
      </p:sp>
      <p:sp>
        <p:nvSpPr>
          <p:cNvPr id="12" name="Text 10"/>
          <p:cNvSpPr txBox="1"/>
          <p:nvPr/>
        </p:nvSpPr>
        <p:spPr>
          <a:xfrm>
            <a:off x="457200" y="2907792"/>
            <a:ext cx="1280160" cy="385511"/>
          </a:xfrm>
          <a:prstGeom prst="rect">
            <a:avLst/>
          </a:prstGeom>
          <a:noFill/>
          <a:ln/>
        </p:spPr>
        <p:txBody>
          <a:bodyPr wrap="square" lIns="0" tIns="0" rIns="0" bIns="0" rtlCol="0" anchor="b"/>
          <a:lstStyle/>
          <a:p>
            <a:pPr algn="ctr" indent="0" marL="0">
              <a:buNone/>
            </a:pPr>
            <a:r>
              <a:rPr lang="en-US" sz="2000" b="1" dirty="0">
                <a:solidFill>
                  <a:srgbClr val="0B1F3A"/>
                </a:solidFill>
                <a:latin typeface="Cambria" pitchFamily="34" charset="0"/>
                <a:ea typeface="Cambria" pitchFamily="34" charset="-122"/>
                <a:cs typeface="Cambria" pitchFamily="34" charset="-120"/>
              </a:rPr>
              <a:t>8</a:t>
            </a:r>
            <a:endParaRPr lang="en-US" sz="2000" dirty="0"/>
          </a:p>
        </p:txBody>
      </p:sp>
      <p:sp>
        <p:nvSpPr>
          <p:cNvPr id="13" name="Text 11"/>
          <p:cNvSpPr txBox="1"/>
          <p:nvPr/>
        </p:nvSpPr>
        <p:spPr>
          <a:xfrm>
            <a:off x="457200" y="3293303"/>
            <a:ext cx="1280160" cy="23628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marks with 3 bits</a:t>
            </a:r>
            <a:endParaRPr lang="en-US" sz="1100" dirty="0"/>
          </a:p>
        </p:txBody>
      </p:sp>
      <p:sp>
        <p:nvSpPr>
          <p:cNvPr id="14" name="Text 12"/>
          <p:cNvSpPr txBox="1"/>
          <p:nvPr/>
        </p:nvSpPr>
        <p:spPr>
          <a:xfrm>
            <a:off x="1828800" y="2907792"/>
            <a:ext cx="1280160" cy="385511"/>
          </a:xfrm>
          <a:prstGeom prst="rect">
            <a:avLst/>
          </a:prstGeom>
          <a:noFill/>
          <a:ln/>
        </p:spPr>
        <p:txBody>
          <a:bodyPr wrap="square" lIns="0" tIns="0" rIns="0" bIns="0" rtlCol="0" anchor="b"/>
          <a:lstStyle/>
          <a:p>
            <a:pPr algn="ctr" indent="0" marL="0">
              <a:buNone/>
            </a:pPr>
            <a:r>
              <a:rPr lang="en-US" sz="2000" b="1" dirty="0">
                <a:solidFill>
                  <a:srgbClr val="2EC4B6"/>
                </a:solidFill>
                <a:latin typeface="Cambria" pitchFamily="34" charset="0"/>
                <a:ea typeface="Cambria" pitchFamily="34" charset="-122"/>
                <a:cs typeface="Cambria" pitchFamily="34" charset="-120"/>
              </a:rPr>
              <a:t>4096</a:t>
            </a:r>
            <a:endParaRPr lang="en-US" sz="2000" dirty="0"/>
          </a:p>
        </p:txBody>
      </p:sp>
      <p:sp>
        <p:nvSpPr>
          <p:cNvPr id="15" name="Text 13"/>
          <p:cNvSpPr txBox="1"/>
          <p:nvPr/>
        </p:nvSpPr>
        <p:spPr>
          <a:xfrm>
            <a:off x="1828800" y="3293303"/>
            <a:ext cx="1280160" cy="23628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marks with 12 bits</a:t>
            </a:r>
            <a:endParaRPr lang="en-US" sz="1100" dirty="0"/>
          </a:p>
        </p:txBody>
      </p:sp>
      <p:sp>
        <p:nvSpPr>
          <p:cNvPr id="16" name="Text 14"/>
          <p:cNvSpPr txBox="1"/>
          <p:nvPr/>
        </p:nvSpPr>
        <p:spPr>
          <a:xfrm>
            <a:off x="3200400" y="2907792"/>
            <a:ext cx="1280160" cy="385511"/>
          </a:xfrm>
          <a:prstGeom prst="rect">
            <a:avLst/>
          </a:prstGeom>
          <a:noFill/>
          <a:ln/>
        </p:spPr>
        <p:txBody>
          <a:bodyPr wrap="square" lIns="0" tIns="0" rIns="0" bIns="0" rtlCol="0" anchor="b"/>
          <a:lstStyle/>
          <a:p>
            <a:pPr algn="ctr" indent="0" marL="0">
              <a:buNone/>
            </a:pPr>
            <a:r>
              <a:rPr lang="en-US" sz="2000" b="1" dirty="0">
                <a:solidFill>
                  <a:srgbClr val="0B1F3A"/>
                </a:solidFill>
                <a:latin typeface="Cambria" pitchFamily="34" charset="0"/>
                <a:ea typeface="Cambria" pitchFamily="34" charset="-122"/>
                <a:cs typeface="Cambria" pitchFamily="34" charset="-120"/>
              </a:rPr>
              <a:t>16.7 M</a:t>
            </a:r>
            <a:endParaRPr lang="en-US" sz="2000" dirty="0"/>
          </a:p>
        </p:txBody>
      </p:sp>
      <p:sp>
        <p:nvSpPr>
          <p:cNvPr id="17" name="Text 15"/>
          <p:cNvSpPr txBox="1"/>
          <p:nvPr/>
        </p:nvSpPr>
        <p:spPr>
          <a:xfrm>
            <a:off x="3200400" y="3293303"/>
            <a:ext cx="1280160" cy="236281"/>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marks with 24 bits</a:t>
            </a:r>
            <a:endParaRPr lang="en-US" sz="1100" dirty="0"/>
          </a:p>
        </p:txBody>
      </p:sp>
      <p:graphicFrame>
        <p:nvGraphicFramePr>
          <p:cNvPr id="18"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0" name="Shape 17"/>
          <p:cNvSpPr/>
          <p:nvPr/>
        </p:nvSpPr>
        <p:spPr>
          <a:xfrm>
            <a:off x="566928" y="3776472"/>
            <a:ext cx="237744" cy="237744"/>
          </a:xfrm>
          <a:prstGeom prst="ellipse">
            <a:avLst/>
          </a:prstGeom>
          <a:solidFill>
            <a:srgbClr val="2EC4B6"/>
          </a:solidFill>
          <a:ln w="12700">
            <a:solidFill>
              <a:srgbClr val="2EC4B6"/>
            </a:solidFill>
            <a:prstDash val="solid"/>
          </a:ln>
        </p:spPr>
      </p:sp>
      <p:sp>
        <p:nvSpPr>
          <p:cNvPr id="21" name="Text 18"/>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ruler marked only in whole centimetres: a 173.6 cm person is written down as 174. The rounding is the quantisation error. Add millimetre marks (more bits) and the error shrinks ten-fold.</a:t>
            </a:r>
            <a:endParaRPr lang="en-US" sz="1050" dirty="0"/>
          </a:p>
        </p:txBody>
      </p:sp>
      <p:sp>
        <p:nvSpPr>
          <p:cNvPr id="23" name="Shape 20"/>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4" name="Shape 21"/>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5" name="Text 22"/>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6" name="Text 23"/>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3 bits versus 12 bits, 2 V range</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3 bits: 8 marks, step = 2 / 8 = 0.25 V</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12 bits: 4096 marks, step = 2 / 4096 = 0.49 mV</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Input 0.26 V → 3-bit reads 0.25 V, 12-bit reads 0.2598 V</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rounding error looks like noise</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24</a:t>
            </a:r>
            <a:endParaRPr lang="en-US" sz="900" dirty="0"/>
          </a:p>
        </p:txBody>
      </p:sp>
      <p:sp>
        <p:nvSpPr>
          <p:cNvPr id="5" name="Shape 3"/>
          <p:cNvSpPr/>
          <p:nvPr/>
        </p:nvSpPr>
        <p:spPr>
          <a:xfrm>
            <a:off x="457200" y="1024128"/>
            <a:ext cx="4023360" cy="841248"/>
          </a:xfrm>
          <a:prstGeom prst="roundRect">
            <a:avLst>
              <a:gd name="adj" fmla="val 8696"/>
            </a:avLst>
          </a:prstGeom>
          <a:solidFill>
            <a:srgbClr val="EEF3F8"/>
          </a:solidFill>
          <a:ln w="12700">
            <a:solidFill>
              <a:srgbClr val="EEF3F8"/>
            </a:solidFill>
            <a:prstDash val="solid"/>
          </a:ln>
        </p:spPr>
      </p:sp>
      <p:sp>
        <p:nvSpPr>
          <p:cNvPr id="6" name="Text 4"/>
          <p:cNvSpPr txBox="1"/>
          <p:nvPr/>
        </p:nvSpPr>
        <p:spPr>
          <a:xfrm>
            <a:off x="594360" y="1024128"/>
            <a:ext cx="3749040" cy="585216"/>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e = V_in − V_q</a:t>
            </a:r>
            <a:endParaRPr lang="en-US" sz="1600" dirty="0"/>
          </a:p>
          <a:p>
            <a:pPr algn="ctr" indent="0" marL="0">
              <a:buNone/>
            </a:pPr>
            <a:r>
              <a:rPr lang="en-US" sz="1600" dirty="0">
                <a:solidFill>
                  <a:srgbClr val="0B1F3A"/>
                </a:solidFill>
                <a:latin typeface="Cambria" pitchFamily="34" charset="0"/>
                <a:ea typeface="Cambria" pitchFamily="34" charset="-122"/>
                <a:cs typeface="Cambria" pitchFamily="34" charset="-120"/>
              </a:rPr>
              <a:t>−LSB/2 ≤ e &lt; +LSB/2</a:t>
            </a:r>
            <a:endParaRPr lang="en-US" sz="1600" dirty="0"/>
          </a:p>
        </p:txBody>
      </p:sp>
      <p:sp>
        <p:nvSpPr>
          <p:cNvPr id="7" name="Text 5"/>
          <p:cNvSpPr txBox="1"/>
          <p:nvPr/>
        </p:nvSpPr>
        <p:spPr>
          <a:xfrm>
            <a:off x="594360" y="1563624"/>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The error is never more than half a step either way</a:t>
            </a:r>
            <a:endParaRPr lang="en-US" sz="1000" dirty="0"/>
          </a:p>
        </p:txBody>
      </p:sp>
      <p:sp>
        <p:nvSpPr>
          <p:cNvPr id="8" name="Shape 6"/>
          <p:cNvSpPr/>
          <p:nvPr/>
        </p:nvSpPr>
        <p:spPr>
          <a:xfrm>
            <a:off x="4663440" y="1024128"/>
            <a:ext cx="4023360" cy="841248"/>
          </a:xfrm>
          <a:prstGeom prst="roundRect">
            <a:avLst>
              <a:gd name="adj" fmla="val 8696"/>
            </a:avLst>
          </a:prstGeom>
          <a:solidFill>
            <a:srgbClr val="EEF3F8"/>
          </a:solidFill>
          <a:ln w="12700">
            <a:solidFill>
              <a:srgbClr val="EEF3F8"/>
            </a:solidFill>
            <a:prstDash val="solid"/>
          </a:ln>
        </p:spPr>
      </p:sp>
      <p:sp>
        <p:nvSpPr>
          <p:cNvPr id="9" name="Text 7"/>
          <p:cNvSpPr txBox="1"/>
          <p:nvPr/>
        </p:nvSpPr>
        <p:spPr>
          <a:xfrm>
            <a:off x="4800600" y="1024128"/>
            <a:ext cx="3749040" cy="585216"/>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σ²_e = LSB² / 12</a:t>
            </a:r>
            <a:endParaRPr lang="en-US" sz="1600" dirty="0"/>
          </a:p>
        </p:txBody>
      </p:sp>
      <p:sp>
        <p:nvSpPr>
          <p:cNvPr id="10" name="Text 8"/>
          <p:cNvSpPr txBox="1"/>
          <p:nvPr/>
        </p:nvSpPr>
        <p:spPr>
          <a:xfrm>
            <a:off x="4800600" y="1563624"/>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Its average power, if every error size is equally likely</a:t>
            </a:r>
            <a:endParaRPr lang="en-US" sz="1000" dirty="0"/>
          </a:p>
        </p:txBody>
      </p:sp>
      <p:sp>
        <p:nvSpPr>
          <p:cNvPr id="11" name="Text 9"/>
          <p:cNvSpPr txBox="1"/>
          <p:nvPr/>
        </p:nvSpPr>
        <p:spPr>
          <a:xfrm>
            <a:off x="457200" y="1938528"/>
            <a:ext cx="8229600" cy="45720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Left chart: error against input is a sawtooth; right chart: how often each error size occurs is flat</a:t>
            </a:r>
            <a:endParaRPr lang="en-US" sz="1100" dirty="0"/>
          </a:p>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For a busy signal the errors look random, so we treat rounding as a small extra hiss</a:t>
            </a:r>
            <a:endParaRPr lang="en-US" sz="1100" dirty="0"/>
          </a:p>
        </p:txBody>
      </p:sp>
      <p:graphicFrame>
        <p:nvGraphicFramePr>
          <p:cNvPr id="12" name="Chart 0" descr=""/>
          <p:cNvGraphicFramePr/>
          <p:nvPr/>
        </p:nvGraphicFramePr>
        <p:xfrm>
          <a:off x="457200" y="2423160"/>
          <a:ext cx="4023360" cy="1143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Chart 1" descr=""/>
          <p:cNvGraphicFramePr/>
          <p:nvPr/>
        </p:nvGraphicFramePr>
        <p:xfrm>
          <a:off x="4663440" y="2423160"/>
          <a:ext cx="4023360" cy="1143000"/>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5"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6"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7"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Rounding every shop price to the nearest 10p: sometimes you gain, sometimes you lose, never more than 5p, and over a month it averages out like small random noise.</a:t>
            </a:r>
            <a:endParaRPr lang="en-US" sz="1050" dirty="0"/>
          </a:p>
        </p:txBody>
      </p:sp>
      <p:sp>
        <p:nvSpPr>
          <p:cNvPr id="18"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9"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0"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1"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12-bit, 2 V range</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Step = 0.49 mV, so error is within ±0.24 mV</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Error power = (0.49 mV)² / 12 → rms error = 0.14 mV</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Compared with a 1 V signal that is 1 part in 7000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The famous rule: 6 dB per bit</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25</a:t>
            </a:r>
            <a:endParaRPr lang="en-US" sz="900" dirty="0"/>
          </a:p>
        </p:txBody>
      </p:sp>
      <p:sp>
        <p:nvSpPr>
          <p:cNvPr id="5" name="Shape 3"/>
          <p:cNvSpPr/>
          <p:nvPr/>
        </p:nvSpPr>
        <p:spPr>
          <a:xfrm>
            <a:off x="457200" y="1024128"/>
            <a:ext cx="4846320" cy="786384"/>
          </a:xfrm>
          <a:prstGeom prst="roundRect">
            <a:avLst>
              <a:gd name="adj" fmla="val 9302"/>
            </a:avLst>
          </a:prstGeom>
          <a:solidFill>
            <a:srgbClr val="EEF3F8"/>
          </a:solidFill>
          <a:ln w="12700">
            <a:solidFill>
              <a:srgbClr val="EEF3F8"/>
            </a:solidFill>
            <a:prstDash val="solid"/>
          </a:ln>
        </p:spPr>
      </p:sp>
      <p:sp>
        <p:nvSpPr>
          <p:cNvPr id="6" name="Text 4"/>
          <p:cNvSpPr txBox="1"/>
          <p:nvPr/>
        </p:nvSpPr>
        <p:spPr>
          <a:xfrm>
            <a:off x="594360" y="1024128"/>
            <a:ext cx="457200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P_signal = (V_FS / 2)² / 2</a:t>
            </a:r>
            <a:endParaRPr lang="en-US" sz="1500" dirty="0"/>
          </a:p>
          <a:p>
            <a:pPr algn="ctr" indent="0" marL="0">
              <a:buNone/>
            </a:pPr>
            <a:r>
              <a:rPr lang="en-US" sz="1500" dirty="0">
                <a:solidFill>
                  <a:srgbClr val="0B1F3A"/>
                </a:solidFill>
                <a:latin typeface="Cambria" pitchFamily="34" charset="0"/>
                <a:ea typeface="Cambria" pitchFamily="34" charset="-122"/>
                <a:cs typeface="Cambria" pitchFamily="34" charset="-120"/>
              </a:rPr>
              <a:t>P_noise = LSB² / 12</a:t>
            </a:r>
            <a:endParaRPr lang="en-US" sz="1500" dirty="0"/>
          </a:p>
        </p:txBody>
      </p:sp>
      <p:sp>
        <p:nvSpPr>
          <p:cNvPr id="7" name="Text 5"/>
          <p:cNvSpPr txBox="1"/>
          <p:nvPr/>
        </p:nvSpPr>
        <p:spPr>
          <a:xfrm>
            <a:off x="594360" y="1508760"/>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Biggest clean sine wave versus the rounding hiss</a:t>
            </a:r>
            <a:endParaRPr lang="en-US" sz="1000" dirty="0"/>
          </a:p>
        </p:txBody>
      </p:sp>
      <p:sp>
        <p:nvSpPr>
          <p:cNvPr id="8" name="Shape 6"/>
          <p:cNvSpPr/>
          <p:nvPr/>
        </p:nvSpPr>
        <p:spPr>
          <a:xfrm>
            <a:off x="457200" y="1901952"/>
            <a:ext cx="4846320" cy="786384"/>
          </a:xfrm>
          <a:prstGeom prst="roundRect">
            <a:avLst>
              <a:gd name="adj" fmla="val 9302"/>
            </a:avLst>
          </a:prstGeom>
          <a:solidFill>
            <a:srgbClr val="EEF3F8"/>
          </a:solidFill>
          <a:ln w="12700">
            <a:solidFill>
              <a:srgbClr val="EEF3F8"/>
            </a:solidFill>
            <a:prstDash val="solid"/>
          </a:ln>
        </p:spPr>
      </p:sp>
      <p:sp>
        <p:nvSpPr>
          <p:cNvPr id="9" name="Text 7"/>
          <p:cNvSpPr txBox="1"/>
          <p:nvPr/>
        </p:nvSpPr>
        <p:spPr>
          <a:xfrm>
            <a:off x="594360" y="1901952"/>
            <a:ext cx="457200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SNR = 6.02 · N + 1.76 dB</a:t>
            </a:r>
            <a:endParaRPr lang="en-US" sz="1500" dirty="0"/>
          </a:p>
        </p:txBody>
      </p:sp>
      <p:sp>
        <p:nvSpPr>
          <p:cNvPr id="10" name="Text 8"/>
          <p:cNvSpPr txBox="1"/>
          <p:nvPr/>
        </p:nvSpPr>
        <p:spPr>
          <a:xfrm>
            <a:off x="594360" y="2386584"/>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Divide them and take the log: every bit adds about 6 dB</a:t>
            </a:r>
            <a:endParaRPr lang="en-US" sz="1000" dirty="0"/>
          </a:p>
        </p:txBody>
      </p:sp>
      <p:sp>
        <p:nvSpPr>
          <p:cNvPr id="11" name="Shape 9"/>
          <p:cNvSpPr/>
          <p:nvPr/>
        </p:nvSpPr>
        <p:spPr>
          <a:xfrm>
            <a:off x="457200" y="2779776"/>
            <a:ext cx="4846320" cy="786384"/>
          </a:xfrm>
          <a:prstGeom prst="roundRect">
            <a:avLst>
              <a:gd name="adj" fmla="val 9302"/>
            </a:avLst>
          </a:prstGeom>
          <a:solidFill>
            <a:srgbClr val="EEF3F8"/>
          </a:solidFill>
          <a:ln w="12700">
            <a:solidFill>
              <a:srgbClr val="EEF3F8"/>
            </a:solidFill>
            <a:prstDash val="solid"/>
          </a:ln>
        </p:spPr>
      </p:sp>
      <p:sp>
        <p:nvSpPr>
          <p:cNvPr id="12" name="Text 10"/>
          <p:cNvSpPr txBox="1"/>
          <p:nvPr/>
        </p:nvSpPr>
        <p:spPr>
          <a:xfrm>
            <a:off x="594360" y="2779776"/>
            <a:ext cx="457200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ENOB = ( SINAD − 1.76 ) / 6.02</a:t>
            </a:r>
            <a:endParaRPr lang="en-US" sz="1500" dirty="0"/>
          </a:p>
        </p:txBody>
      </p:sp>
      <p:sp>
        <p:nvSpPr>
          <p:cNvPr id="13" name="Text 11"/>
          <p:cNvSpPr txBox="1"/>
          <p:nvPr/>
        </p:nvSpPr>
        <p:spPr>
          <a:xfrm>
            <a:off x="594360" y="3264408"/>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Run the rule backwards on a measurement to get the real, effective number of bits</a:t>
            </a:r>
            <a:endParaRPr lang="en-US" sz="1000" dirty="0"/>
          </a:p>
        </p:txBody>
      </p:sp>
      <p:graphicFrame>
        <p:nvGraphicFramePr>
          <p:cNvPr id="14" name="Chart 0" descr=""/>
          <p:cNvGraphicFramePr/>
          <p:nvPr/>
        </p:nvGraphicFramePr>
        <p:xfrm>
          <a:off x="5486400" y="1024128"/>
          <a:ext cx="3200400" cy="173736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5486400" y="2788920"/>
            <a:ext cx="1554480" cy="464881"/>
          </a:xfrm>
          <a:prstGeom prst="rect">
            <a:avLst/>
          </a:prstGeom>
          <a:noFill/>
          <a:ln/>
        </p:spPr>
        <p:txBody>
          <a:bodyPr wrap="square" lIns="0" tIns="0" rIns="0" bIns="0" rtlCol="0" anchor="b"/>
          <a:lstStyle/>
          <a:p>
            <a:pPr algn="ctr" indent="0" marL="0">
              <a:buNone/>
            </a:pPr>
            <a:r>
              <a:rPr lang="en-US" sz="2600" b="1" dirty="0">
                <a:solidFill>
                  <a:srgbClr val="2EC4B6"/>
                </a:solidFill>
                <a:latin typeface="Cambria" pitchFamily="34" charset="0"/>
                <a:ea typeface="Cambria" pitchFamily="34" charset="-122"/>
                <a:cs typeface="Cambria" pitchFamily="34" charset="-120"/>
              </a:rPr>
              <a:t>6 dB</a:t>
            </a:r>
            <a:endParaRPr lang="en-US" sz="2600" dirty="0"/>
          </a:p>
        </p:txBody>
      </p:sp>
      <p:sp>
        <p:nvSpPr>
          <p:cNvPr id="16" name="Text 13"/>
          <p:cNvSpPr txBox="1"/>
          <p:nvPr/>
        </p:nvSpPr>
        <p:spPr>
          <a:xfrm>
            <a:off x="5486400" y="3253801"/>
            <a:ext cx="1554480" cy="284927"/>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per bit</a:t>
            </a:r>
            <a:endParaRPr lang="en-US" sz="1100" dirty="0"/>
          </a:p>
        </p:txBody>
      </p:sp>
      <p:sp>
        <p:nvSpPr>
          <p:cNvPr id="17" name="Text 14"/>
          <p:cNvSpPr txBox="1"/>
          <p:nvPr/>
        </p:nvSpPr>
        <p:spPr>
          <a:xfrm>
            <a:off x="7132320" y="2788920"/>
            <a:ext cx="1554480" cy="464881"/>
          </a:xfrm>
          <a:prstGeom prst="rect">
            <a:avLst/>
          </a:prstGeom>
          <a:noFill/>
          <a:ln/>
        </p:spPr>
        <p:txBody>
          <a:bodyPr wrap="square" lIns="0" tIns="0" rIns="0" bIns="0" rtlCol="0" anchor="b"/>
          <a:lstStyle/>
          <a:p>
            <a:pPr algn="ctr" indent="0" marL="0">
              <a:buNone/>
            </a:pPr>
            <a:r>
              <a:rPr lang="en-US" sz="2600" b="1" dirty="0">
                <a:solidFill>
                  <a:srgbClr val="0B1F3A"/>
                </a:solidFill>
                <a:latin typeface="Cambria" pitchFamily="34" charset="0"/>
                <a:ea typeface="Cambria" pitchFamily="34" charset="-122"/>
                <a:cs typeface="Cambria" pitchFamily="34" charset="-120"/>
              </a:rPr>
              <a:t>74 dB</a:t>
            </a:r>
            <a:endParaRPr lang="en-US" sz="2600" dirty="0"/>
          </a:p>
        </p:txBody>
      </p:sp>
      <p:sp>
        <p:nvSpPr>
          <p:cNvPr id="18" name="Text 15"/>
          <p:cNvSpPr txBox="1"/>
          <p:nvPr/>
        </p:nvSpPr>
        <p:spPr>
          <a:xfrm>
            <a:off x="7132320" y="3253801"/>
            <a:ext cx="1554480" cy="284927"/>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ideal 12-bit</a:t>
            </a:r>
            <a:endParaRPr lang="en-US" sz="1100" dirty="0"/>
          </a:p>
        </p:txBody>
      </p:sp>
      <p:sp>
        <p:nvSpPr>
          <p:cNvPr id="19" name="Shape 16"/>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0" name="Shape 17"/>
          <p:cNvSpPr/>
          <p:nvPr/>
        </p:nvSpPr>
        <p:spPr>
          <a:xfrm>
            <a:off x="566928" y="3776472"/>
            <a:ext cx="237744" cy="237744"/>
          </a:xfrm>
          <a:prstGeom prst="ellipse">
            <a:avLst/>
          </a:prstGeom>
          <a:solidFill>
            <a:srgbClr val="2EC4B6"/>
          </a:solidFill>
          <a:ln w="12700">
            <a:solidFill>
              <a:srgbClr val="2EC4B6"/>
            </a:solidFill>
            <a:prstDash val="solid"/>
          </a:ln>
        </p:spPr>
      </p:sp>
      <p:sp>
        <p:nvSpPr>
          <p:cNvPr id="21" name="Text 18"/>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Each extra bit doubles the number of ruler marks, so the rounding error halves. Halving a voltage error is 6 dB. Ten bits buy 60 dB, twenty bits buy 120 dB.</a:t>
            </a:r>
            <a:endParaRPr lang="en-US" sz="1050" dirty="0"/>
          </a:p>
        </p:txBody>
      </p:sp>
      <p:sp>
        <p:nvSpPr>
          <p:cNvPr id="23" name="Shape 20"/>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4" name="Shape 21"/>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5" name="Text 22"/>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6" name="Text 23"/>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Reading a datasheet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Ideal 12-bit: 6.02 × 12 + 1.76 = 74 dB</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real "14-bit" ADC measures 72 dB at 70 MHz input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ENOB = (72 − 1.76) / 6.02 = 11.7: really an 11.7-bit ADC there</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Flash ADC: ask every question at once</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26</a:t>
            </a:r>
            <a:endParaRPr lang="en-US" sz="900" dirty="0"/>
          </a:p>
        </p:txBody>
      </p:sp>
      <p:sp>
        <p:nvSpPr>
          <p:cNvPr id="5" name="Text 3"/>
          <p:cNvSpPr txBox="1"/>
          <p:nvPr/>
        </p:nvSpPr>
        <p:spPr>
          <a:xfrm>
            <a:off x="960120" y="877824"/>
            <a:ext cx="640080" cy="228600"/>
          </a:xfrm>
          <a:prstGeom prst="rect">
            <a:avLst/>
          </a:prstGeom>
          <a:noFill/>
          <a:ln/>
        </p:spPr>
        <p:txBody>
          <a:bodyPr wrap="square" lIns="0" tIns="0" rIns="0" bIns="0" rtlCol="0" anchor="ctr"/>
          <a:lstStyle/>
          <a:p>
            <a:pPr algn="ctr" indent="0" marL="0">
              <a:buNone/>
            </a:pPr>
            <a:r>
              <a:rPr lang="en-US" sz="900" b="1" dirty="0">
                <a:solidFill>
                  <a:srgbClr val="0B1F3A"/>
                </a:solidFill>
                <a:latin typeface="Cambria" pitchFamily="34" charset="0"/>
                <a:ea typeface="Cambria" pitchFamily="34" charset="-122"/>
                <a:cs typeface="Cambria" pitchFamily="34" charset="-120"/>
              </a:rPr>
              <a:t>V_ref</a:t>
            </a:r>
            <a:endParaRPr lang="en-US" sz="900" dirty="0"/>
          </a:p>
        </p:txBody>
      </p:sp>
      <p:sp>
        <p:nvSpPr>
          <p:cNvPr id="6" name="Text 4"/>
          <p:cNvSpPr txBox="1"/>
          <p:nvPr/>
        </p:nvSpPr>
        <p:spPr>
          <a:xfrm>
            <a:off x="457200" y="2048256"/>
            <a:ext cx="457200" cy="274320"/>
          </a:xfrm>
          <a:prstGeom prst="rect">
            <a:avLst/>
          </a:prstGeom>
          <a:noFill/>
          <a:ln/>
        </p:spPr>
        <p:txBody>
          <a:bodyPr wrap="square" lIns="0" tIns="0" rIns="0" bIns="0" rtlCol="0" anchor="ctr"/>
          <a:lstStyle/>
          <a:p>
            <a:pPr algn="ctr" indent="0" marL="0">
              <a:buNone/>
            </a:pPr>
            <a:r>
              <a:rPr lang="en-US" sz="1000" b="1" dirty="0">
                <a:solidFill>
                  <a:srgbClr val="0B1F3A"/>
                </a:solidFill>
                <a:latin typeface="Cambria" pitchFamily="34" charset="0"/>
                <a:ea typeface="Cambria" pitchFamily="34" charset="-122"/>
                <a:cs typeface="Cambria" pitchFamily="34" charset="-120"/>
              </a:rPr>
              <a:t>V_in</a:t>
            </a:r>
            <a:endParaRPr lang="en-US" sz="1000" dirty="0"/>
          </a:p>
        </p:txBody>
      </p:sp>
      <p:sp>
        <p:nvSpPr>
          <p:cNvPr id="7" name="Shape 5"/>
          <p:cNvSpPr/>
          <p:nvPr/>
        </p:nvSpPr>
        <p:spPr>
          <a:xfrm>
            <a:off x="914400" y="2185416"/>
            <a:ext cx="182880" cy="0"/>
          </a:xfrm>
          <a:prstGeom prst="line">
            <a:avLst/>
          </a:prstGeom>
          <a:noFill/>
          <a:ln w="19050">
            <a:solidFill>
              <a:srgbClr val="0B1F3A"/>
            </a:solidFill>
            <a:prstDash val="solid"/>
          </a:ln>
        </p:spPr>
      </p:sp>
      <p:sp>
        <p:nvSpPr>
          <p:cNvPr id="8" name="Shape 6"/>
          <p:cNvSpPr/>
          <p:nvPr/>
        </p:nvSpPr>
        <p:spPr>
          <a:xfrm>
            <a:off x="1097280" y="1370457"/>
            <a:ext cx="0" cy="1629918"/>
          </a:xfrm>
          <a:prstGeom prst="line">
            <a:avLst/>
          </a:prstGeom>
          <a:noFill/>
          <a:ln w="19050">
            <a:solidFill>
              <a:srgbClr val="0B1F3A"/>
            </a:solidFill>
            <a:prstDash val="solid"/>
          </a:ln>
        </p:spPr>
      </p:sp>
      <p:sp>
        <p:nvSpPr>
          <p:cNvPr id="9" name="Text 7"/>
          <p:cNvSpPr txBox="1"/>
          <p:nvPr/>
        </p:nvSpPr>
        <p:spPr>
          <a:xfrm>
            <a:off x="1170432" y="116128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10" name="Shape 8"/>
          <p:cNvSpPr/>
          <p:nvPr/>
        </p:nvSpPr>
        <p:spPr>
          <a:xfrm>
            <a:off x="1280160" y="1292733"/>
            <a:ext cx="0" cy="104013"/>
          </a:xfrm>
          <a:prstGeom prst="line">
            <a:avLst/>
          </a:prstGeom>
          <a:noFill/>
          <a:ln w="12700">
            <a:solidFill>
              <a:srgbClr val="0B1F3A"/>
            </a:solidFill>
            <a:prstDash val="solid"/>
          </a:ln>
        </p:spPr>
      </p:sp>
      <p:sp>
        <p:nvSpPr>
          <p:cNvPr id="11" name="Shape 9"/>
          <p:cNvSpPr/>
          <p:nvPr/>
        </p:nvSpPr>
        <p:spPr>
          <a:xfrm>
            <a:off x="1280160" y="1311021"/>
            <a:ext cx="731520" cy="0"/>
          </a:xfrm>
          <a:prstGeom prst="line">
            <a:avLst/>
          </a:prstGeom>
          <a:noFill/>
          <a:ln w="9525">
            <a:solidFill>
              <a:srgbClr val="5B6B7F"/>
            </a:solidFill>
            <a:prstDash val="solid"/>
          </a:ln>
        </p:spPr>
      </p:sp>
      <p:sp>
        <p:nvSpPr>
          <p:cNvPr id="12" name="Shape 10"/>
          <p:cNvSpPr/>
          <p:nvPr/>
        </p:nvSpPr>
        <p:spPr>
          <a:xfrm rot="5400000">
            <a:off x="2011680" y="1186434"/>
            <a:ext cx="502920" cy="184023"/>
          </a:xfrm>
          <a:prstGeom prst="triangle">
            <a:avLst/>
          </a:prstGeom>
          <a:solidFill>
            <a:srgbClr val="EEF3F8"/>
          </a:solidFill>
          <a:ln w="9525">
            <a:solidFill>
              <a:srgbClr val="0B1F3A"/>
            </a:solidFill>
            <a:prstDash val="solid"/>
          </a:ln>
        </p:spPr>
      </p:sp>
      <p:sp>
        <p:nvSpPr>
          <p:cNvPr id="13" name="Shape 11"/>
          <p:cNvSpPr/>
          <p:nvPr/>
        </p:nvSpPr>
        <p:spPr>
          <a:xfrm>
            <a:off x="1097280" y="1192149"/>
            <a:ext cx="914400" cy="0"/>
          </a:xfrm>
          <a:prstGeom prst="line">
            <a:avLst/>
          </a:prstGeom>
          <a:noFill/>
          <a:ln w="9525">
            <a:solidFill>
              <a:srgbClr val="5B6B7F"/>
            </a:solidFill>
            <a:prstDash val="solid"/>
          </a:ln>
        </p:spPr>
      </p:sp>
      <p:sp>
        <p:nvSpPr>
          <p:cNvPr id="14" name="Shape 12"/>
          <p:cNvSpPr/>
          <p:nvPr/>
        </p:nvSpPr>
        <p:spPr>
          <a:xfrm>
            <a:off x="2514600" y="1292733"/>
            <a:ext cx="777240" cy="0"/>
          </a:xfrm>
          <a:prstGeom prst="line">
            <a:avLst/>
          </a:prstGeom>
          <a:noFill/>
          <a:ln w="9525">
            <a:solidFill>
              <a:srgbClr val="5B6B7F"/>
            </a:solidFill>
            <a:prstDash val="solid"/>
            <a:tailEnd type="triangle"/>
          </a:ln>
        </p:spPr>
      </p:sp>
      <p:sp>
        <p:nvSpPr>
          <p:cNvPr id="15" name="Text 13"/>
          <p:cNvSpPr txBox="1"/>
          <p:nvPr/>
        </p:nvSpPr>
        <p:spPr>
          <a:xfrm>
            <a:off x="2560320" y="1118997"/>
            <a:ext cx="274320" cy="228600"/>
          </a:xfrm>
          <a:prstGeom prst="rect">
            <a:avLst/>
          </a:prstGeom>
          <a:noFill/>
          <a:ln/>
        </p:spPr>
        <p:txBody>
          <a:bodyPr wrap="square" lIns="0" tIns="0" rIns="0" bIns="0" rtlCol="0" anchor="ctr"/>
          <a:lstStyle/>
          <a:p>
            <a:pPr algn="ctr" indent="0" marL="0">
              <a:buNone/>
            </a:pPr>
            <a:r>
              <a:rPr lang="en-US" sz="900" b="1" dirty="0">
                <a:solidFill>
                  <a:srgbClr val="5B6B7F"/>
                </a:solidFill>
                <a:latin typeface="Calibri" pitchFamily="34" charset="0"/>
                <a:ea typeface="Calibri" pitchFamily="34" charset="-122"/>
                <a:cs typeface="Calibri" pitchFamily="34" charset="-120"/>
              </a:rPr>
              <a:t>0</a:t>
            </a:r>
            <a:endParaRPr lang="en-US" sz="900" dirty="0"/>
          </a:p>
        </p:txBody>
      </p:sp>
      <p:sp>
        <p:nvSpPr>
          <p:cNvPr id="16" name="Text 14"/>
          <p:cNvSpPr txBox="1"/>
          <p:nvPr/>
        </p:nvSpPr>
        <p:spPr>
          <a:xfrm>
            <a:off x="1170432" y="142417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17" name="Shape 15"/>
          <p:cNvSpPr/>
          <p:nvPr/>
        </p:nvSpPr>
        <p:spPr>
          <a:xfrm>
            <a:off x="1280160" y="1555623"/>
            <a:ext cx="0" cy="104013"/>
          </a:xfrm>
          <a:prstGeom prst="line">
            <a:avLst/>
          </a:prstGeom>
          <a:noFill/>
          <a:ln w="12700">
            <a:solidFill>
              <a:srgbClr val="0B1F3A"/>
            </a:solidFill>
            <a:prstDash val="solid"/>
          </a:ln>
        </p:spPr>
      </p:sp>
      <p:sp>
        <p:nvSpPr>
          <p:cNvPr id="18" name="Shape 16"/>
          <p:cNvSpPr/>
          <p:nvPr/>
        </p:nvSpPr>
        <p:spPr>
          <a:xfrm>
            <a:off x="1280160" y="1573911"/>
            <a:ext cx="731520" cy="0"/>
          </a:xfrm>
          <a:prstGeom prst="line">
            <a:avLst/>
          </a:prstGeom>
          <a:noFill/>
          <a:ln w="9525">
            <a:solidFill>
              <a:srgbClr val="5B6B7F"/>
            </a:solidFill>
            <a:prstDash val="solid"/>
          </a:ln>
        </p:spPr>
      </p:sp>
      <p:sp>
        <p:nvSpPr>
          <p:cNvPr id="19" name="Shape 17"/>
          <p:cNvSpPr/>
          <p:nvPr/>
        </p:nvSpPr>
        <p:spPr>
          <a:xfrm rot="5400000">
            <a:off x="2011680" y="1449324"/>
            <a:ext cx="502920" cy="184023"/>
          </a:xfrm>
          <a:prstGeom prst="triangle">
            <a:avLst/>
          </a:prstGeom>
          <a:solidFill>
            <a:srgbClr val="EEF3F8"/>
          </a:solidFill>
          <a:ln w="9525">
            <a:solidFill>
              <a:srgbClr val="0B1F3A"/>
            </a:solidFill>
            <a:prstDash val="solid"/>
          </a:ln>
        </p:spPr>
      </p:sp>
      <p:sp>
        <p:nvSpPr>
          <p:cNvPr id="20" name="Shape 18"/>
          <p:cNvSpPr/>
          <p:nvPr/>
        </p:nvSpPr>
        <p:spPr>
          <a:xfrm>
            <a:off x="1097280" y="1455039"/>
            <a:ext cx="914400" cy="0"/>
          </a:xfrm>
          <a:prstGeom prst="line">
            <a:avLst/>
          </a:prstGeom>
          <a:noFill/>
          <a:ln w="9525">
            <a:solidFill>
              <a:srgbClr val="5B6B7F"/>
            </a:solidFill>
            <a:prstDash val="solid"/>
          </a:ln>
        </p:spPr>
      </p:sp>
      <p:sp>
        <p:nvSpPr>
          <p:cNvPr id="21" name="Shape 19"/>
          <p:cNvSpPr/>
          <p:nvPr/>
        </p:nvSpPr>
        <p:spPr>
          <a:xfrm>
            <a:off x="2514600" y="1555623"/>
            <a:ext cx="777240" cy="0"/>
          </a:xfrm>
          <a:prstGeom prst="line">
            <a:avLst/>
          </a:prstGeom>
          <a:noFill/>
          <a:ln w="9525">
            <a:solidFill>
              <a:srgbClr val="5B6B7F"/>
            </a:solidFill>
            <a:prstDash val="solid"/>
            <a:tailEnd type="triangle"/>
          </a:ln>
        </p:spPr>
      </p:sp>
      <p:sp>
        <p:nvSpPr>
          <p:cNvPr id="22" name="Text 20"/>
          <p:cNvSpPr txBox="1"/>
          <p:nvPr/>
        </p:nvSpPr>
        <p:spPr>
          <a:xfrm>
            <a:off x="2560320" y="1381887"/>
            <a:ext cx="274320" cy="228600"/>
          </a:xfrm>
          <a:prstGeom prst="rect">
            <a:avLst/>
          </a:prstGeom>
          <a:noFill/>
          <a:ln/>
        </p:spPr>
        <p:txBody>
          <a:bodyPr wrap="square" lIns="0" tIns="0" rIns="0" bIns="0" rtlCol="0" anchor="ctr"/>
          <a:lstStyle/>
          <a:p>
            <a:pPr algn="ctr" indent="0" marL="0">
              <a:buNone/>
            </a:pPr>
            <a:r>
              <a:rPr lang="en-US" sz="900" b="1" dirty="0">
                <a:solidFill>
                  <a:srgbClr val="5B6B7F"/>
                </a:solidFill>
                <a:latin typeface="Calibri" pitchFamily="34" charset="0"/>
                <a:ea typeface="Calibri" pitchFamily="34" charset="-122"/>
                <a:cs typeface="Calibri" pitchFamily="34" charset="-120"/>
              </a:rPr>
              <a:t>0</a:t>
            </a:r>
            <a:endParaRPr lang="en-US" sz="900" dirty="0"/>
          </a:p>
        </p:txBody>
      </p:sp>
      <p:sp>
        <p:nvSpPr>
          <p:cNvPr id="23" name="Text 21"/>
          <p:cNvSpPr txBox="1"/>
          <p:nvPr/>
        </p:nvSpPr>
        <p:spPr>
          <a:xfrm>
            <a:off x="1170432" y="168706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24" name="Shape 22"/>
          <p:cNvSpPr/>
          <p:nvPr/>
        </p:nvSpPr>
        <p:spPr>
          <a:xfrm>
            <a:off x="1280160" y="1818513"/>
            <a:ext cx="0" cy="104013"/>
          </a:xfrm>
          <a:prstGeom prst="line">
            <a:avLst/>
          </a:prstGeom>
          <a:noFill/>
          <a:ln w="12700">
            <a:solidFill>
              <a:srgbClr val="0B1F3A"/>
            </a:solidFill>
            <a:prstDash val="solid"/>
          </a:ln>
        </p:spPr>
      </p:sp>
      <p:sp>
        <p:nvSpPr>
          <p:cNvPr id="25" name="Shape 23"/>
          <p:cNvSpPr/>
          <p:nvPr/>
        </p:nvSpPr>
        <p:spPr>
          <a:xfrm>
            <a:off x="1280160" y="1836801"/>
            <a:ext cx="731520" cy="0"/>
          </a:xfrm>
          <a:prstGeom prst="line">
            <a:avLst/>
          </a:prstGeom>
          <a:noFill/>
          <a:ln w="9525">
            <a:solidFill>
              <a:srgbClr val="5B6B7F"/>
            </a:solidFill>
            <a:prstDash val="solid"/>
          </a:ln>
        </p:spPr>
      </p:sp>
      <p:sp>
        <p:nvSpPr>
          <p:cNvPr id="26" name="Shape 24"/>
          <p:cNvSpPr/>
          <p:nvPr/>
        </p:nvSpPr>
        <p:spPr>
          <a:xfrm rot="5400000">
            <a:off x="2011680" y="1712214"/>
            <a:ext cx="502920" cy="184023"/>
          </a:xfrm>
          <a:prstGeom prst="triangle">
            <a:avLst/>
          </a:prstGeom>
          <a:solidFill>
            <a:srgbClr val="EEF3F8"/>
          </a:solidFill>
          <a:ln w="9525">
            <a:solidFill>
              <a:srgbClr val="0B1F3A"/>
            </a:solidFill>
            <a:prstDash val="solid"/>
          </a:ln>
        </p:spPr>
      </p:sp>
      <p:sp>
        <p:nvSpPr>
          <p:cNvPr id="27" name="Shape 25"/>
          <p:cNvSpPr/>
          <p:nvPr/>
        </p:nvSpPr>
        <p:spPr>
          <a:xfrm>
            <a:off x="1097280" y="1717929"/>
            <a:ext cx="914400" cy="0"/>
          </a:xfrm>
          <a:prstGeom prst="line">
            <a:avLst/>
          </a:prstGeom>
          <a:noFill/>
          <a:ln w="9525">
            <a:solidFill>
              <a:srgbClr val="5B6B7F"/>
            </a:solidFill>
            <a:prstDash val="solid"/>
          </a:ln>
        </p:spPr>
      </p:sp>
      <p:sp>
        <p:nvSpPr>
          <p:cNvPr id="28" name="Shape 26"/>
          <p:cNvSpPr/>
          <p:nvPr/>
        </p:nvSpPr>
        <p:spPr>
          <a:xfrm>
            <a:off x="2514600" y="1818513"/>
            <a:ext cx="777240" cy="0"/>
          </a:xfrm>
          <a:prstGeom prst="line">
            <a:avLst/>
          </a:prstGeom>
          <a:noFill/>
          <a:ln w="9525">
            <a:solidFill>
              <a:srgbClr val="5B6B7F"/>
            </a:solidFill>
            <a:prstDash val="solid"/>
            <a:tailEnd type="triangle"/>
          </a:ln>
        </p:spPr>
      </p:sp>
      <p:sp>
        <p:nvSpPr>
          <p:cNvPr id="29" name="Text 27"/>
          <p:cNvSpPr txBox="1"/>
          <p:nvPr/>
        </p:nvSpPr>
        <p:spPr>
          <a:xfrm>
            <a:off x="2560320" y="1644777"/>
            <a:ext cx="274320" cy="228600"/>
          </a:xfrm>
          <a:prstGeom prst="rect">
            <a:avLst/>
          </a:prstGeom>
          <a:noFill/>
          <a:ln/>
        </p:spPr>
        <p:txBody>
          <a:bodyPr wrap="square" lIns="0" tIns="0" rIns="0" bIns="0" rtlCol="0" anchor="ctr"/>
          <a:lstStyle/>
          <a:p>
            <a:pPr algn="ctr" indent="0" marL="0">
              <a:buNone/>
            </a:pPr>
            <a:r>
              <a:rPr lang="en-US" sz="900" b="1" dirty="0">
                <a:solidFill>
                  <a:srgbClr val="5B6B7F"/>
                </a:solidFill>
                <a:latin typeface="Calibri" pitchFamily="34" charset="0"/>
                <a:ea typeface="Calibri" pitchFamily="34" charset="-122"/>
                <a:cs typeface="Calibri" pitchFamily="34" charset="-120"/>
              </a:rPr>
              <a:t>0</a:t>
            </a:r>
            <a:endParaRPr lang="en-US" sz="900" dirty="0"/>
          </a:p>
        </p:txBody>
      </p:sp>
      <p:sp>
        <p:nvSpPr>
          <p:cNvPr id="30" name="Text 28"/>
          <p:cNvSpPr txBox="1"/>
          <p:nvPr/>
        </p:nvSpPr>
        <p:spPr>
          <a:xfrm>
            <a:off x="1170432" y="194995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31" name="Shape 29"/>
          <p:cNvSpPr/>
          <p:nvPr/>
        </p:nvSpPr>
        <p:spPr>
          <a:xfrm>
            <a:off x="1280160" y="2081403"/>
            <a:ext cx="0" cy="104013"/>
          </a:xfrm>
          <a:prstGeom prst="line">
            <a:avLst/>
          </a:prstGeom>
          <a:noFill/>
          <a:ln w="12700">
            <a:solidFill>
              <a:srgbClr val="0B1F3A"/>
            </a:solidFill>
            <a:prstDash val="solid"/>
          </a:ln>
        </p:spPr>
      </p:sp>
      <p:sp>
        <p:nvSpPr>
          <p:cNvPr id="32" name="Shape 30"/>
          <p:cNvSpPr/>
          <p:nvPr/>
        </p:nvSpPr>
        <p:spPr>
          <a:xfrm>
            <a:off x="1280160" y="2099691"/>
            <a:ext cx="731520" cy="0"/>
          </a:xfrm>
          <a:prstGeom prst="line">
            <a:avLst/>
          </a:prstGeom>
          <a:noFill/>
          <a:ln w="9525">
            <a:solidFill>
              <a:srgbClr val="5B6B7F"/>
            </a:solidFill>
            <a:prstDash val="solid"/>
          </a:ln>
        </p:spPr>
      </p:sp>
      <p:sp>
        <p:nvSpPr>
          <p:cNvPr id="33" name="Shape 31"/>
          <p:cNvSpPr/>
          <p:nvPr/>
        </p:nvSpPr>
        <p:spPr>
          <a:xfrm rot="5400000">
            <a:off x="2011680" y="1975104"/>
            <a:ext cx="502920" cy="184023"/>
          </a:xfrm>
          <a:prstGeom prst="triangle">
            <a:avLst/>
          </a:prstGeom>
          <a:solidFill>
            <a:srgbClr val="2EC4B6"/>
          </a:solidFill>
          <a:ln w="9525">
            <a:solidFill>
              <a:srgbClr val="0B1F3A"/>
            </a:solidFill>
            <a:prstDash val="solid"/>
          </a:ln>
        </p:spPr>
      </p:sp>
      <p:sp>
        <p:nvSpPr>
          <p:cNvPr id="34" name="Shape 32"/>
          <p:cNvSpPr/>
          <p:nvPr/>
        </p:nvSpPr>
        <p:spPr>
          <a:xfrm>
            <a:off x="1097280" y="1980819"/>
            <a:ext cx="914400" cy="0"/>
          </a:xfrm>
          <a:prstGeom prst="line">
            <a:avLst/>
          </a:prstGeom>
          <a:noFill/>
          <a:ln w="9525">
            <a:solidFill>
              <a:srgbClr val="5B6B7F"/>
            </a:solidFill>
            <a:prstDash val="solid"/>
          </a:ln>
        </p:spPr>
      </p:sp>
      <p:sp>
        <p:nvSpPr>
          <p:cNvPr id="35" name="Shape 33"/>
          <p:cNvSpPr/>
          <p:nvPr/>
        </p:nvSpPr>
        <p:spPr>
          <a:xfrm>
            <a:off x="2514600" y="2081403"/>
            <a:ext cx="777240" cy="0"/>
          </a:xfrm>
          <a:prstGeom prst="line">
            <a:avLst/>
          </a:prstGeom>
          <a:noFill/>
          <a:ln w="9525">
            <a:solidFill>
              <a:srgbClr val="5B6B7F"/>
            </a:solidFill>
            <a:prstDash val="solid"/>
            <a:tailEnd type="triangle"/>
          </a:ln>
        </p:spPr>
      </p:sp>
      <p:sp>
        <p:nvSpPr>
          <p:cNvPr id="36" name="Text 34"/>
          <p:cNvSpPr txBox="1"/>
          <p:nvPr/>
        </p:nvSpPr>
        <p:spPr>
          <a:xfrm>
            <a:off x="2560320" y="1907667"/>
            <a:ext cx="274320" cy="228600"/>
          </a:xfrm>
          <a:prstGeom prst="rect">
            <a:avLst/>
          </a:prstGeom>
          <a:noFill/>
          <a:ln/>
        </p:spPr>
        <p:txBody>
          <a:bodyPr wrap="square" lIns="0" tIns="0" rIns="0" bIns="0" rtlCol="0" anchor="ctr"/>
          <a:lstStyle/>
          <a:p>
            <a:pPr algn="ctr" indent="0" marL="0">
              <a:buNone/>
            </a:pPr>
            <a:r>
              <a:rPr lang="en-US" sz="900" b="1" dirty="0">
                <a:solidFill>
                  <a:srgbClr val="2EC4B6"/>
                </a:solidFill>
                <a:latin typeface="Calibri" pitchFamily="34" charset="0"/>
                <a:ea typeface="Calibri" pitchFamily="34" charset="-122"/>
                <a:cs typeface="Calibri" pitchFamily="34" charset="-120"/>
              </a:rPr>
              <a:t>1</a:t>
            </a:r>
            <a:endParaRPr lang="en-US" sz="900" dirty="0"/>
          </a:p>
        </p:txBody>
      </p:sp>
      <p:sp>
        <p:nvSpPr>
          <p:cNvPr id="37" name="Text 35"/>
          <p:cNvSpPr txBox="1"/>
          <p:nvPr/>
        </p:nvSpPr>
        <p:spPr>
          <a:xfrm>
            <a:off x="1170432" y="221284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38" name="Shape 36"/>
          <p:cNvSpPr/>
          <p:nvPr/>
        </p:nvSpPr>
        <p:spPr>
          <a:xfrm>
            <a:off x="1280160" y="2344293"/>
            <a:ext cx="0" cy="104013"/>
          </a:xfrm>
          <a:prstGeom prst="line">
            <a:avLst/>
          </a:prstGeom>
          <a:noFill/>
          <a:ln w="12700">
            <a:solidFill>
              <a:srgbClr val="0B1F3A"/>
            </a:solidFill>
            <a:prstDash val="solid"/>
          </a:ln>
        </p:spPr>
      </p:sp>
      <p:sp>
        <p:nvSpPr>
          <p:cNvPr id="39" name="Shape 37"/>
          <p:cNvSpPr/>
          <p:nvPr/>
        </p:nvSpPr>
        <p:spPr>
          <a:xfrm>
            <a:off x="1280160" y="2362581"/>
            <a:ext cx="731520" cy="0"/>
          </a:xfrm>
          <a:prstGeom prst="line">
            <a:avLst/>
          </a:prstGeom>
          <a:noFill/>
          <a:ln w="9525">
            <a:solidFill>
              <a:srgbClr val="5B6B7F"/>
            </a:solidFill>
            <a:prstDash val="solid"/>
          </a:ln>
        </p:spPr>
      </p:sp>
      <p:sp>
        <p:nvSpPr>
          <p:cNvPr id="40" name="Shape 38"/>
          <p:cNvSpPr/>
          <p:nvPr/>
        </p:nvSpPr>
        <p:spPr>
          <a:xfrm rot="5400000">
            <a:off x="2011680" y="2237994"/>
            <a:ext cx="502920" cy="184023"/>
          </a:xfrm>
          <a:prstGeom prst="triangle">
            <a:avLst/>
          </a:prstGeom>
          <a:solidFill>
            <a:srgbClr val="2EC4B6"/>
          </a:solidFill>
          <a:ln w="9525">
            <a:solidFill>
              <a:srgbClr val="0B1F3A"/>
            </a:solidFill>
            <a:prstDash val="solid"/>
          </a:ln>
        </p:spPr>
      </p:sp>
      <p:sp>
        <p:nvSpPr>
          <p:cNvPr id="41" name="Shape 39"/>
          <p:cNvSpPr/>
          <p:nvPr/>
        </p:nvSpPr>
        <p:spPr>
          <a:xfrm>
            <a:off x="1097280" y="2243709"/>
            <a:ext cx="914400" cy="0"/>
          </a:xfrm>
          <a:prstGeom prst="line">
            <a:avLst/>
          </a:prstGeom>
          <a:noFill/>
          <a:ln w="9525">
            <a:solidFill>
              <a:srgbClr val="5B6B7F"/>
            </a:solidFill>
            <a:prstDash val="solid"/>
          </a:ln>
        </p:spPr>
      </p:sp>
      <p:sp>
        <p:nvSpPr>
          <p:cNvPr id="42" name="Shape 40"/>
          <p:cNvSpPr/>
          <p:nvPr/>
        </p:nvSpPr>
        <p:spPr>
          <a:xfrm>
            <a:off x="2514600" y="2344293"/>
            <a:ext cx="777240" cy="0"/>
          </a:xfrm>
          <a:prstGeom prst="line">
            <a:avLst/>
          </a:prstGeom>
          <a:noFill/>
          <a:ln w="9525">
            <a:solidFill>
              <a:srgbClr val="5B6B7F"/>
            </a:solidFill>
            <a:prstDash val="solid"/>
            <a:tailEnd type="triangle"/>
          </a:ln>
        </p:spPr>
      </p:sp>
      <p:sp>
        <p:nvSpPr>
          <p:cNvPr id="43" name="Text 41"/>
          <p:cNvSpPr txBox="1"/>
          <p:nvPr/>
        </p:nvSpPr>
        <p:spPr>
          <a:xfrm>
            <a:off x="2560320" y="2170557"/>
            <a:ext cx="274320" cy="228600"/>
          </a:xfrm>
          <a:prstGeom prst="rect">
            <a:avLst/>
          </a:prstGeom>
          <a:noFill/>
          <a:ln/>
        </p:spPr>
        <p:txBody>
          <a:bodyPr wrap="square" lIns="0" tIns="0" rIns="0" bIns="0" rtlCol="0" anchor="ctr"/>
          <a:lstStyle/>
          <a:p>
            <a:pPr algn="ctr" indent="0" marL="0">
              <a:buNone/>
            </a:pPr>
            <a:r>
              <a:rPr lang="en-US" sz="900" b="1" dirty="0">
                <a:solidFill>
                  <a:srgbClr val="2EC4B6"/>
                </a:solidFill>
                <a:latin typeface="Calibri" pitchFamily="34" charset="0"/>
                <a:ea typeface="Calibri" pitchFamily="34" charset="-122"/>
                <a:cs typeface="Calibri" pitchFamily="34" charset="-120"/>
              </a:rPr>
              <a:t>1</a:t>
            </a:r>
            <a:endParaRPr lang="en-US" sz="900" dirty="0"/>
          </a:p>
        </p:txBody>
      </p:sp>
      <p:sp>
        <p:nvSpPr>
          <p:cNvPr id="44" name="Text 42"/>
          <p:cNvSpPr txBox="1"/>
          <p:nvPr/>
        </p:nvSpPr>
        <p:spPr>
          <a:xfrm>
            <a:off x="1170432" y="247573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45" name="Shape 43"/>
          <p:cNvSpPr/>
          <p:nvPr/>
        </p:nvSpPr>
        <p:spPr>
          <a:xfrm>
            <a:off x="1280160" y="2607183"/>
            <a:ext cx="0" cy="104013"/>
          </a:xfrm>
          <a:prstGeom prst="line">
            <a:avLst/>
          </a:prstGeom>
          <a:noFill/>
          <a:ln w="12700">
            <a:solidFill>
              <a:srgbClr val="0B1F3A"/>
            </a:solidFill>
            <a:prstDash val="solid"/>
          </a:ln>
        </p:spPr>
      </p:sp>
      <p:sp>
        <p:nvSpPr>
          <p:cNvPr id="46" name="Shape 44"/>
          <p:cNvSpPr/>
          <p:nvPr/>
        </p:nvSpPr>
        <p:spPr>
          <a:xfrm>
            <a:off x="1280160" y="2625471"/>
            <a:ext cx="731520" cy="0"/>
          </a:xfrm>
          <a:prstGeom prst="line">
            <a:avLst/>
          </a:prstGeom>
          <a:noFill/>
          <a:ln w="9525">
            <a:solidFill>
              <a:srgbClr val="5B6B7F"/>
            </a:solidFill>
            <a:prstDash val="solid"/>
          </a:ln>
        </p:spPr>
      </p:sp>
      <p:sp>
        <p:nvSpPr>
          <p:cNvPr id="47" name="Shape 45"/>
          <p:cNvSpPr/>
          <p:nvPr/>
        </p:nvSpPr>
        <p:spPr>
          <a:xfrm rot="5400000">
            <a:off x="2011680" y="2500884"/>
            <a:ext cx="502920" cy="184023"/>
          </a:xfrm>
          <a:prstGeom prst="triangle">
            <a:avLst/>
          </a:prstGeom>
          <a:solidFill>
            <a:srgbClr val="2EC4B6"/>
          </a:solidFill>
          <a:ln w="9525">
            <a:solidFill>
              <a:srgbClr val="0B1F3A"/>
            </a:solidFill>
            <a:prstDash val="solid"/>
          </a:ln>
        </p:spPr>
      </p:sp>
      <p:sp>
        <p:nvSpPr>
          <p:cNvPr id="48" name="Shape 46"/>
          <p:cNvSpPr/>
          <p:nvPr/>
        </p:nvSpPr>
        <p:spPr>
          <a:xfrm>
            <a:off x="1097280" y="2506599"/>
            <a:ext cx="914400" cy="0"/>
          </a:xfrm>
          <a:prstGeom prst="line">
            <a:avLst/>
          </a:prstGeom>
          <a:noFill/>
          <a:ln w="9525">
            <a:solidFill>
              <a:srgbClr val="5B6B7F"/>
            </a:solidFill>
            <a:prstDash val="solid"/>
          </a:ln>
        </p:spPr>
      </p:sp>
      <p:sp>
        <p:nvSpPr>
          <p:cNvPr id="49" name="Shape 47"/>
          <p:cNvSpPr/>
          <p:nvPr/>
        </p:nvSpPr>
        <p:spPr>
          <a:xfrm>
            <a:off x="2514600" y="2607183"/>
            <a:ext cx="777240" cy="0"/>
          </a:xfrm>
          <a:prstGeom prst="line">
            <a:avLst/>
          </a:prstGeom>
          <a:noFill/>
          <a:ln w="9525">
            <a:solidFill>
              <a:srgbClr val="5B6B7F"/>
            </a:solidFill>
            <a:prstDash val="solid"/>
            <a:tailEnd type="triangle"/>
          </a:ln>
        </p:spPr>
      </p:sp>
      <p:sp>
        <p:nvSpPr>
          <p:cNvPr id="50" name="Text 48"/>
          <p:cNvSpPr txBox="1"/>
          <p:nvPr/>
        </p:nvSpPr>
        <p:spPr>
          <a:xfrm>
            <a:off x="2560320" y="2433447"/>
            <a:ext cx="274320" cy="228600"/>
          </a:xfrm>
          <a:prstGeom prst="rect">
            <a:avLst/>
          </a:prstGeom>
          <a:noFill/>
          <a:ln/>
        </p:spPr>
        <p:txBody>
          <a:bodyPr wrap="square" lIns="0" tIns="0" rIns="0" bIns="0" rtlCol="0" anchor="ctr"/>
          <a:lstStyle/>
          <a:p>
            <a:pPr algn="ctr" indent="0" marL="0">
              <a:buNone/>
            </a:pPr>
            <a:r>
              <a:rPr lang="en-US" sz="900" b="1" dirty="0">
                <a:solidFill>
                  <a:srgbClr val="2EC4B6"/>
                </a:solidFill>
                <a:latin typeface="Calibri" pitchFamily="34" charset="0"/>
                <a:ea typeface="Calibri" pitchFamily="34" charset="-122"/>
                <a:cs typeface="Calibri" pitchFamily="34" charset="-120"/>
              </a:rPr>
              <a:t>1</a:t>
            </a:r>
            <a:endParaRPr lang="en-US" sz="900" dirty="0"/>
          </a:p>
        </p:txBody>
      </p:sp>
      <p:sp>
        <p:nvSpPr>
          <p:cNvPr id="51" name="Text 49"/>
          <p:cNvSpPr txBox="1"/>
          <p:nvPr/>
        </p:nvSpPr>
        <p:spPr>
          <a:xfrm>
            <a:off x="1170432" y="2738628"/>
            <a:ext cx="219456" cy="131445"/>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52" name="Shape 50"/>
          <p:cNvSpPr/>
          <p:nvPr/>
        </p:nvSpPr>
        <p:spPr>
          <a:xfrm>
            <a:off x="1280160" y="2870073"/>
            <a:ext cx="0" cy="104013"/>
          </a:xfrm>
          <a:prstGeom prst="line">
            <a:avLst/>
          </a:prstGeom>
          <a:noFill/>
          <a:ln w="12700">
            <a:solidFill>
              <a:srgbClr val="0B1F3A"/>
            </a:solidFill>
            <a:prstDash val="solid"/>
          </a:ln>
        </p:spPr>
      </p:sp>
      <p:sp>
        <p:nvSpPr>
          <p:cNvPr id="53" name="Shape 51"/>
          <p:cNvSpPr/>
          <p:nvPr/>
        </p:nvSpPr>
        <p:spPr>
          <a:xfrm>
            <a:off x="1280160" y="2888361"/>
            <a:ext cx="731520" cy="0"/>
          </a:xfrm>
          <a:prstGeom prst="line">
            <a:avLst/>
          </a:prstGeom>
          <a:noFill/>
          <a:ln w="9525">
            <a:solidFill>
              <a:srgbClr val="5B6B7F"/>
            </a:solidFill>
            <a:prstDash val="solid"/>
          </a:ln>
        </p:spPr>
      </p:sp>
      <p:sp>
        <p:nvSpPr>
          <p:cNvPr id="54" name="Shape 52"/>
          <p:cNvSpPr/>
          <p:nvPr/>
        </p:nvSpPr>
        <p:spPr>
          <a:xfrm rot="5400000">
            <a:off x="2011680" y="2763774"/>
            <a:ext cx="502920" cy="184023"/>
          </a:xfrm>
          <a:prstGeom prst="triangle">
            <a:avLst/>
          </a:prstGeom>
          <a:solidFill>
            <a:srgbClr val="2EC4B6"/>
          </a:solidFill>
          <a:ln w="9525">
            <a:solidFill>
              <a:srgbClr val="0B1F3A"/>
            </a:solidFill>
            <a:prstDash val="solid"/>
          </a:ln>
        </p:spPr>
      </p:sp>
      <p:sp>
        <p:nvSpPr>
          <p:cNvPr id="55" name="Shape 53"/>
          <p:cNvSpPr/>
          <p:nvPr/>
        </p:nvSpPr>
        <p:spPr>
          <a:xfrm>
            <a:off x="1097280" y="2769489"/>
            <a:ext cx="914400" cy="0"/>
          </a:xfrm>
          <a:prstGeom prst="line">
            <a:avLst/>
          </a:prstGeom>
          <a:noFill/>
          <a:ln w="9525">
            <a:solidFill>
              <a:srgbClr val="5B6B7F"/>
            </a:solidFill>
            <a:prstDash val="solid"/>
          </a:ln>
        </p:spPr>
      </p:sp>
      <p:sp>
        <p:nvSpPr>
          <p:cNvPr id="56" name="Shape 54"/>
          <p:cNvSpPr/>
          <p:nvPr/>
        </p:nvSpPr>
        <p:spPr>
          <a:xfrm>
            <a:off x="2514600" y="2870073"/>
            <a:ext cx="777240" cy="0"/>
          </a:xfrm>
          <a:prstGeom prst="line">
            <a:avLst/>
          </a:prstGeom>
          <a:noFill/>
          <a:ln w="9525">
            <a:solidFill>
              <a:srgbClr val="5B6B7F"/>
            </a:solidFill>
            <a:prstDash val="solid"/>
            <a:tailEnd type="triangle"/>
          </a:ln>
        </p:spPr>
      </p:sp>
      <p:sp>
        <p:nvSpPr>
          <p:cNvPr id="57" name="Text 55"/>
          <p:cNvSpPr txBox="1"/>
          <p:nvPr/>
        </p:nvSpPr>
        <p:spPr>
          <a:xfrm>
            <a:off x="2560320" y="2696337"/>
            <a:ext cx="274320" cy="228600"/>
          </a:xfrm>
          <a:prstGeom prst="rect">
            <a:avLst/>
          </a:prstGeom>
          <a:noFill/>
          <a:ln/>
        </p:spPr>
        <p:txBody>
          <a:bodyPr wrap="square" lIns="0" tIns="0" rIns="0" bIns="0" rtlCol="0" anchor="ctr"/>
          <a:lstStyle/>
          <a:p>
            <a:pPr algn="ctr" indent="0" marL="0">
              <a:buNone/>
            </a:pPr>
            <a:r>
              <a:rPr lang="en-US" sz="900" b="1" dirty="0">
                <a:solidFill>
                  <a:srgbClr val="2EC4B6"/>
                </a:solidFill>
                <a:latin typeface="Calibri" pitchFamily="34" charset="0"/>
                <a:ea typeface="Calibri" pitchFamily="34" charset="-122"/>
                <a:cs typeface="Calibri" pitchFamily="34" charset="-120"/>
              </a:rPr>
              <a:t>1</a:t>
            </a:r>
            <a:endParaRPr lang="en-US" sz="900" dirty="0"/>
          </a:p>
        </p:txBody>
      </p:sp>
      <p:sp>
        <p:nvSpPr>
          <p:cNvPr id="58" name="Text 56"/>
          <p:cNvSpPr txBox="1"/>
          <p:nvPr/>
        </p:nvSpPr>
        <p:spPr>
          <a:xfrm>
            <a:off x="1170432" y="3113418"/>
            <a:ext cx="219456" cy="105156"/>
          </a:xfrm>
          <a:prstGeom prst="rect">
            <a:avLst/>
          </a:prstGeom>
          <a:solidFill>
            <a:srgbClr val="FFFFFF"/>
          </a:solidFill>
          <a:ln w="9525">
            <a:solidFill>
              <a:srgbClr val="0B1F3A"/>
            </a:solidFill>
          </a:ln>
        </p:spPr>
        <p:txBody>
          <a:bodyPr wrap="square" lIns="254" tIns="254" rIns="254" bIns="254" rtlCol="0" anchor="ctr"/>
          <a:lstStyle/>
          <a:p>
            <a:pPr algn="ctr" indent="0" marL="0">
              <a:buNone/>
            </a:pPr>
            <a:r>
              <a:rPr lang="en-US" sz="700" b="1" dirty="0">
                <a:solidFill>
                  <a:srgbClr val="0B1F3A"/>
                </a:solidFill>
                <a:latin typeface="Calibri" pitchFamily="34" charset="0"/>
                <a:ea typeface="Calibri" pitchFamily="34" charset="-122"/>
                <a:cs typeface="Calibri" pitchFamily="34" charset="-120"/>
              </a:rPr>
              <a:t>R</a:t>
            </a:r>
            <a:endParaRPr lang="en-US" sz="700" dirty="0"/>
          </a:p>
        </p:txBody>
      </p:sp>
      <p:sp>
        <p:nvSpPr>
          <p:cNvPr id="59" name="Text 57"/>
          <p:cNvSpPr txBox="1"/>
          <p:nvPr/>
        </p:nvSpPr>
        <p:spPr>
          <a:xfrm>
            <a:off x="960120" y="3218688"/>
            <a:ext cx="640080" cy="201168"/>
          </a:xfrm>
          <a:prstGeom prst="rect">
            <a:avLst/>
          </a:prstGeom>
          <a:noFill/>
          <a:ln/>
        </p:spPr>
        <p:txBody>
          <a:bodyPr wrap="square" lIns="0" tIns="0" rIns="0" bIns="0" rtlCol="0" anchor="ctr"/>
          <a:lstStyle/>
          <a:p>
            <a:pPr algn="ctr" indent="0" marL="0">
              <a:buNone/>
            </a:pPr>
            <a:r>
              <a:rPr lang="en-US" sz="800" dirty="0">
                <a:solidFill>
                  <a:srgbClr val="5B6B7F"/>
                </a:solidFill>
                <a:latin typeface="Calibri" pitchFamily="34" charset="0"/>
                <a:ea typeface="Calibri" pitchFamily="34" charset="-122"/>
                <a:cs typeface="Calibri" pitchFamily="34" charset="-120"/>
              </a:rPr>
              <a:t>GND</a:t>
            </a:r>
            <a:endParaRPr lang="en-US" sz="800" dirty="0"/>
          </a:p>
        </p:txBody>
      </p:sp>
      <p:sp>
        <p:nvSpPr>
          <p:cNvPr id="60" name="Text 58"/>
          <p:cNvSpPr txBox="1"/>
          <p:nvPr/>
        </p:nvSpPr>
        <p:spPr>
          <a:xfrm>
            <a:off x="3291840" y="1528191"/>
            <a:ext cx="914400" cy="1314450"/>
          </a:xfrm>
          <a:prstGeom prst="roundRect">
            <a:avLst>
              <a:gd name="adj" fmla="val 6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Thermo-</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meter</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 binary</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encoder</a:t>
            </a:r>
            <a:endParaRPr lang="en-US" sz="900" dirty="0"/>
          </a:p>
        </p:txBody>
      </p:sp>
      <p:sp>
        <p:nvSpPr>
          <p:cNvPr id="61" name="Shape 59"/>
          <p:cNvSpPr/>
          <p:nvPr/>
        </p:nvSpPr>
        <p:spPr>
          <a:xfrm>
            <a:off x="4206240" y="2185416"/>
            <a:ext cx="274320" cy="0"/>
          </a:xfrm>
          <a:prstGeom prst="line">
            <a:avLst/>
          </a:prstGeom>
          <a:noFill/>
          <a:ln w="15875">
            <a:solidFill>
              <a:srgbClr val="5B6B7F"/>
            </a:solidFill>
            <a:prstDash val="solid"/>
            <a:tailEnd type="triangle"/>
          </a:ln>
        </p:spPr>
      </p:sp>
      <p:sp>
        <p:nvSpPr>
          <p:cNvPr id="62" name="Text 60"/>
          <p:cNvSpPr txBox="1"/>
          <p:nvPr/>
        </p:nvSpPr>
        <p:spPr>
          <a:xfrm>
            <a:off x="4480560" y="2020824"/>
            <a:ext cx="457200" cy="320040"/>
          </a:xfrm>
          <a:prstGeom prst="rect">
            <a:avLst/>
          </a:prstGeom>
          <a:noFill/>
          <a:ln/>
        </p:spPr>
        <p:txBody>
          <a:bodyPr wrap="square" lIns="0" tIns="0" rIns="0" bIns="0" rtlCol="0" anchor="ctr"/>
          <a:lstStyle/>
          <a:p>
            <a:pPr algn="l" indent="0" marL="0">
              <a:buNone/>
            </a:pPr>
            <a:r>
              <a:rPr lang="en-US" sz="1400" b="1" dirty="0">
                <a:solidFill>
                  <a:srgbClr val="0B1F3A"/>
                </a:solidFill>
                <a:latin typeface="Cambria" pitchFamily="34" charset="0"/>
                <a:ea typeface="Cambria" pitchFamily="34" charset="-122"/>
                <a:cs typeface="Cambria" pitchFamily="34" charset="-120"/>
              </a:rPr>
              <a:t>100</a:t>
            </a:r>
            <a:endParaRPr lang="en-US" sz="1400" dirty="0"/>
          </a:p>
        </p:txBody>
      </p:sp>
      <p:sp>
        <p:nvSpPr>
          <p:cNvPr id="63" name="Text 61"/>
          <p:cNvSpPr txBox="1"/>
          <p:nvPr/>
        </p:nvSpPr>
        <p:spPr>
          <a:xfrm>
            <a:off x="457200" y="3374136"/>
            <a:ext cx="4206240" cy="274320"/>
          </a:xfrm>
          <a:prstGeom prst="rect">
            <a:avLst/>
          </a:prstGeom>
          <a:noFill/>
          <a:ln/>
        </p:spPr>
        <p:txBody>
          <a:bodyPr wrap="square" lIns="0" tIns="0" rIns="0" bIns="0" rtlCol="0" anchor="ctr"/>
          <a:lstStyle/>
          <a:p>
            <a:pPr algn="ctr" indent="0" marL="0">
              <a:buNone/>
            </a:pPr>
            <a:r>
              <a:rPr lang="en-US" sz="1000" i="1" dirty="0">
                <a:solidFill>
                  <a:srgbClr val="5B6B7F"/>
                </a:solidFill>
                <a:latin typeface="Calibri" pitchFamily="34" charset="0"/>
                <a:ea typeface="Calibri" pitchFamily="34" charset="-122"/>
                <a:cs typeface="Calibri" pitchFamily="34" charset="-120"/>
              </a:rPr>
              <a:t>2ᴺ − 1 = 7 comparators for 3 bits; V_in ≈ 0.55 V_ref → four ones → code 4 = 100</a:t>
            </a:r>
            <a:endParaRPr lang="en-US" sz="1000" dirty="0"/>
          </a:p>
        </p:txBody>
      </p:sp>
      <p:sp>
        <p:nvSpPr>
          <p:cNvPr id="64" name="Text 62"/>
          <p:cNvSpPr txBox="1"/>
          <p:nvPr/>
        </p:nvSpPr>
        <p:spPr>
          <a:xfrm>
            <a:off x="4937760" y="1024128"/>
            <a:ext cx="3749040" cy="251460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A chain of resistors makes 2ᴺ − 1 reference voltages, one per ruler mark</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One comparator per mark asks "is the input above me?" all at the same time</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The answers come out as a run of 1s then 0s (like a thermometer); a small logic block turns that into binary</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Fastest design there is: one clock tick per measurement, billions per second</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But 8 bits need 255 comparators and 12 bits need 4095: power and chip area explode</a:t>
            </a:r>
            <a:endParaRPr lang="en-US" sz="1100" dirty="0"/>
          </a:p>
        </p:txBody>
      </p:sp>
      <p:sp>
        <p:nvSpPr>
          <p:cNvPr id="65" name="Shape 63"/>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66" name="Shape 64"/>
          <p:cNvSpPr/>
          <p:nvPr/>
        </p:nvSpPr>
        <p:spPr>
          <a:xfrm>
            <a:off x="566928" y="3776472"/>
            <a:ext cx="237744" cy="237744"/>
          </a:xfrm>
          <a:prstGeom prst="ellipse">
            <a:avLst/>
          </a:prstGeom>
          <a:solidFill>
            <a:srgbClr val="2EC4B6"/>
          </a:solidFill>
          <a:ln w="12700">
            <a:solidFill>
              <a:srgbClr val="2EC4B6"/>
            </a:solidFill>
            <a:prstDash val="solid"/>
          </a:ln>
        </p:spPr>
      </p:sp>
      <p:sp>
        <p:nvSpPr>
          <p:cNvPr id="67" name="Text 65"/>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68" name="Text 66"/>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To find someone's height, line up 255 people each holding a ruler mark and shout "hands up if the person is taller than your mark". One second, one answer, but you need 255 helpers.</a:t>
            </a:r>
            <a:endParaRPr lang="en-US" sz="1050" dirty="0"/>
          </a:p>
        </p:txBody>
      </p:sp>
      <p:sp>
        <p:nvSpPr>
          <p:cNvPr id="69" name="Shape 67"/>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70" name="Shape 68"/>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71" name="Text 69"/>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72" name="Text 70"/>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3-bit flash in the diagram</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Input at 0.55 of full scale; 7 comparators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The bottom four say 1, the top three say 0: 0001111</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Encoder converts that to 4 in binary = 100</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000" b="1" dirty="0">
                <a:solidFill>
                  <a:srgbClr val="0B1F3A"/>
                </a:solidFill>
                <a:latin typeface="Cambria" pitchFamily="34" charset="0"/>
                <a:ea typeface="Cambria" pitchFamily="34" charset="-122"/>
                <a:cs typeface="Cambria" pitchFamily="34" charset="-120"/>
              </a:rPr>
              <a:t>SAR ADC: the guessing game, one bit per tick</a:t>
            </a:r>
            <a:endParaRPr lang="en-US" sz="20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27</a:t>
            </a:r>
            <a:endParaRPr lang="en-US" sz="900" dirty="0"/>
          </a:p>
        </p:txBody>
      </p:sp>
      <p:graphicFrame>
        <p:nvGraphicFramePr>
          <p:cNvPr id="5" name="Chart 0" descr=""/>
          <p:cNvGraphicFramePr/>
          <p:nvPr/>
        </p:nvGraphicFramePr>
        <p:xfrm>
          <a:off x="457200" y="1024128"/>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457200" y="3291840"/>
            <a:ext cx="4206240" cy="256032"/>
          </a:xfrm>
          <a:prstGeom prst="rect">
            <a:avLst/>
          </a:prstGeom>
          <a:noFill/>
          <a:ln/>
        </p:spPr>
        <p:txBody>
          <a:bodyPr wrap="square" lIns="0" tIns="0" rIns="0" bIns="0" rtlCol="0" anchor="ctr"/>
          <a:lstStyle/>
          <a:p>
            <a:pPr algn="ctr" indent="0" marL="0">
              <a:buNone/>
            </a:pPr>
            <a:r>
              <a:rPr lang="en-US" sz="1000" i="1" dirty="0">
                <a:solidFill>
                  <a:srgbClr val="5B6B7F"/>
                </a:solidFill>
                <a:latin typeface="Calibri" pitchFamily="34" charset="0"/>
                <a:ea typeface="Calibri" pitchFamily="34" charset="-122"/>
                <a:cs typeface="Calibri" pitchFamily="34" charset="-120"/>
              </a:rPr>
              <a:t>Decisions 10110011 = 179; result 0.6992, within one step (1/256) of 0.70</a:t>
            </a:r>
            <a:endParaRPr lang="en-US" sz="1000" dirty="0"/>
          </a:p>
        </p:txBody>
      </p:sp>
      <p:sp>
        <p:nvSpPr>
          <p:cNvPr id="7" name="Text 4"/>
          <p:cNvSpPr txBox="1"/>
          <p:nvPr/>
        </p:nvSpPr>
        <p:spPr>
          <a:xfrm>
            <a:off x="4937760" y="1024128"/>
            <a:ext cx="3749040" cy="251460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One comparator, one internal DAC, and N clock ticks per measurement</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Tick 1: try half of full scale. Input above it? Keep that bit. Below? Drop it</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Tick 2: add a quarter and try again. Repeat with an eighth, a sixteenth… until the last bit</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Chart: an 8-bit SAR homing in on 0.70 of full scale in 8 ticks → code 179 = 10110011</a:t>
            </a:r>
            <a:endParaRPr lang="en-US" sz="1100" dirty="0"/>
          </a:p>
        </p:txBody>
      </p:sp>
      <p:sp>
        <p:nvSpPr>
          <p:cNvPr id="8" name="Shape 5"/>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9" name="Shape 6"/>
          <p:cNvSpPr/>
          <p:nvPr/>
        </p:nvSpPr>
        <p:spPr>
          <a:xfrm>
            <a:off x="566928" y="3776472"/>
            <a:ext cx="237744" cy="237744"/>
          </a:xfrm>
          <a:prstGeom prst="ellipse">
            <a:avLst/>
          </a:prstGeom>
          <a:solidFill>
            <a:srgbClr val="2EC4B6"/>
          </a:solidFill>
          <a:ln w="12700">
            <a:solidFill>
              <a:srgbClr val="2EC4B6"/>
            </a:solidFill>
            <a:prstDash val="solid"/>
          </a:ln>
        </p:spPr>
      </p:sp>
      <p:sp>
        <p:nvSpPr>
          <p:cNvPr id="10" name="Text 7"/>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1" name="Text 8"/>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Guess my number between 0 and 255 and I will only say "higher" or "lower". Always start at 128, then 64 up or down, and so on. Eight questions are always enough.</a:t>
            </a:r>
            <a:endParaRPr lang="en-US" sz="1050" dirty="0"/>
          </a:p>
        </p:txBody>
      </p:sp>
      <p:sp>
        <p:nvSpPr>
          <p:cNvPr id="12" name="Shape 9"/>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3" name="Shape 10"/>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4" name="Text 11"/>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5" name="Text 12"/>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Follow the chart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Try 0.500: below 0.70, keep (1). Try 0.750: above, drop (0)</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0.625 keep (1), 0.6875 keep (1), 0.719 drop (0), 0.703 drop (0)…</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After 8 ticks: 0.6992, within one step (1/256) of 0.70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000" b="1" dirty="0">
                <a:solidFill>
                  <a:srgbClr val="0B1F3A"/>
                </a:solidFill>
                <a:latin typeface="Cambria" pitchFamily="34" charset="0"/>
                <a:ea typeface="Cambria" pitchFamily="34" charset="-122"/>
                <a:cs typeface="Cambria" pitchFamily="34" charset="-120"/>
              </a:rPr>
              <a:t>Sigma-delta ADC: many rough guesses, averaged</a:t>
            </a:r>
            <a:endParaRPr lang="en-US" sz="20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28</a:t>
            </a:r>
            <a:endParaRPr lang="en-US" sz="900" dirty="0"/>
          </a:p>
        </p:txBody>
      </p:sp>
      <p:sp>
        <p:nvSpPr>
          <p:cNvPr id="5" name="Shape 3"/>
          <p:cNvSpPr/>
          <p:nvPr/>
        </p:nvSpPr>
        <p:spPr>
          <a:xfrm>
            <a:off x="457200" y="1024128"/>
            <a:ext cx="4846320" cy="754380"/>
          </a:xfrm>
          <a:prstGeom prst="roundRect">
            <a:avLst>
              <a:gd name="adj" fmla="val 9697"/>
            </a:avLst>
          </a:prstGeom>
          <a:solidFill>
            <a:srgbClr val="EEF3F8"/>
          </a:solidFill>
          <a:ln w="12700">
            <a:solidFill>
              <a:srgbClr val="EEF3F8"/>
            </a:solidFill>
            <a:prstDash val="solid"/>
          </a:ln>
        </p:spPr>
      </p:sp>
      <p:sp>
        <p:nvSpPr>
          <p:cNvPr id="6" name="Text 4"/>
          <p:cNvSpPr txBox="1"/>
          <p:nvPr/>
        </p:nvSpPr>
        <p:spPr>
          <a:xfrm>
            <a:off x="594360" y="1024128"/>
            <a:ext cx="4572000" cy="498348"/>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OSR = f_s / (2 B)</a:t>
            </a:r>
            <a:endParaRPr lang="en-US" sz="1500" dirty="0"/>
          </a:p>
        </p:txBody>
      </p:sp>
      <p:sp>
        <p:nvSpPr>
          <p:cNvPr id="7" name="Text 5"/>
          <p:cNvSpPr txBox="1"/>
          <p:nvPr/>
        </p:nvSpPr>
        <p:spPr>
          <a:xfrm>
            <a:off x="594360" y="1476756"/>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Oversampling ratio: how many times faster than necessary we sample</a:t>
            </a:r>
            <a:endParaRPr lang="en-US" sz="1000" dirty="0"/>
          </a:p>
        </p:txBody>
      </p:sp>
      <p:sp>
        <p:nvSpPr>
          <p:cNvPr id="8" name="Shape 6"/>
          <p:cNvSpPr/>
          <p:nvPr/>
        </p:nvSpPr>
        <p:spPr>
          <a:xfrm>
            <a:off x="457200" y="1869948"/>
            <a:ext cx="4846320" cy="754380"/>
          </a:xfrm>
          <a:prstGeom prst="roundRect">
            <a:avLst>
              <a:gd name="adj" fmla="val 9697"/>
            </a:avLst>
          </a:prstGeom>
          <a:solidFill>
            <a:srgbClr val="EEF3F8"/>
          </a:solidFill>
          <a:ln w="12700">
            <a:solidFill>
              <a:srgbClr val="EEF3F8"/>
            </a:solidFill>
            <a:prstDash val="solid"/>
          </a:ln>
        </p:spPr>
      </p:sp>
      <p:sp>
        <p:nvSpPr>
          <p:cNvPr id="9" name="Text 7"/>
          <p:cNvSpPr txBox="1"/>
          <p:nvPr/>
        </p:nvSpPr>
        <p:spPr>
          <a:xfrm>
            <a:off x="594360" y="1869948"/>
            <a:ext cx="4572000" cy="498348"/>
          </a:xfrm>
          <a:prstGeom prst="rect">
            <a:avLst/>
          </a:prstGeom>
          <a:noFill/>
          <a:ln/>
        </p:spPr>
        <p:txBody>
          <a:bodyPr wrap="square" lIns="0" tIns="0" rIns="0" bIns="0" rtlCol="0" anchor="ctr"/>
          <a:lstStyle/>
          <a:p>
            <a:pPr algn="ctr" indent="0" marL="0">
              <a:buNone/>
            </a:pPr>
            <a:r>
              <a:rPr lang="en-US" sz="1400" dirty="0">
                <a:solidFill>
                  <a:srgbClr val="0B1F3A"/>
                </a:solidFill>
                <a:latin typeface="Cambria" pitchFamily="34" charset="0"/>
                <a:ea typeface="Cambria" pitchFamily="34" charset="-122"/>
                <a:cs typeface="Cambria" pitchFamily="34" charset="-120"/>
              </a:rPr>
              <a:t>plain averaging: +3 dB per doubling of OSR</a:t>
            </a:r>
            <a:endParaRPr lang="en-US" sz="1400" dirty="0"/>
          </a:p>
          <a:p>
            <a:pPr algn="ctr" indent="0" marL="0">
              <a:buNone/>
            </a:pPr>
            <a:r>
              <a:rPr lang="en-US" sz="1400" dirty="0">
                <a:solidFill>
                  <a:srgbClr val="0B1F3A"/>
                </a:solidFill>
                <a:latin typeface="Cambria" pitchFamily="34" charset="0"/>
                <a:ea typeface="Cambria" pitchFamily="34" charset="-122"/>
                <a:cs typeface="Cambria" pitchFamily="34" charset="-120"/>
              </a:rPr>
              <a:t>1st-order noise shaping: +9 dB per doubling</a:t>
            </a:r>
            <a:endParaRPr lang="en-US" sz="1400" dirty="0"/>
          </a:p>
        </p:txBody>
      </p:sp>
      <p:sp>
        <p:nvSpPr>
          <p:cNvPr id="10" name="Text 8"/>
          <p:cNvSpPr txBox="1"/>
          <p:nvPr/>
        </p:nvSpPr>
        <p:spPr>
          <a:xfrm>
            <a:off x="594360" y="2322576"/>
            <a:ext cx="45720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Sampling faster spreads the hiss out; the loop also pushes it to frequencies we throw away</a:t>
            </a:r>
            <a:endParaRPr lang="en-US" sz="1000" dirty="0"/>
          </a:p>
        </p:txBody>
      </p:sp>
      <p:sp>
        <p:nvSpPr>
          <p:cNvPr id="11" name="Text 9"/>
          <p:cNvSpPr txBox="1"/>
          <p:nvPr/>
        </p:nvSpPr>
        <p:spPr>
          <a:xfrm>
            <a:off x="457200" y="2715768"/>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A crude 1-bit quantiser runs at millions of samples per second; a digital filter averages the stream down</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Result: 16 to 24 clean bits, at the cost of speed; used in audio, meters, and many phone receivers</a:t>
            </a:r>
            <a:endParaRPr lang="en-US" sz="1100" dirty="0"/>
          </a:p>
        </p:txBody>
      </p:sp>
      <p:graphicFrame>
        <p:nvGraphicFramePr>
          <p:cNvPr id="12" name="Chart 0" descr=""/>
          <p:cNvGraphicFramePr/>
          <p:nvPr/>
        </p:nvGraphicFramePr>
        <p:xfrm>
          <a:off x="5486400" y="1024128"/>
          <a:ext cx="3200400" cy="25146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4"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5"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6"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Weighing a letter on a bathroom scale that only says "over 50 g" or "under 50 g". Ask a thousand times while nudging the letter, count the "overs", and you get the weight to a fraction of a gram.</a:t>
            </a:r>
            <a:endParaRPr lang="en-US" sz="1050" dirty="0"/>
          </a:p>
        </p:txBody>
      </p:sp>
      <p:sp>
        <p:nvSpPr>
          <p:cNvPr id="17"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8"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9"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0"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Audio at 24 bits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Band 20 kHz, modulator 6.1 MSPS → OSR = 6.1e6 / 40e3 ≈ 153</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OSR doubled 7 times, 2nd-order shaping: 7 × 15 = 105 dB gained</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1-bit front end ends up with about 20 real bits</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Reading an ADC datasheet</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3 · Inside the ADC</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24128"/>
          <a:ext cx="8229600" cy="914400"/>
        </p:xfrm>
        <a:graphic>
          <a:graphicData uri="http://schemas.openxmlformats.org/drawingml/2006/table">
            <a:tbl>
              <a:tblPr/>
              <a:tblGrid>
                <a:gridCol w="1188720"/>
                <a:gridCol w="4023360"/>
                <a:gridCol w="3017520"/>
              </a:tblGrid>
              <a:tr h="2286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Plain meaning</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Why you care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r>
              <a:tr h="22860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SNR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Signal above the hiss (ignoring distortion)</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Weak signals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2860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SFDR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Signal above the biggest false tone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 weak signal next to a strong one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22860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SINAD / ENOB</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Signal above hiss plus distortion; the real bit count</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The honest resolution at your frequency</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2860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DNL / INL</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How uneven or bent the ruler marks are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Missing codes, distortion</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2212848"/>
            <a:ext cx="4572000" cy="22860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The four ADC types compared</a:t>
            </a:r>
            <a:endParaRPr lang="en-US" sz="110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57200" y="2450592"/>
          <a:ext cx="8229600" cy="914400"/>
        </p:xfrm>
        <a:graphic>
          <a:graphicData uri="http://schemas.openxmlformats.org/drawingml/2006/table">
            <a:tbl>
              <a:tblPr/>
              <a:tblGrid>
                <a:gridCol w="1005840"/>
                <a:gridCol w="2194560"/>
                <a:gridCol w="731520"/>
                <a:gridCol w="914400"/>
                <a:gridCol w="3383280"/>
              </a:tblGrid>
              <a:tr h="21945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Type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Speed</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Bits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Delay</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Typical use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0B1F3A"/>
                    </a:solidFill>
                  </a:tcPr>
                </a:tc>
              </a:tr>
              <a:tr h="21945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Flash</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billions/s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 tick</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Oscilloscopes, high-speed links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1945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SAR</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thousands to 100s of millions/s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8–18</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N ticks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Sensors, radios, control</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Pipeline</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10s of millions to billions/s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10–16</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 few ticks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Radio receivers, video</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EEF3F8"/>
                    </a:solidFill>
                  </a:tcPr>
                </a:tc>
              </a:tr>
              <a:tr h="219456">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Sigma-delta</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thousands to 10s of millions/s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16–24</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long</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Audio, precision meters</a:t>
                      </a:r>
                      <a:endParaRPr lang="en-US" sz="9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3749040"/>
            <a:ext cx="8229600" cy="896112"/>
          </a:xfrm>
          <a:prstGeom prst="roundRect">
            <a:avLst>
              <a:gd name="adj" fmla="val 8163"/>
            </a:avLst>
          </a:prstGeom>
          <a:solidFill>
            <a:srgbClr val="FFFFFF"/>
          </a:solidFill>
          <a:ln w="12700">
            <a:solidFill>
              <a:srgbClr val="0B1F3A"/>
            </a:solidFill>
            <a:prstDash val="solid"/>
          </a:ln>
        </p:spPr>
      </p:sp>
      <p:sp>
        <p:nvSpPr>
          <p:cNvPr id="9" name="Shape 5"/>
          <p:cNvSpPr/>
          <p:nvPr/>
        </p:nvSpPr>
        <p:spPr>
          <a:xfrm>
            <a:off x="566928" y="3639312"/>
            <a:ext cx="914400" cy="219456"/>
          </a:xfrm>
          <a:prstGeom prst="roundRect">
            <a:avLst>
              <a:gd name="adj" fmla="val 25000"/>
            </a:avLst>
          </a:prstGeom>
          <a:solidFill>
            <a:srgbClr val="0B1F3A"/>
          </a:solidFill>
          <a:ln w="12700">
            <a:solidFill>
              <a:srgbClr val="0B1F3A"/>
            </a:solidFill>
            <a:prstDash val="solid"/>
          </a:ln>
        </p:spPr>
      </p:sp>
      <p:sp>
        <p:nvSpPr>
          <p:cNvPr id="10" name="Text 6"/>
          <p:cNvSpPr txBox="1"/>
          <p:nvPr/>
        </p:nvSpPr>
        <p:spPr>
          <a:xfrm>
            <a:off x="566928" y="3639312"/>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1" name="Text 7"/>
          <p:cNvSpPr txBox="1"/>
          <p:nvPr/>
        </p:nvSpPr>
        <p:spPr>
          <a:xfrm>
            <a:off x="585216" y="3886200"/>
            <a:ext cx="8010144" cy="713232"/>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Which ADC for a 20 MHz Wi-Fi channel?</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Need about 50 MSPS and 10 to 12 real bits at 10 MHz input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SAR or pipeline fit; flash too coarse, sigma-delta too slow</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Check ENOB at 10 MHz in the datasheet, not headline bits</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Recap · Part 3</a:t>
            </a:r>
            <a:endParaRPr lang="en-US" sz="3000" dirty="0"/>
          </a:p>
        </p:txBody>
      </p:sp>
      <p:sp>
        <p:nvSpPr>
          <p:cNvPr id="3" name="Shape 1"/>
          <p:cNvSpPr/>
          <p:nvPr/>
        </p:nvSpPr>
        <p:spPr>
          <a:xfrm>
            <a:off x="457200" y="1325880"/>
            <a:ext cx="274320" cy="274320"/>
          </a:xfrm>
          <a:prstGeom prst="ellipse">
            <a:avLst/>
          </a:prstGeom>
          <a:solidFill>
            <a:srgbClr val="2EC4B6"/>
          </a:solidFill>
          <a:ln w="12700">
            <a:solidFill>
              <a:srgbClr val="2EC4B6"/>
            </a:solidFill>
            <a:prstDash val="solid"/>
          </a:ln>
        </p:spPr>
      </p:sp>
      <p:sp>
        <p:nvSpPr>
          <p:cNvPr id="4" name="Text 2"/>
          <p:cNvSpPr txBox="1"/>
          <p:nvPr/>
        </p:nvSpPr>
        <p:spPr>
          <a:xfrm>
            <a:off x="457200" y="1325880"/>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5" name="Text 3"/>
          <p:cNvSpPr txBox="1"/>
          <p:nvPr/>
        </p:nvSpPr>
        <p:spPr>
          <a:xfrm>
            <a:off x="868680" y="1234440"/>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Hold, compare, write down; a clock repeats it f_s times a second</a:t>
            </a:r>
            <a:endParaRPr lang="en-US" sz="1600" dirty="0"/>
          </a:p>
        </p:txBody>
      </p:sp>
      <p:sp>
        <p:nvSpPr>
          <p:cNvPr id="6" name="Shape 4"/>
          <p:cNvSpPr/>
          <p:nvPr/>
        </p:nvSpPr>
        <p:spPr>
          <a:xfrm>
            <a:off x="457200" y="1892808"/>
            <a:ext cx="274320" cy="274320"/>
          </a:xfrm>
          <a:prstGeom prst="ellipse">
            <a:avLst/>
          </a:prstGeom>
          <a:solidFill>
            <a:srgbClr val="2EC4B6"/>
          </a:solidFill>
          <a:ln w="12700">
            <a:solidFill>
              <a:srgbClr val="2EC4B6"/>
            </a:solidFill>
            <a:prstDash val="solid"/>
          </a:ln>
        </p:spPr>
      </p:sp>
      <p:sp>
        <p:nvSpPr>
          <p:cNvPr id="7" name="Text 5"/>
          <p:cNvSpPr txBox="1"/>
          <p:nvPr/>
        </p:nvSpPr>
        <p:spPr>
          <a:xfrm>
            <a:off x="457200" y="1892808"/>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8" name="Text 6"/>
          <p:cNvSpPr txBox="1"/>
          <p:nvPr/>
        </p:nvSpPr>
        <p:spPr>
          <a:xfrm>
            <a:off x="868680" y="1801368"/>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Step size = range / 2ᴺ; the rounding error is at most half a step and behaves like hiss</a:t>
            </a:r>
            <a:endParaRPr lang="en-US" sz="1600" dirty="0"/>
          </a:p>
        </p:txBody>
      </p:sp>
      <p:sp>
        <p:nvSpPr>
          <p:cNvPr id="9" name="Shape 7"/>
          <p:cNvSpPr/>
          <p:nvPr/>
        </p:nvSpPr>
        <p:spPr>
          <a:xfrm>
            <a:off x="457200" y="2459736"/>
            <a:ext cx="274320" cy="274320"/>
          </a:xfrm>
          <a:prstGeom prst="ellipse">
            <a:avLst/>
          </a:prstGeom>
          <a:solidFill>
            <a:srgbClr val="2EC4B6"/>
          </a:solidFill>
          <a:ln w="12700">
            <a:solidFill>
              <a:srgbClr val="2EC4B6"/>
            </a:solidFill>
            <a:prstDash val="solid"/>
          </a:ln>
        </p:spPr>
      </p:sp>
      <p:sp>
        <p:nvSpPr>
          <p:cNvPr id="10" name="Text 8"/>
          <p:cNvSpPr txBox="1"/>
          <p:nvPr/>
        </p:nvSpPr>
        <p:spPr>
          <a:xfrm>
            <a:off x="457200" y="2459736"/>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1" name="Text 9"/>
          <p:cNvSpPr txBox="1"/>
          <p:nvPr/>
        </p:nvSpPr>
        <p:spPr>
          <a:xfrm>
            <a:off x="868680" y="2368296"/>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Every bit buys 6 dB; ENOB tells you the real bit count</a:t>
            </a:r>
            <a:endParaRPr lang="en-US" sz="1600" dirty="0"/>
          </a:p>
        </p:txBody>
      </p:sp>
      <p:sp>
        <p:nvSpPr>
          <p:cNvPr id="12" name="Shape 10"/>
          <p:cNvSpPr/>
          <p:nvPr/>
        </p:nvSpPr>
        <p:spPr>
          <a:xfrm>
            <a:off x="457200" y="3026664"/>
            <a:ext cx="274320" cy="274320"/>
          </a:xfrm>
          <a:prstGeom prst="ellipse">
            <a:avLst/>
          </a:prstGeom>
          <a:solidFill>
            <a:srgbClr val="2EC4B6"/>
          </a:solidFill>
          <a:ln w="12700">
            <a:solidFill>
              <a:srgbClr val="2EC4B6"/>
            </a:solidFill>
            <a:prstDash val="solid"/>
          </a:ln>
        </p:spPr>
      </p:sp>
      <p:sp>
        <p:nvSpPr>
          <p:cNvPr id="13" name="Text 11"/>
          <p:cNvSpPr txBox="1"/>
          <p:nvPr/>
        </p:nvSpPr>
        <p:spPr>
          <a:xfrm>
            <a:off x="457200" y="3026664"/>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4" name="Text 12"/>
          <p:cNvSpPr txBox="1"/>
          <p:nvPr/>
        </p:nvSpPr>
        <p:spPr>
          <a:xfrm>
            <a:off x="868680" y="2935224"/>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Timing wobble limits accuracy at high input frequencies</a:t>
            </a:r>
            <a:endParaRPr lang="en-US" sz="1600" dirty="0"/>
          </a:p>
        </p:txBody>
      </p:sp>
      <p:sp>
        <p:nvSpPr>
          <p:cNvPr id="15" name="Shape 13"/>
          <p:cNvSpPr/>
          <p:nvPr/>
        </p:nvSpPr>
        <p:spPr>
          <a:xfrm>
            <a:off x="457200" y="3593592"/>
            <a:ext cx="274320" cy="274320"/>
          </a:xfrm>
          <a:prstGeom prst="ellipse">
            <a:avLst/>
          </a:prstGeom>
          <a:solidFill>
            <a:srgbClr val="2EC4B6"/>
          </a:solidFill>
          <a:ln w="12700">
            <a:solidFill>
              <a:srgbClr val="2EC4B6"/>
            </a:solidFill>
            <a:prstDash val="solid"/>
          </a:ln>
        </p:spPr>
      </p:sp>
      <p:sp>
        <p:nvSpPr>
          <p:cNvPr id="16" name="Text 14"/>
          <p:cNvSpPr txBox="1"/>
          <p:nvPr/>
        </p:nvSpPr>
        <p:spPr>
          <a:xfrm>
            <a:off x="457200" y="3593592"/>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7" name="Text 15"/>
          <p:cNvSpPr txBox="1"/>
          <p:nvPr/>
        </p:nvSpPr>
        <p:spPr>
          <a:xfrm>
            <a:off x="868680" y="3502152"/>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Flash: all at once. SAR: guessing game, one bit per tick. Sigma-delta: many rough guesses averaged</a:t>
            </a:r>
            <a:endParaRPr lang="en-US" sz="1600" dirty="0"/>
          </a:p>
        </p:txBody>
      </p:sp>
      <p:sp>
        <p:nvSpPr>
          <p:cNvPr id="18" name="Text 16"/>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1097280"/>
            <a:ext cx="5486400" cy="365760"/>
          </a:xfrm>
          <a:prstGeom prst="rect">
            <a:avLst/>
          </a:prstGeom>
          <a:noFill/>
          <a:ln/>
        </p:spPr>
        <p:txBody>
          <a:bodyPr wrap="square" lIns="0" tIns="0" rIns="0" bIns="0" rtlCol="0" anchor="ctr"/>
          <a:lstStyle/>
          <a:p>
            <a:pPr indent="0" marL="0">
              <a:buNone/>
            </a:pPr>
            <a:r>
              <a:rPr lang="en-US" sz="1400" b="1" dirty="0">
                <a:solidFill>
                  <a:srgbClr val="2EC4B6"/>
                </a:solidFill>
                <a:latin typeface="Calibri" pitchFamily="34" charset="0"/>
                <a:ea typeface="Calibri" pitchFamily="34" charset="-122"/>
                <a:cs typeface="Calibri" pitchFamily="34" charset="-120"/>
              </a:rPr>
              <a:t>Part 4</a:t>
            </a:r>
            <a:endParaRPr lang="en-US" sz="1400" dirty="0"/>
          </a:p>
        </p:txBody>
      </p:sp>
      <p:sp>
        <p:nvSpPr>
          <p:cNvPr id="3" name="Text 1"/>
          <p:cNvSpPr txBox="1"/>
          <p:nvPr/>
        </p:nvSpPr>
        <p:spPr>
          <a:xfrm>
            <a:off x="45720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FFT and IFFT</a:t>
            </a:r>
            <a:endParaRPr lang="en-US" sz="4000" dirty="0"/>
          </a:p>
        </p:txBody>
      </p:sp>
      <p:sp>
        <p:nvSpPr>
          <p:cNvPr id="4" name="Text 2"/>
          <p:cNvSpPr txBox="1"/>
          <p:nvPr/>
        </p:nvSpPr>
        <p:spPr>
          <a:xfrm>
            <a:off x="457200" y="2423160"/>
            <a:ext cx="8229600" cy="457200"/>
          </a:xfrm>
          <a:prstGeom prst="rect">
            <a:avLst/>
          </a:prstGeom>
          <a:noFill/>
          <a:ln/>
        </p:spPr>
        <p:txBody>
          <a:bodyPr wrap="square" lIns="0" tIns="0" rIns="0" bIns="0" rtlCol="0" anchor="ctr"/>
          <a:lstStyle/>
          <a:p>
            <a:pPr indent="0" marL="0">
              <a:buNone/>
            </a:pPr>
            <a:r>
              <a:rPr lang="en-US" sz="1600" dirty="0">
                <a:solidFill>
                  <a:srgbClr val="D7DEE8"/>
                </a:solidFill>
                <a:latin typeface="Calibri" pitchFamily="34" charset="0"/>
                <a:ea typeface="Calibri" pitchFamily="34" charset="-122"/>
                <a:cs typeface="Calibri" pitchFamily="34" charset="-120"/>
              </a:rPr>
              <a:t>Finding the frequencies hidden in a list of numbers, and going back</a:t>
            </a:r>
            <a:endParaRPr lang="en-US" sz="1600" dirty="0"/>
          </a:p>
        </p:txBody>
      </p:sp>
      <p:sp>
        <p:nvSpPr>
          <p:cNvPr id="5" name="Text 3"/>
          <p:cNvSpPr txBox="1"/>
          <p:nvPr/>
        </p:nvSpPr>
        <p:spPr>
          <a:xfrm>
            <a:off x="457200" y="2926080"/>
            <a:ext cx="3657600" cy="274320"/>
          </a:xfrm>
          <a:prstGeom prst="rect">
            <a:avLst/>
          </a:prstGeom>
          <a:noFill/>
          <a:ln/>
        </p:spPr>
        <p:txBody>
          <a:bodyPr wrap="square" lIns="0" tIns="0" rIns="0" bIns="0" rtlCol="0" anchor="ctr"/>
          <a:lstStyle/>
          <a:p>
            <a:pPr indent="0" marL="0">
              <a:buNone/>
            </a:pPr>
            <a:r>
              <a:rPr lang="en-US" sz="1100" dirty="0">
                <a:solidFill>
                  <a:srgbClr val="B8C4D6"/>
                </a:solidFill>
                <a:latin typeface="Calibri" pitchFamily="34" charset="0"/>
                <a:ea typeface="Calibri" pitchFamily="34" charset="-122"/>
                <a:cs typeface="Calibri" pitchFamily="34" charset="-120"/>
              </a:rPr>
              <a:t>25 minutes</a:t>
            </a:r>
            <a:endParaRPr lang="en-US" sz="1100" dirty="0"/>
          </a:p>
        </p:txBody>
      </p:sp>
      <p:sp>
        <p:nvSpPr>
          <p:cNvPr id="6" name="Text 4"/>
          <p:cNvSpPr txBox="1"/>
          <p:nvPr/>
        </p:nvSpPr>
        <p:spPr>
          <a:xfrm>
            <a:off x="457200" y="3611880"/>
            <a:ext cx="2743200" cy="228600"/>
          </a:xfrm>
          <a:prstGeom prst="rect">
            <a:avLst/>
          </a:prstGeom>
          <a:noFill/>
          <a:ln/>
        </p:spPr>
        <p:txBody>
          <a:bodyPr wrap="square" lIns="0" tIns="0" rIns="0" bIns="0" rtlCol="0" anchor="ctr"/>
          <a:lstStyle/>
          <a:p>
            <a:pPr indent="0" marL="0">
              <a:buNone/>
            </a:pPr>
            <a:r>
              <a:rPr lang="en-US" sz="900" i="1" dirty="0">
                <a:solidFill>
                  <a:srgbClr val="B8C4D6"/>
                </a:solidFill>
                <a:latin typeface="Calibri" pitchFamily="34" charset="0"/>
                <a:ea typeface="Calibri" pitchFamily="34" charset="-122"/>
                <a:cs typeface="Calibri" pitchFamily="34" charset="-120"/>
              </a:rPr>
              <a:t>You are here</a:t>
            </a:r>
            <a:endParaRPr lang="en-US" sz="900" dirty="0"/>
          </a:p>
        </p:txBody>
      </p:sp>
      <p:sp>
        <p:nvSpPr>
          <p:cNvPr id="7" name="Text 5"/>
          <p:cNvSpPr txBox="1"/>
          <p:nvPr/>
        </p:nvSpPr>
        <p:spPr>
          <a:xfrm>
            <a:off x="457200"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Antenna</a:t>
            </a:r>
            <a:endParaRPr lang="en-US" sz="1000" dirty="0"/>
          </a:p>
        </p:txBody>
      </p:sp>
      <p:sp>
        <p:nvSpPr>
          <p:cNvPr id="8" name="Shape 6"/>
          <p:cNvSpPr/>
          <p:nvPr/>
        </p:nvSpPr>
        <p:spPr>
          <a:xfrm>
            <a:off x="1460427" y="4091940"/>
            <a:ext cx="201168" cy="0"/>
          </a:xfrm>
          <a:prstGeom prst="line">
            <a:avLst/>
          </a:prstGeom>
          <a:noFill/>
          <a:ln w="15875">
            <a:solidFill>
              <a:srgbClr val="8FA3BF"/>
            </a:solidFill>
            <a:prstDash val="solid"/>
            <a:tailEnd type="triangle"/>
          </a:ln>
        </p:spPr>
      </p:sp>
      <p:sp>
        <p:nvSpPr>
          <p:cNvPr id="9" name="Text 7"/>
          <p:cNvSpPr txBox="1"/>
          <p:nvPr/>
        </p:nvSpPr>
        <p:spPr>
          <a:xfrm>
            <a:off x="1661595"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LNA</a:t>
            </a:r>
            <a:endParaRPr lang="en-US" sz="1000" dirty="0"/>
          </a:p>
        </p:txBody>
      </p:sp>
      <p:sp>
        <p:nvSpPr>
          <p:cNvPr id="10" name="Shape 8"/>
          <p:cNvSpPr/>
          <p:nvPr/>
        </p:nvSpPr>
        <p:spPr>
          <a:xfrm>
            <a:off x="2664823" y="4091940"/>
            <a:ext cx="201168" cy="0"/>
          </a:xfrm>
          <a:prstGeom prst="line">
            <a:avLst/>
          </a:prstGeom>
          <a:noFill/>
          <a:ln w="15875">
            <a:solidFill>
              <a:srgbClr val="8FA3BF"/>
            </a:solidFill>
            <a:prstDash val="solid"/>
            <a:tailEnd type="triangle"/>
          </a:ln>
        </p:spPr>
      </p:sp>
      <p:sp>
        <p:nvSpPr>
          <p:cNvPr id="11" name="Text 9"/>
          <p:cNvSpPr txBox="1"/>
          <p:nvPr/>
        </p:nvSpPr>
        <p:spPr>
          <a:xfrm>
            <a:off x="2865991"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Mixer</a:t>
            </a:r>
            <a:endParaRPr lang="en-US" sz="1000" dirty="0"/>
          </a:p>
        </p:txBody>
      </p:sp>
      <p:sp>
        <p:nvSpPr>
          <p:cNvPr id="12" name="Shape 10"/>
          <p:cNvSpPr/>
          <p:nvPr/>
        </p:nvSpPr>
        <p:spPr>
          <a:xfrm>
            <a:off x="3869218" y="4091940"/>
            <a:ext cx="201168" cy="0"/>
          </a:xfrm>
          <a:prstGeom prst="line">
            <a:avLst/>
          </a:prstGeom>
          <a:noFill/>
          <a:ln w="15875">
            <a:solidFill>
              <a:srgbClr val="8FA3BF"/>
            </a:solidFill>
            <a:prstDash val="solid"/>
            <a:tailEnd type="triangle"/>
          </a:ln>
        </p:spPr>
      </p:sp>
      <p:sp>
        <p:nvSpPr>
          <p:cNvPr id="13" name="Text 11"/>
          <p:cNvSpPr txBox="1"/>
          <p:nvPr/>
        </p:nvSpPr>
        <p:spPr>
          <a:xfrm>
            <a:off x="4070386"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Filter</a:t>
            </a:r>
            <a:endParaRPr lang="en-US" sz="1000" dirty="0"/>
          </a:p>
        </p:txBody>
      </p:sp>
      <p:sp>
        <p:nvSpPr>
          <p:cNvPr id="14" name="Shape 12"/>
          <p:cNvSpPr/>
          <p:nvPr/>
        </p:nvSpPr>
        <p:spPr>
          <a:xfrm>
            <a:off x="5073614" y="4091940"/>
            <a:ext cx="201168" cy="0"/>
          </a:xfrm>
          <a:prstGeom prst="line">
            <a:avLst/>
          </a:prstGeom>
          <a:noFill/>
          <a:ln w="15875">
            <a:solidFill>
              <a:srgbClr val="8FA3BF"/>
            </a:solidFill>
            <a:prstDash val="solid"/>
            <a:tailEnd type="triangle"/>
          </a:ln>
        </p:spPr>
      </p:sp>
      <p:sp>
        <p:nvSpPr>
          <p:cNvPr id="15" name="Text 13"/>
          <p:cNvSpPr txBox="1"/>
          <p:nvPr/>
        </p:nvSpPr>
        <p:spPr>
          <a:xfrm>
            <a:off x="5274782"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ADC</a:t>
            </a:r>
            <a:endParaRPr lang="en-US" sz="1000" dirty="0"/>
          </a:p>
        </p:txBody>
      </p:sp>
      <p:sp>
        <p:nvSpPr>
          <p:cNvPr id="16" name="Shape 14"/>
          <p:cNvSpPr/>
          <p:nvPr/>
        </p:nvSpPr>
        <p:spPr>
          <a:xfrm>
            <a:off x="6278009" y="4091940"/>
            <a:ext cx="201168" cy="0"/>
          </a:xfrm>
          <a:prstGeom prst="line">
            <a:avLst/>
          </a:prstGeom>
          <a:noFill/>
          <a:ln w="15875">
            <a:solidFill>
              <a:srgbClr val="8FA3BF"/>
            </a:solidFill>
            <a:prstDash val="solid"/>
            <a:tailEnd type="triangle"/>
          </a:ln>
        </p:spPr>
      </p:sp>
      <p:sp>
        <p:nvSpPr>
          <p:cNvPr id="17" name="Text 15"/>
          <p:cNvSpPr txBox="1"/>
          <p:nvPr/>
        </p:nvSpPr>
        <p:spPr>
          <a:xfrm>
            <a:off x="6479177" y="3840480"/>
            <a:ext cx="1003227" cy="502920"/>
          </a:xfrm>
          <a:prstGeom prst="roundRect">
            <a:avLst>
              <a:gd name="adj" fmla="val 10909"/>
            </a:avLst>
          </a:prstGeom>
          <a:solidFill>
            <a:srgbClr val="2EC4B6"/>
          </a:solidFill>
          <a:ln w="9525">
            <a:solidFill>
              <a:srgbClr val="2EC4B6"/>
            </a:solidFill>
          </a:ln>
        </p:spPr>
        <p:txBody>
          <a:bodyPr wrap="square" lIns="254" tIns="254" rIns="254" bIns="254"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DSP</a:t>
            </a:r>
            <a:endParaRPr lang="en-US" sz="1000" dirty="0"/>
          </a:p>
        </p:txBody>
      </p:sp>
      <p:sp>
        <p:nvSpPr>
          <p:cNvPr id="18" name="Shape 16"/>
          <p:cNvSpPr/>
          <p:nvPr/>
        </p:nvSpPr>
        <p:spPr>
          <a:xfrm>
            <a:off x="7482405" y="4091940"/>
            <a:ext cx="201168" cy="0"/>
          </a:xfrm>
          <a:prstGeom prst="line">
            <a:avLst/>
          </a:prstGeom>
          <a:noFill/>
          <a:ln w="15875">
            <a:solidFill>
              <a:srgbClr val="8FA3BF"/>
            </a:solidFill>
            <a:prstDash val="solid"/>
            <a:tailEnd type="triangle"/>
          </a:ln>
        </p:spPr>
      </p:sp>
      <p:sp>
        <p:nvSpPr>
          <p:cNvPr id="19" name="Text 17"/>
          <p:cNvSpPr txBox="1"/>
          <p:nvPr/>
        </p:nvSpPr>
        <p:spPr>
          <a:xfrm>
            <a:off x="7683573"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Data</a:t>
            </a:r>
            <a:endParaRPr lang="en-US" sz="1000" dirty="0"/>
          </a:p>
        </p:txBody>
      </p:sp>
      <p:sp>
        <p:nvSpPr>
          <p:cNvPr id="20" name="Text 18"/>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Why look at frequencies at all?</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32</a:t>
            </a:r>
            <a:endParaRPr lang="en-US" sz="900" dirty="0"/>
          </a:p>
        </p:txBody>
      </p:sp>
      <p:graphicFrame>
        <p:nvGraphicFramePr>
          <p:cNvPr id="5" name="Chart 0" descr=""/>
          <p:cNvGraphicFramePr/>
          <p:nvPr/>
        </p:nvGraphicFramePr>
        <p:xfrm>
          <a:off x="457200" y="1024128"/>
          <a:ext cx="4023360" cy="18745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663440" y="1024128"/>
          <a:ext cx="4023360" cy="187452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457200" y="2944368"/>
            <a:ext cx="8229600" cy="5943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Left: 256 readings of two tones plus hiss; in time it is a mess</a:t>
            </a:r>
            <a:endParaRPr lang="en-US" sz="1100" dirty="0"/>
          </a:p>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Right: the same readings after an FFT; two clean peaks, hiss far below</a:t>
            </a:r>
            <a:endParaRPr lang="en-US" sz="1100" dirty="0"/>
          </a:p>
          <a:p>
            <a:pPr marL="342900" indent="-342900">
              <a:spcAft>
                <a:spcPts val="200"/>
              </a:spcAft>
              <a:buSzPct val="100000"/>
              <a:buChar char="•"/>
            </a:pPr>
            <a:r>
              <a:rPr lang="en-US" sz="1100" dirty="0">
                <a:solidFill>
                  <a:srgbClr val="14213D"/>
                </a:solidFill>
                <a:latin typeface="Calibri" pitchFamily="34" charset="0"/>
                <a:ea typeface="Calibri" pitchFamily="34" charset="-122"/>
                <a:cs typeface="Calibri" pitchFamily="34" charset="-120"/>
              </a:rPr>
              <a:t>Picking a channel, filtering, and measuring a spectrum are all easy once you see frequencies</a:t>
            </a:r>
            <a:endParaRPr lang="en-US" sz="1100" dirty="0"/>
          </a:p>
        </p:txBody>
      </p:sp>
      <p:sp>
        <p:nvSpPr>
          <p:cNvPr id="8" name="Shape 4"/>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9" name="Shape 5"/>
          <p:cNvSpPr/>
          <p:nvPr/>
        </p:nvSpPr>
        <p:spPr>
          <a:xfrm>
            <a:off x="566928" y="3776472"/>
            <a:ext cx="237744" cy="237744"/>
          </a:xfrm>
          <a:prstGeom prst="ellipse">
            <a:avLst/>
          </a:prstGeom>
          <a:solidFill>
            <a:srgbClr val="2EC4B6"/>
          </a:solidFill>
          <a:ln w="12700">
            <a:solidFill>
              <a:srgbClr val="2EC4B6"/>
            </a:solidFill>
            <a:prstDash val="solid"/>
          </a:ln>
        </p:spPr>
      </p:sp>
      <p:sp>
        <p:nvSpPr>
          <p:cNvPr id="10" name="Text 6"/>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1" name="Text 7"/>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piano chord is one messy pressure wave in the air, but three clear notes on the sheet music. The FFT is the trained ear that hears the notes inside the mess.</a:t>
            </a:r>
            <a:endParaRPr lang="en-US" sz="1050" dirty="0"/>
          </a:p>
        </p:txBody>
      </p:sp>
      <p:sp>
        <p:nvSpPr>
          <p:cNvPr id="12" name="Shape 8"/>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3" name="Shape 9"/>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4" name="Text 10"/>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5" name="Text 11"/>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Read the right-hand chart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Peaks at 30 kHz (0 dB) and 75 kHz (−10 dB): the two tones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Hiss sits near −50 dB: the FFT pushed it down about 21 dB</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tone fills one bucket; the hiss is spread over 128 buckets</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One idea, three versions</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33</a:t>
            </a:r>
            <a:endParaRPr lang="en-US" sz="900" dirty="0"/>
          </a:p>
        </p:txBody>
      </p:sp>
      <p:sp>
        <p:nvSpPr>
          <p:cNvPr id="5" name="Shape 3"/>
          <p:cNvSpPr/>
          <p:nvPr/>
        </p:nvSpPr>
        <p:spPr>
          <a:xfrm>
            <a:off x="914400" y="1024128"/>
            <a:ext cx="7772400" cy="786384"/>
          </a:xfrm>
          <a:prstGeom prst="roundRect">
            <a:avLst>
              <a:gd name="adj" fmla="val 9302"/>
            </a:avLst>
          </a:prstGeom>
          <a:solidFill>
            <a:srgbClr val="EEF3F8"/>
          </a:solidFill>
          <a:ln w="12700">
            <a:solidFill>
              <a:srgbClr val="EEF3F8"/>
            </a:solidFill>
            <a:prstDash val="solid"/>
          </a:ln>
        </p:spPr>
      </p:sp>
      <p:sp>
        <p:nvSpPr>
          <p:cNvPr id="6" name="Text 4"/>
          <p:cNvSpPr txBox="1"/>
          <p:nvPr/>
        </p:nvSpPr>
        <p:spPr>
          <a:xfrm>
            <a:off x="1051560" y="1024128"/>
            <a:ext cx="749808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Fourier series:   c_k = (1/T) ∫₀ᵀ x(t) e^{−j2πkt/T} dt</a:t>
            </a:r>
            <a:endParaRPr lang="en-US" sz="1500" dirty="0"/>
          </a:p>
        </p:txBody>
      </p:sp>
      <p:sp>
        <p:nvSpPr>
          <p:cNvPr id="7" name="Text 5"/>
          <p:cNvSpPr txBox="1"/>
          <p:nvPr/>
        </p:nvSpPr>
        <p:spPr>
          <a:xfrm>
            <a:off x="1051560" y="1508760"/>
            <a:ext cx="749808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For a repeating wave: a list of harmonics</a:t>
            </a:r>
            <a:endParaRPr lang="en-US" sz="1000" dirty="0"/>
          </a:p>
        </p:txBody>
      </p:sp>
      <p:sp>
        <p:nvSpPr>
          <p:cNvPr id="8" name="Shape 6"/>
          <p:cNvSpPr/>
          <p:nvPr/>
        </p:nvSpPr>
        <p:spPr>
          <a:xfrm>
            <a:off x="457200" y="1234440"/>
            <a:ext cx="365760" cy="365760"/>
          </a:xfrm>
          <a:prstGeom prst="ellipse">
            <a:avLst/>
          </a:prstGeom>
          <a:solidFill>
            <a:srgbClr val="5B6B7F"/>
          </a:solidFill>
          <a:ln w="12700">
            <a:solidFill>
              <a:srgbClr val="5B6B7F"/>
            </a:solidFill>
            <a:prstDash val="solid"/>
          </a:ln>
        </p:spPr>
      </p:sp>
      <p:sp>
        <p:nvSpPr>
          <p:cNvPr id="9" name="Text 7"/>
          <p:cNvSpPr txBox="1"/>
          <p:nvPr/>
        </p:nvSpPr>
        <p:spPr>
          <a:xfrm>
            <a:off x="457200" y="1234440"/>
            <a:ext cx="36576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640080" y="1600200"/>
            <a:ext cx="0" cy="512064"/>
          </a:xfrm>
          <a:prstGeom prst="line">
            <a:avLst/>
          </a:prstGeom>
          <a:noFill/>
          <a:ln w="12700">
            <a:solidFill>
              <a:srgbClr val="5B6B7F"/>
            </a:solidFill>
            <a:prstDash val="solid"/>
            <a:tailEnd type="triangle"/>
          </a:ln>
        </p:spPr>
      </p:sp>
      <p:sp>
        <p:nvSpPr>
          <p:cNvPr id="11" name="Shape 9"/>
          <p:cNvSpPr/>
          <p:nvPr/>
        </p:nvSpPr>
        <p:spPr>
          <a:xfrm>
            <a:off x="914400" y="1901952"/>
            <a:ext cx="7772400" cy="786384"/>
          </a:xfrm>
          <a:prstGeom prst="roundRect">
            <a:avLst>
              <a:gd name="adj" fmla="val 9302"/>
            </a:avLst>
          </a:prstGeom>
          <a:solidFill>
            <a:srgbClr val="EEF3F8"/>
          </a:solidFill>
          <a:ln w="12700">
            <a:solidFill>
              <a:srgbClr val="EEF3F8"/>
            </a:solidFill>
            <a:prstDash val="solid"/>
          </a:ln>
        </p:spPr>
      </p:sp>
      <p:sp>
        <p:nvSpPr>
          <p:cNvPr id="12" name="Text 10"/>
          <p:cNvSpPr txBox="1"/>
          <p:nvPr/>
        </p:nvSpPr>
        <p:spPr>
          <a:xfrm>
            <a:off x="1051560" y="1901952"/>
            <a:ext cx="749808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Fourier transform:   X(f) = ∫ x(t) e^{−j2πft} dt</a:t>
            </a:r>
            <a:endParaRPr lang="en-US" sz="1500" dirty="0"/>
          </a:p>
        </p:txBody>
      </p:sp>
      <p:sp>
        <p:nvSpPr>
          <p:cNvPr id="13" name="Text 11"/>
          <p:cNvSpPr txBox="1"/>
          <p:nvPr/>
        </p:nvSpPr>
        <p:spPr>
          <a:xfrm>
            <a:off x="1051560" y="2386584"/>
            <a:ext cx="749808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For any smooth wave: a continuous spectrum</a:t>
            </a:r>
            <a:endParaRPr lang="en-US" sz="1000" dirty="0"/>
          </a:p>
        </p:txBody>
      </p:sp>
      <p:sp>
        <p:nvSpPr>
          <p:cNvPr id="14" name="Shape 12"/>
          <p:cNvSpPr/>
          <p:nvPr/>
        </p:nvSpPr>
        <p:spPr>
          <a:xfrm>
            <a:off x="457200" y="2112264"/>
            <a:ext cx="365760" cy="365760"/>
          </a:xfrm>
          <a:prstGeom prst="ellipse">
            <a:avLst/>
          </a:prstGeom>
          <a:solidFill>
            <a:srgbClr val="FFB703"/>
          </a:solidFill>
          <a:ln w="12700">
            <a:solidFill>
              <a:srgbClr val="FFB703"/>
            </a:solidFill>
            <a:prstDash val="solid"/>
          </a:ln>
        </p:spPr>
      </p:sp>
      <p:sp>
        <p:nvSpPr>
          <p:cNvPr id="15" name="Text 13"/>
          <p:cNvSpPr txBox="1"/>
          <p:nvPr/>
        </p:nvSpPr>
        <p:spPr>
          <a:xfrm>
            <a:off x="457200" y="2112264"/>
            <a:ext cx="36576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6" name="Shape 14"/>
          <p:cNvSpPr/>
          <p:nvPr/>
        </p:nvSpPr>
        <p:spPr>
          <a:xfrm>
            <a:off x="640080" y="2478024"/>
            <a:ext cx="0" cy="512064"/>
          </a:xfrm>
          <a:prstGeom prst="line">
            <a:avLst/>
          </a:prstGeom>
          <a:noFill/>
          <a:ln w="12700">
            <a:solidFill>
              <a:srgbClr val="5B6B7F"/>
            </a:solidFill>
            <a:prstDash val="solid"/>
            <a:tailEnd type="triangle"/>
          </a:ln>
        </p:spPr>
      </p:sp>
      <p:sp>
        <p:nvSpPr>
          <p:cNvPr id="17" name="Shape 15"/>
          <p:cNvSpPr/>
          <p:nvPr/>
        </p:nvSpPr>
        <p:spPr>
          <a:xfrm>
            <a:off x="914400" y="2779776"/>
            <a:ext cx="7772400" cy="786384"/>
          </a:xfrm>
          <a:prstGeom prst="roundRect">
            <a:avLst>
              <a:gd name="adj" fmla="val 9302"/>
            </a:avLst>
          </a:prstGeom>
          <a:solidFill>
            <a:srgbClr val="EEF3F8"/>
          </a:solidFill>
          <a:ln w="12700">
            <a:solidFill>
              <a:srgbClr val="EEF3F8"/>
            </a:solidFill>
            <a:prstDash val="solid"/>
          </a:ln>
        </p:spPr>
      </p:sp>
      <p:sp>
        <p:nvSpPr>
          <p:cNvPr id="18" name="Text 16"/>
          <p:cNvSpPr txBox="1"/>
          <p:nvPr/>
        </p:nvSpPr>
        <p:spPr>
          <a:xfrm>
            <a:off x="1051560" y="2779776"/>
            <a:ext cx="7498080" cy="53035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DFT:   X[k] = Σₙ₌₀ᴺ⁻¹ x[n] e^{−j2πkn/N}</a:t>
            </a:r>
            <a:endParaRPr lang="en-US" sz="1500" dirty="0"/>
          </a:p>
        </p:txBody>
      </p:sp>
      <p:sp>
        <p:nvSpPr>
          <p:cNvPr id="19" name="Text 17"/>
          <p:cNvSpPr txBox="1"/>
          <p:nvPr/>
        </p:nvSpPr>
        <p:spPr>
          <a:xfrm>
            <a:off x="1051560" y="3264408"/>
            <a:ext cx="749808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For a list of N numbers: the version a computer can run</a:t>
            </a:r>
            <a:endParaRPr lang="en-US" sz="1000" dirty="0"/>
          </a:p>
        </p:txBody>
      </p:sp>
      <p:sp>
        <p:nvSpPr>
          <p:cNvPr id="20" name="Shape 18"/>
          <p:cNvSpPr/>
          <p:nvPr/>
        </p:nvSpPr>
        <p:spPr>
          <a:xfrm>
            <a:off x="457200" y="2990088"/>
            <a:ext cx="365760" cy="365760"/>
          </a:xfrm>
          <a:prstGeom prst="ellipse">
            <a:avLst/>
          </a:prstGeom>
          <a:solidFill>
            <a:srgbClr val="2EC4B6"/>
          </a:solidFill>
          <a:ln w="12700">
            <a:solidFill>
              <a:srgbClr val="2EC4B6"/>
            </a:solidFill>
            <a:prstDash val="solid"/>
          </a:ln>
        </p:spPr>
      </p:sp>
      <p:sp>
        <p:nvSpPr>
          <p:cNvPr id="21" name="Text 19"/>
          <p:cNvSpPr txBox="1"/>
          <p:nvPr/>
        </p:nvSpPr>
        <p:spPr>
          <a:xfrm>
            <a:off x="457200" y="2990088"/>
            <a:ext cx="36576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22" name="Shape 2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23" name="Shape 21"/>
          <p:cNvSpPr/>
          <p:nvPr/>
        </p:nvSpPr>
        <p:spPr>
          <a:xfrm>
            <a:off x="566928" y="3776472"/>
            <a:ext cx="237744" cy="237744"/>
          </a:xfrm>
          <a:prstGeom prst="ellipse">
            <a:avLst/>
          </a:prstGeom>
          <a:solidFill>
            <a:srgbClr val="2EC4B6"/>
          </a:solidFill>
          <a:ln w="12700">
            <a:solidFill>
              <a:srgbClr val="2EC4B6"/>
            </a:solidFill>
            <a:prstDash val="solid"/>
          </a:ln>
        </p:spPr>
      </p:sp>
      <p:sp>
        <p:nvSpPr>
          <p:cNvPr id="24" name="Text 2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5" name="Text 2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Same recipe each time: multiply the signal by a test wave of one frequency and add everything up. A big total means that frequency is present. The DFT just does it with a list of numbers instead of a smooth curve.</a:t>
            </a:r>
            <a:endParaRPr lang="en-US" sz="1050" dirty="0"/>
          </a:p>
        </p:txBody>
      </p:sp>
      <p:sp>
        <p:nvSpPr>
          <p:cNvPr id="26" name="Shape 2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7" name="Shape 2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8" name="Text 2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9" name="Text 2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Which one does your phone run?</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Always the DFT: the ADC handed it a list of numbers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Wi-Fi: 64 numbers in, 64 frequencies out</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5G: up to 4096 numbers in, 4096 frequencies out</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The DFT: what k, n and N mean</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34</a:t>
            </a:r>
            <a:endParaRPr lang="en-US" sz="900" dirty="0"/>
          </a:p>
        </p:txBody>
      </p:sp>
      <p:sp>
        <p:nvSpPr>
          <p:cNvPr id="5" name="Shape 3"/>
          <p:cNvSpPr/>
          <p:nvPr/>
        </p:nvSpPr>
        <p:spPr>
          <a:xfrm>
            <a:off x="457200" y="1024128"/>
            <a:ext cx="4754880" cy="754380"/>
          </a:xfrm>
          <a:prstGeom prst="roundRect">
            <a:avLst>
              <a:gd name="adj" fmla="val 9697"/>
            </a:avLst>
          </a:prstGeom>
          <a:solidFill>
            <a:srgbClr val="EEF3F8"/>
          </a:solidFill>
          <a:ln w="12700">
            <a:solidFill>
              <a:srgbClr val="EEF3F8"/>
            </a:solidFill>
            <a:prstDash val="solid"/>
          </a:ln>
        </p:spPr>
      </p:sp>
      <p:sp>
        <p:nvSpPr>
          <p:cNvPr id="6" name="Text 4"/>
          <p:cNvSpPr txBox="1"/>
          <p:nvPr/>
        </p:nvSpPr>
        <p:spPr>
          <a:xfrm>
            <a:off x="594360" y="1024128"/>
            <a:ext cx="4480560" cy="498348"/>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X[k] = Σₙ₌₀ᴺ⁻¹ x[n] · e^{−j2πkn/N}</a:t>
            </a:r>
            <a:endParaRPr lang="en-US" sz="1600" dirty="0"/>
          </a:p>
          <a:p>
            <a:pPr algn="ctr" indent="0" marL="0">
              <a:buNone/>
            </a:pPr>
            <a:r>
              <a:rPr lang="en-US" sz="1600" dirty="0">
                <a:solidFill>
                  <a:srgbClr val="0B1F3A"/>
                </a:solidFill>
                <a:latin typeface="Cambria" pitchFamily="34" charset="0"/>
                <a:ea typeface="Cambria" pitchFamily="34" charset="-122"/>
                <a:cs typeface="Cambria" pitchFamily="34" charset="-120"/>
              </a:rPr>
              <a:t>k = 0 … N−1</a:t>
            </a:r>
            <a:endParaRPr lang="en-US" sz="1600" dirty="0"/>
          </a:p>
        </p:txBody>
      </p:sp>
      <p:sp>
        <p:nvSpPr>
          <p:cNvPr id="7" name="Text 5"/>
          <p:cNvSpPr txBox="1"/>
          <p:nvPr/>
        </p:nvSpPr>
        <p:spPr>
          <a:xfrm>
            <a:off x="594360" y="1476756"/>
            <a:ext cx="448056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N readings in, N frequency amounts out</a:t>
            </a:r>
            <a:endParaRPr lang="en-US" sz="1000" dirty="0"/>
          </a:p>
        </p:txBody>
      </p:sp>
      <p:sp>
        <p:nvSpPr>
          <p:cNvPr id="8" name="Shape 6"/>
          <p:cNvSpPr/>
          <p:nvPr/>
        </p:nvSpPr>
        <p:spPr>
          <a:xfrm>
            <a:off x="457200" y="1869948"/>
            <a:ext cx="4754880" cy="754380"/>
          </a:xfrm>
          <a:prstGeom prst="roundRect">
            <a:avLst>
              <a:gd name="adj" fmla="val 9697"/>
            </a:avLst>
          </a:prstGeom>
          <a:solidFill>
            <a:srgbClr val="EEF3F8"/>
          </a:solidFill>
          <a:ln w="12700">
            <a:solidFill>
              <a:srgbClr val="EEF3F8"/>
            </a:solidFill>
            <a:prstDash val="solid"/>
          </a:ln>
        </p:spPr>
      </p:sp>
      <p:sp>
        <p:nvSpPr>
          <p:cNvPr id="9" name="Text 7"/>
          <p:cNvSpPr txBox="1"/>
          <p:nvPr/>
        </p:nvSpPr>
        <p:spPr>
          <a:xfrm>
            <a:off x="594360" y="1869948"/>
            <a:ext cx="4480560" cy="498348"/>
          </a:xfrm>
          <a:prstGeom prst="rect">
            <a:avLst/>
          </a:prstGeom>
          <a:noFill/>
          <a:ln/>
        </p:spPr>
        <p:txBody>
          <a:bodyPr wrap="square" lIns="0" tIns="0" rIns="0" bIns="0" rtlCol="0" anchor="ctr"/>
          <a:lstStyle/>
          <a:p>
            <a:pPr algn="ctr" indent="0" marL="0">
              <a:buNone/>
            </a:pPr>
            <a:r>
              <a:rPr lang="en-US" sz="1600" dirty="0">
                <a:solidFill>
                  <a:srgbClr val="0B1F3A"/>
                </a:solidFill>
                <a:latin typeface="Cambria" pitchFamily="34" charset="0"/>
                <a:ea typeface="Cambria" pitchFamily="34" charset="-122"/>
                <a:cs typeface="Cambria" pitchFamily="34" charset="-120"/>
              </a:rPr>
              <a:t>f_k = k · f_s / N        Δf = f_s / N</a:t>
            </a:r>
            <a:endParaRPr lang="en-US" sz="1600" dirty="0"/>
          </a:p>
        </p:txBody>
      </p:sp>
      <p:sp>
        <p:nvSpPr>
          <p:cNvPr id="10" name="Text 8"/>
          <p:cNvSpPr txBox="1"/>
          <p:nvPr/>
        </p:nvSpPr>
        <p:spPr>
          <a:xfrm>
            <a:off x="594360" y="2322576"/>
            <a:ext cx="448056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Bin k means frequency k × (f_s / N); Δf is how fine the frequency detail is</a:t>
            </a:r>
            <a:endParaRPr lang="en-US" sz="1000" dirty="0"/>
          </a:p>
        </p:txBody>
      </p:sp>
      <p:sp>
        <p:nvSpPr>
          <p:cNvPr id="11" name="Text 9"/>
          <p:cNvSpPr txBox="1"/>
          <p:nvPr/>
        </p:nvSpPr>
        <p:spPr>
          <a:xfrm>
            <a:off x="457200" y="2715768"/>
            <a:ext cx="4754880" cy="8229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x[n] is reading number n; X[k] says how much of frequency f_k is present (size and timing)</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For real readings, the top half of the bins mirrors the bottom half, so only N/2 are new information</a:t>
            </a:r>
            <a:endParaRPr lang="en-US" sz="1100" dirty="0"/>
          </a:p>
        </p:txBody>
      </p:sp>
      <p:sp>
        <p:nvSpPr>
          <p:cNvPr id="12" name="Text 10"/>
          <p:cNvSpPr txBox="1"/>
          <p:nvPr/>
        </p:nvSpPr>
        <p:spPr>
          <a:xfrm>
            <a:off x="5486400" y="1115568"/>
            <a:ext cx="3200400" cy="538582"/>
          </a:xfrm>
          <a:prstGeom prst="rect">
            <a:avLst/>
          </a:prstGeom>
          <a:noFill/>
          <a:ln/>
        </p:spPr>
        <p:txBody>
          <a:bodyPr wrap="square" lIns="0" tIns="0" rIns="0" bIns="0" rtlCol="0" anchor="b"/>
          <a:lstStyle/>
          <a:p>
            <a:pPr algn="ctr" indent="0" marL="0">
              <a:buNone/>
            </a:pPr>
            <a:r>
              <a:rPr lang="en-US" sz="2600" b="1" dirty="0">
                <a:solidFill>
                  <a:srgbClr val="0B1F3A"/>
                </a:solidFill>
                <a:latin typeface="Cambria" pitchFamily="34" charset="0"/>
                <a:ea typeface="Cambria" pitchFamily="34" charset="-122"/>
                <a:cs typeface="Cambria" pitchFamily="34" charset="-120"/>
              </a:rPr>
              <a:t>39.06 kHz</a:t>
            </a:r>
            <a:endParaRPr lang="en-US" sz="2600" dirty="0"/>
          </a:p>
        </p:txBody>
      </p:sp>
      <p:sp>
        <p:nvSpPr>
          <p:cNvPr id="13" name="Text 11"/>
          <p:cNvSpPr txBox="1"/>
          <p:nvPr/>
        </p:nvSpPr>
        <p:spPr>
          <a:xfrm>
            <a:off x="5486400" y="1654150"/>
            <a:ext cx="3200400" cy="330098"/>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bucket width: 40 MSPS ÷ 1024</a:t>
            </a:r>
            <a:endParaRPr lang="en-US" sz="1100" dirty="0"/>
          </a:p>
        </p:txBody>
      </p:sp>
      <p:sp>
        <p:nvSpPr>
          <p:cNvPr id="14" name="Text 12"/>
          <p:cNvSpPr txBox="1"/>
          <p:nvPr/>
        </p:nvSpPr>
        <p:spPr>
          <a:xfrm>
            <a:off x="5486400" y="2057400"/>
            <a:ext cx="3200400" cy="538582"/>
          </a:xfrm>
          <a:prstGeom prst="rect">
            <a:avLst/>
          </a:prstGeom>
          <a:noFill/>
          <a:ln/>
        </p:spPr>
        <p:txBody>
          <a:bodyPr wrap="square" lIns="0" tIns="0" rIns="0" bIns="0" rtlCol="0" anchor="b"/>
          <a:lstStyle/>
          <a:p>
            <a:pPr algn="ctr" indent="0" marL="0">
              <a:buNone/>
            </a:pPr>
            <a:r>
              <a:rPr lang="en-US" sz="2600" b="1" dirty="0">
                <a:solidFill>
                  <a:srgbClr val="2EC4B6"/>
                </a:solidFill>
                <a:latin typeface="Cambria" pitchFamily="34" charset="0"/>
                <a:ea typeface="Cambria" pitchFamily="34" charset="-122"/>
                <a:cs typeface="Cambria" pitchFamily="34" charset="-120"/>
              </a:rPr>
              <a:t>bucket 256</a:t>
            </a:r>
            <a:endParaRPr lang="en-US" sz="2600" dirty="0"/>
          </a:p>
        </p:txBody>
      </p:sp>
      <p:sp>
        <p:nvSpPr>
          <p:cNvPr id="15" name="Text 13"/>
          <p:cNvSpPr txBox="1"/>
          <p:nvPr/>
        </p:nvSpPr>
        <p:spPr>
          <a:xfrm>
            <a:off x="5486400" y="2595982"/>
            <a:ext cx="3200400" cy="330098"/>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where a 10 MHz tone lands</a:t>
            </a:r>
            <a:endParaRPr lang="en-US" sz="1100" dirty="0"/>
          </a:p>
        </p:txBody>
      </p:sp>
      <p:sp>
        <p:nvSpPr>
          <p:cNvPr id="16" name="Text 14"/>
          <p:cNvSpPr txBox="1"/>
          <p:nvPr/>
        </p:nvSpPr>
        <p:spPr>
          <a:xfrm>
            <a:off x="5486400" y="3063240"/>
            <a:ext cx="3200400" cy="457200"/>
          </a:xfrm>
          <a:prstGeom prst="rect">
            <a:avLst/>
          </a:prstGeom>
          <a:noFill/>
          <a:ln/>
        </p:spPr>
        <p:txBody>
          <a:bodyPr wrap="square" lIns="0" tIns="0" rIns="0" bIns="0" rtlCol="0" anchor="ctr"/>
          <a:lstStyle/>
          <a:p>
            <a:pPr algn="ctr" indent="0" marL="0">
              <a:buNone/>
            </a:pPr>
            <a:r>
              <a:rPr lang="en-US" sz="1000" i="1" dirty="0">
                <a:solidFill>
                  <a:srgbClr val="5B6B7F"/>
                </a:solidFill>
                <a:latin typeface="Calibri" pitchFamily="34" charset="0"/>
                <a:ea typeface="Calibri" pitchFamily="34" charset="-122"/>
                <a:cs typeface="Calibri" pitchFamily="34" charset="-120"/>
              </a:rPr>
              <a:t>Longer recording → narrower buckets. More bits do not help resolution.</a:t>
            </a:r>
            <a:endParaRPr lang="en-US" sz="1000" dirty="0"/>
          </a:p>
        </p:txBody>
      </p:sp>
      <p:sp>
        <p:nvSpPr>
          <p:cNvPr id="17" name="Shape 15"/>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8" name="Shape 16"/>
          <p:cNvSpPr/>
          <p:nvPr/>
        </p:nvSpPr>
        <p:spPr>
          <a:xfrm>
            <a:off x="566928" y="3776472"/>
            <a:ext cx="237744" cy="237744"/>
          </a:xfrm>
          <a:prstGeom prst="ellipse">
            <a:avLst/>
          </a:prstGeom>
          <a:solidFill>
            <a:srgbClr val="2EC4B6"/>
          </a:solidFill>
          <a:ln w="12700">
            <a:solidFill>
              <a:srgbClr val="2EC4B6"/>
            </a:solidFill>
            <a:prstDash val="solid"/>
          </a:ln>
        </p:spPr>
      </p:sp>
      <p:sp>
        <p:nvSpPr>
          <p:cNvPr id="19" name="Text 17"/>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N readings go in and N "buckets" come out, one per frequency. Bucket k collects everything that wiggles k times during the recording. A longer recording (bigger N at the same f_s) gives narrower buckets.</a:t>
            </a:r>
            <a:endParaRPr lang="en-US" sz="1050" dirty="0"/>
          </a:p>
        </p:txBody>
      </p:sp>
      <p:sp>
        <p:nvSpPr>
          <p:cNvPr id="21" name="Shape 19"/>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2" name="Shape 20"/>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3" name="Text 21"/>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4" name="Text 22"/>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40 MSPS, 1024 readings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Δf = 40 000 000 / 1024 = 39 062.5 Hz per bucket</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10 MHz tone lands in bucket 10 000 000 / 39 062.5 = 256</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Want 1 kHz detail? Take 40 000 readings (1 ms of signal)</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What the DFT actually does: compare with test waves</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35</a:t>
            </a:r>
            <a:endParaRPr lang="en-US" sz="900" dirty="0"/>
          </a:p>
        </p:txBody>
      </p:sp>
      <p:sp>
        <p:nvSpPr>
          <p:cNvPr id="5" name="Shape 3"/>
          <p:cNvSpPr/>
          <p:nvPr/>
        </p:nvSpPr>
        <p:spPr>
          <a:xfrm>
            <a:off x="457200" y="1024128"/>
            <a:ext cx="4023360" cy="740664"/>
          </a:xfrm>
          <a:prstGeom prst="roundRect">
            <a:avLst>
              <a:gd name="adj" fmla="val 9877"/>
            </a:avLst>
          </a:prstGeom>
          <a:solidFill>
            <a:srgbClr val="EEF3F8"/>
          </a:solidFill>
          <a:ln w="12700">
            <a:solidFill>
              <a:srgbClr val="EEF3F8"/>
            </a:solidFill>
            <a:prstDash val="solid"/>
          </a:ln>
        </p:spPr>
      </p:sp>
      <p:sp>
        <p:nvSpPr>
          <p:cNvPr id="6" name="Text 4"/>
          <p:cNvSpPr txBox="1"/>
          <p:nvPr/>
        </p:nvSpPr>
        <p:spPr>
          <a:xfrm>
            <a:off x="594360" y="1024128"/>
            <a:ext cx="3749040" cy="48463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e^{−j2πkn/N} =</a:t>
            </a:r>
            <a:endParaRPr lang="en-US" sz="1500" dirty="0"/>
          </a:p>
          <a:p>
            <a:pPr algn="ctr" indent="0" marL="0">
              <a:buNone/>
            </a:pPr>
            <a:r>
              <a:rPr lang="en-US" sz="1500" dirty="0">
                <a:solidFill>
                  <a:srgbClr val="0B1F3A"/>
                </a:solidFill>
                <a:latin typeface="Cambria" pitchFamily="34" charset="0"/>
                <a:ea typeface="Cambria" pitchFamily="34" charset="-122"/>
                <a:cs typeface="Cambria" pitchFamily="34" charset="-120"/>
              </a:rPr>
              <a:t>cos(2πkn/N) − j sin(2πkn/N)</a:t>
            </a:r>
            <a:endParaRPr lang="en-US" sz="1500" dirty="0"/>
          </a:p>
        </p:txBody>
      </p:sp>
      <p:sp>
        <p:nvSpPr>
          <p:cNvPr id="7" name="Text 5"/>
          <p:cNvSpPr txBox="1"/>
          <p:nvPr/>
        </p:nvSpPr>
        <p:spPr>
          <a:xfrm>
            <a:off x="594360" y="1463040"/>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Each bucket compares the readings with one cosine and one sine</a:t>
            </a:r>
            <a:endParaRPr lang="en-US" sz="1000" dirty="0"/>
          </a:p>
        </p:txBody>
      </p:sp>
      <p:sp>
        <p:nvSpPr>
          <p:cNvPr id="8" name="Shape 6"/>
          <p:cNvSpPr/>
          <p:nvPr/>
        </p:nvSpPr>
        <p:spPr>
          <a:xfrm>
            <a:off x="457200" y="1856232"/>
            <a:ext cx="4023360" cy="740664"/>
          </a:xfrm>
          <a:prstGeom prst="roundRect">
            <a:avLst>
              <a:gd name="adj" fmla="val 9877"/>
            </a:avLst>
          </a:prstGeom>
          <a:solidFill>
            <a:srgbClr val="EEF3F8"/>
          </a:solidFill>
          <a:ln w="12700">
            <a:solidFill>
              <a:srgbClr val="EEF3F8"/>
            </a:solidFill>
            <a:prstDash val="solid"/>
          </a:ln>
        </p:spPr>
      </p:sp>
      <p:sp>
        <p:nvSpPr>
          <p:cNvPr id="9" name="Text 7"/>
          <p:cNvSpPr txBox="1"/>
          <p:nvPr/>
        </p:nvSpPr>
        <p:spPr>
          <a:xfrm>
            <a:off x="594360" y="1856232"/>
            <a:ext cx="3749040" cy="484632"/>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W_N = e^{−j2π/N}</a:t>
            </a:r>
            <a:endParaRPr lang="en-US" sz="1500" dirty="0"/>
          </a:p>
        </p:txBody>
      </p:sp>
      <p:sp>
        <p:nvSpPr>
          <p:cNvPr id="10" name="Text 8"/>
          <p:cNvSpPr txBox="1"/>
          <p:nvPr/>
        </p:nvSpPr>
        <p:spPr>
          <a:xfrm>
            <a:off x="594360" y="2295144"/>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The "twiddle factor": one step around a circle of N steps</a:t>
            </a:r>
            <a:endParaRPr lang="en-US" sz="1000" dirty="0"/>
          </a:p>
        </p:txBody>
      </p:sp>
      <p:sp>
        <p:nvSpPr>
          <p:cNvPr id="11" name="Text 9"/>
          <p:cNvSpPr txBox="1"/>
          <p:nvPr/>
        </p:nvSpPr>
        <p:spPr>
          <a:xfrm>
            <a:off x="457200" y="2688336"/>
            <a:ext cx="4023360" cy="850392"/>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Chart: the test cosines for k = 1, 2, 3 with 32 readings; k counts whole wiggles across the recording</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Multiply the readings by a test wave point by point and add up: a big total means a match</a:t>
            </a:r>
            <a:endParaRPr lang="en-US" sz="1100" dirty="0"/>
          </a:p>
        </p:txBody>
      </p:sp>
      <p:graphicFrame>
        <p:nvGraphicFramePr>
          <p:cNvPr id="12"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4" name="Shape 11"/>
          <p:cNvSpPr/>
          <p:nvPr/>
        </p:nvSpPr>
        <p:spPr>
          <a:xfrm>
            <a:off x="566928" y="3776472"/>
            <a:ext cx="237744" cy="237744"/>
          </a:xfrm>
          <a:prstGeom prst="ellipse">
            <a:avLst/>
          </a:prstGeom>
          <a:solidFill>
            <a:srgbClr val="2EC4B6"/>
          </a:solidFill>
          <a:ln w="12700">
            <a:solidFill>
              <a:srgbClr val="2EC4B6"/>
            </a:solidFill>
            <a:prstDash val="solid"/>
          </a:ln>
        </p:spPr>
      </p:sp>
      <p:sp>
        <p:nvSpPr>
          <p:cNvPr id="15" name="Text 12"/>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6" name="Text 13"/>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To check whether a song contains a particular note, hum that note along with it and feel whether it resonates. The DFT hums N different notes in turn and writes down how strongly each one resonates.</a:t>
            </a:r>
            <a:endParaRPr lang="en-US" sz="1050" dirty="0"/>
          </a:p>
        </p:txBody>
      </p:sp>
      <p:sp>
        <p:nvSpPr>
          <p:cNvPr id="17" name="Shape 14"/>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8" name="Shape 15"/>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9" name="Text 16"/>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0" name="Text 17"/>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Tiny DFT by hand, N = 4</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Readings: 1, 0, −1, 0 (one full wiggle)</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Bucket 1 test wave 1, 0, −1, 0: products add to 2, a match</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Bucket 0 (no wiggle): 1 + 0 − 1 + 0 = 0: nothing at DC</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FFT: same answer, far less work</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36</a:t>
            </a:r>
            <a:endParaRPr lang="en-US" sz="900" dirty="0"/>
          </a:p>
        </p:txBody>
      </p:sp>
      <p:sp>
        <p:nvSpPr>
          <p:cNvPr id="5" name="Shape 3"/>
          <p:cNvSpPr/>
          <p:nvPr/>
        </p:nvSpPr>
        <p:spPr>
          <a:xfrm>
            <a:off x="457200" y="1024128"/>
            <a:ext cx="4572000" cy="685800"/>
          </a:xfrm>
          <a:prstGeom prst="roundRect">
            <a:avLst>
              <a:gd name="adj" fmla="val 10667"/>
            </a:avLst>
          </a:prstGeom>
          <a:solidFill>
            <a:srgbClr val="EEF3F8"/>
          </a:solidFill>
          <a:ln w="12700">
            <a:solidFill>
              <a:srgbClr val="EEF3F8"/>
            </a:solidFill>
            <a:prstDash val="solid"/>
          </a:ln>
        </p:spPr>
      </p:sp>
      <p:sp>
        <p:nvSpPr>
          <p:cNvPr id="6" name="Text 4"/>
          <p:cNvSpPr txBox="1"/>
          <p:nvPr/>
        </p:nvSpPr>
        <p:spPr>
          <a:xfrm>
            <a:off x="594360" y="1024128"/>
            <a:ext cx="4297680" cy="429768"/>
          </a:xfrm>
          <a:prstGeom prst="rect">
            <a:avLst/>
          </a:prstGeom>
          <a:noFill/>
          <a:ln/>
        </p:spPr>
        <p:txBody>
          <a:bodyPr wrap="square" lIns="0" tIns="0" rIns="0" bIns="0" rtlCol="0" anchor="ctr"/>
          <a:lstStyle/>
          <a:p>
            <a:pPr algn="ctr" indent="0" marL="0">
              <a:buNone/>
            </a:pPr>
            <a:r>
              <a:rPr lang="en-US" sz="1400" dirty="0">
                <a:solidFill>
                  <a:srgbClr val="0B1F3A"/>
                </a:solidFill>
                <a:latin typeface="Cambria" pitchFamily="34" charset="0"/>
                <a:ea typeface="Cambria" pitchFamily="34" charset="-122"/>
                <a:cs typeface="Cambria" pitchFamily="34" charset="-120"/>
              </a:rPr>
              <a:t>X[k] = E[k] + W_N^k · O[k]</a:t>
            </a:r>
            <a:endParaRPr lang="en-US" sz="1400" dirty="0"/>
          </a:p>
          <a:p>
            <a:pPr algn="ctr" indent="0" marL="0">
              <a:buNone/>
            </a:pPr>
            <a:r>
              <a:rPr lang="en-US" sz="1400" dirty="0">
                <a:solidFill>
                  <a:srgbClr val="0B1F3A"/>
                </a:solidFill>
                <a:latin typeface="Cambria" pitchFamily="34" charset="0"/>
                <a:ea typeface="Cambria" pitchFamily="34" charset="-122"/>
                <a:cs typeface="Cambria" pitchFamily="34" charset="-120"/>
              </a:rPr>
              <a:t>X[k + N/2] = E[k] − W_N^k · O[k]</a:t>
            </a:r>
            <a:endParaRPr lang="en-US" sz="1400" dirty="0"/>
          </a:p>
        </p:txBody>
      </p:sp>
      <p:sp>
        <p:nvSpPr>
          <p:cNvPr id="7" name="Text 5"/>
          <p:cNvSpPr txBox="1"/>
          <p:nvPr/>
        </p:nvSpPr>
        <p:spPr>
          <a:xfrm>
            <a:off x="594360" y="1408176"/>
            <a:ext cx="429768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Split the readings into even and odd ones, solve each half, then stitch</a:t>
            </a:r>
            <a:endParaRPr lang="en-US" sz="1000" dirty="0"/>
          </a:p>
        </p:txBody>
      </p:sp>
      <p:sp>
        <p:nvSpPr>
          <p:cNvPr id="8" name="Shape 6"/>
          <p:cNvSpPr/>
          <p:nvPr/>
        </p:nvSpPr>
        <p:spPr>
          <a:xfrm>
            <a:off x="457200" y="1801368"/>
            <a:ext cx="4572000" cy="685800"/>
          </a:xfrm>
          <a:prstGeom prst="roundRect">
            <a:avLst>
              <a:gd name="adj" fmla="val 10667"/>
            </a:avLst>
          </a:prstGeom>
          <a:solidFill>
            <a:srgbClr val="EEF3F8"/>
          </a:solidFill>
          <a:ln w="12700">
            <a:solidFill>
              <a:srgbClr val="EEF3F8"/>
            </a:solidFill>
            <a:prstDash val="solid"/>
          </a:ln>
        </p:spPr>
      </p:sp>
      <p:sp>
        <p:nvSpPr>
          <p:cNvPr id="9" name="Text 7"/>
          <p:cNvSpPr txBox="1"/>
          <p:nvPr/>
        </p:nvSpPr>
        <p:spPr>
          <a:xfrm>
            <a:off x="594360" y="1801368"/>
            <a:ext cx="4297680" cy="429768"/>
          </a:xfrm>
          <a:prstGeom prst="rect">
            <a:avLst/>
          </a:prstGeom>
          <a:noFill/>
          <a:ln/>
        </p:spPr>
        <p:txBody>
          <a:bodyPr wrap="square" lIns="0" tIns="0" rIns="0" bIns="0" rtlCol="0" anchor="ctr"/>
          <a:lstStyle/>
          <a:p>
            <a:pPr algn="ctr" indent="0" marL="0">
              <a:buNone/>
            </a:pPr>
            <a:r>
              <a:rPr lang="en-US" sz="1400" dirty="0">
                <a:solidFill>
                  <a:srgbClr val="0B1F3A"/>
                </a:solidFill>
                <a:latin typeface="Cambria" pitchFamily="34" charset="0"/>
                <a:ea typeface="Cambria" pitchFamily="34" charset="-122"/>
                <a:cs typeface="Cambria" pitchFamily="34" charset="-120"/>
              </a:rPr>
              <a:t>DFT: N² multiplies</a:t>
            </a:r>
            <a:endParaRPr lang="en-US" sz="1400" dirty="0"/>
          </a:p>
          <a:p>
            <a:pPr algn="ctr" indent="0" marL="0">
              <a:buNone/>
            </a:pPr>
            <a:r>
              <a:rPr lang="en-US" sz="1400" dirty="0">
                <a:solidFill>
                  <a:srgbClr val="0B1F3A"/>
                </a:solidFill>
                <a:latin typeface="Cambria" pitchFamily="34" charset="0"/>
                <a:ea typeface="Cambria" pitchFamily="34" charset="-122"/>
                <a:cs typeface="Cambria" pitchFamily="34" charset="-120"/>
              </a:rPr>
              <a:t>FFT: (N/2) · log₂N butterflies</a:t>
            </a:r>
            <a:endParaRPr lang="en-US" sz="1400" dirty="0"/>
          </a:p>
        </p:txBody>
      </p:sp>
      <p:sp>
        <p:nvSpPr>
          <p:cNvPr id="10" name="Text 8"/>
          <p:cNvSpPr txBox="1"/>
          <p:nvPr/>
        </p:nvSpPr>
        <p:spPr>
          <a:xfrm>
            <a:off x="594360" y="2185416"/>
            <a:ext cx="429768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Cooley and Tukey, 1965; Gauss had it in 1805</a:t>
            </a:r>
            <a:endParaRPr lang="en-US" sz="1000" dirty="0"/>
          </a:p>
        </p:txBody>
      </p:sp>
      <p:sp>
        <p:nvSpPr>
          <p:cNvPr id="11" name="Text 9"/>
          <p:cNvSpPr txBox="1"/>
          <p:nvPr/>
        </p:nvSpPr>
        <p:spPr>
          <a:xfrm>
            <a:off x="457200" y="2578608"/>
            <a:ext cx="4572000" cy="96012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Splitting halves the work; splitting again and again gives log₂N rounds</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The "butterfly" on the right is the whole algorithm: two numbers in, one multiply, two numbers out</a:t>
            </a:r>
            <a:endParaRPr lang="en-US" sz="1100" dirty="0"/>
          </a:p>
        </p:txBody>
      </p:sp>
      <p:sp>
        <p:nvSpPr>
          <p:cNvPr id="12" name="Text 10"/>
          <p:cNvSpPr txBox="1"/>
          <p:nvPr/>
        </p:nvSpPr>
        <p:spPr>
          <a:xfrm>
            <a:off x="5303520" y="987552"/>
            <a:ext cx="3383280" cy="20116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The butterfly</a:t>
            </a:r>
            <a:endParaRPr lang="en-US" sz="1050" dirty="0"/>
          </a:p>
        </p:txBody>
      </p:sp>
      <p:sp>
        <p:nvSpPr>
          <p:cNvPr id="13" name="Text 11"/>
          <p:cNvSpPr txBox="1"/>
          <p:nvPr/>
        </p:nvSpPr>
        <p:spPr>
          <a:xfrm>
            <a:off x="5303520" y="1371600"/>
            <a:ext cx="411480" cy="274320"/>
          </a:xfrm>
          <a:prstGeom prst="rect">
            <a:avLst/>
          </a:prstGeom>
          <a:noFill/>
          <a:ln/>
        </p:spPr>
        <p:txBody>
          <a:bodyPr wrap="square" lIns="0" tIns="0" rIns="0" bIns="0" rtlCol="0" anchor="ctr"/>
          <a:lstStyle/>
          <a:p>
            <a:pPr algn="ctr" indent="0" marL="0">
              <a:buNone/>
            </a:pPr>
            <a:r>
              <a:rPr lang="en-US" sz="1400" b="1" dirty="0">
                <a:solidFill>
                  <a:srgbClr val="0B1F3A"/>
                </a:solidFill>
                <a:latin typeface="Cambria" pitchFamily="34" charset="0"/>
                <a:ea typeface="Cambria" pitchFamily="34" charset="-122"/>
                <a:cs typeface="Cambria" pitchFamily="34" charset="-120"/>
              </a:rPr>
              <a:t>a</a:t>
            </a:r>
            <a:endParaRPr lang="en-US" sz="1400" dirty="0"/>
          </a:p>
        </p:txBody>
      </p:sp>
      <p:sp>
        <p:nvSpPr>
          <p:cNvPr id="14" name="Text 12"/>
          <p:cNvSpPr txBox="1"/>
          <p:nvPr/>
        </p:nvSpPr>
        <p:spPr>
          <a:xfrm>
            <a:off x="5303520" y="1691640"/>
            <a:ext cx="411480" cy="274320"/>
          </a:xfrm>
          <a:prstGeom prst="rect">
            <a:avLst/>
          </a:prstGeom>
          <a:noFill/>
          <a:ln/>
        </p:spPr>
        <p:txBody>
          <a:bodyPr wrap="square" lIns="0" tIns="0" rIns="0" bIns="0" rtlCol="0" anchor="ctr"/>
          <a:lstStyle/>
          <a:p>
            <a:pPr algn="ctr" indent="0" marL="0">
              <a:buNone/>
            </a:pPr>
            <a:r>
              <a:rPr lang="en-US" sz="1400" b="1" dirty="0">
                <a:solidFill>
                  <a:srgbClr val="0B1F3A"/>
                </a:solidFill>
                <a:latin typeface="Cambria" pitchFamily="34" charset="0"/>
                <a:ea typeface="Cambria" pitchFamily="34" charset="-122"/>
                <a:cs typeface="Cambria" pitchFamily="34" charset="-120"/>
              </a:rPr>
              <a:t>b</a:t>
            </a:r>
            <a:endParaRPr lang="en-US" sz="1400" dirty="0"/>
          </a:p>
        </p:txBody>
      </p:sp>
      <p:sp>
        <p:nvSpPr>
          <p:cNvPr id="15" name="Shape 13"/>
          <p:cNvSpPr/>
          <p:nvPr/>
        </p:nvSpPr>
        <p:spPr>
          <a:xfrm>
            <a:off x="5760720" y="1828800"/>
            <a:ext cx="338328" cy="0"/>
          </a:xfrm>
          <a:prstGeom prst="line">
            <a:avLst/>
          </a:prstGeom>
          <a:noFill/>
          <a:ln w="19050">
            <a:solidFill>
              <a:srgbClr val="0B1F3A"/>
            </a:solidFill>
            <a:prstDash val="solid"/>
          </a:ln>
        </p:spPr>
      </p:sp>
      <p:sp>
        <p:nvSpPr>
          <p:cNvPr id="16" name="Shape 14"/>
          <p:cNvSpPr/>
          <p:nvPr/>
        </p:nvSpPr>
        <p:spPr>
          <a:xfrm>
            <a:off x="6099048" y="1664208"/>
            <a:ext cx="329184" cy="329184"/>
          </a:xfrm>
          <a:prstGeom prst="ellipse">
            <a:avLst/>
          </a:prstGeom>
          <a:solidFill>
            <a:srgbClr val="FFB703"/>
          </a:solidFill>
          <a:ln w="12700">
            <a:solidFill>
              <a:srgbClr val="FFB703"/>
            </a:solidFill>
            <a:prstDash val="solid"/>
          </a:ln>
        </p:spPr>
      </p:sp>
      <p:sp>
        <p:nvSpPr>
          <p:cNvPr id="17" name="Text 15"/>
          <p:cNvSpPr txBox="1"/>
          <p:nvPr/>
        </p:nvSpPr>
        <p:spPr>
          <a:xfrm>
            <a:off x="6099048" y="1664208"/>
            <a:ext cx="329184" cy="329184"/>
          </a:xfrm>
          <a:prstGeom prst="rect">
            <a:avLst/>
          </a:prstGeom>
          <a:noFill/>
          <a:ln/>
        </p:spPr>
        <p:txBody>
          <a:bodyPr wrap="square" lIns="0" tIns="0" rIns="0" bIns="0" rtlCol="0" anchor="ctr"/>
          <a:lstStyle/>
          <a:p>
            <a:pPr algn="ctr" indent="0" marL="0">
              <a:buNone/>
            </a:pPr>
            <a:r>
              <a:rPr lang="en-US" sz="1100" b="1" dirty="0">
                <a:solidFill>
                  <a:srgbClr val="0B1F3A"/>
                </a:solidFill>
                <a:latin typeface="Cambria" pitchFamily="34" charset="0"/>
                <a:ea typeface="Cambria" pitchFamily="34" charset="-122"/>
                <a:cs typeface="Cambria" pitchFamily="34" charset="-120"/>
              </a:rPr>
              <a:t>W</a:t>
            </a:r>
            <a:endParaRPr lang="en-US" sz="1100" dirty="0"/>
          </a:p>
        </p:txBody>
      </p:sp>
      <p:sp>
        <p:nvSpPr>
          <p:cNvPr id="18" name="Shape 16"/>
          <p:cNvSpPr/>
          <p:nvPr/>
        </p:nvSpPr>
        <p:spPr>
          <a:xfrm>
            <a:off x="5760720" y="1508760"/>
            <a:ext cx="2103120" cy="0"/>
          </a:xfrm>
          <a:prstGeom prst="line">
            <a:avLst/>
          </a:prstGeom>
          <a:noFill/>
          <a:ln w="19050">
            <a:solidFill>
              <a:srgbClr val="0B1F3A"/>
            </a:solidFill>
            <a:prstDash val="solid"/>
            <a:tailEnd type="triangle"/>
          </a:ln>
        </p:spPr>
      </p:sp>
      <p:sp>
        <p:nvSpPr>
          <p:cNvPr id="19" name="Shape 17"/>
          <p:cNvSpPr/>
          <p:nvPr/>
        </p:nvSpPr>
        <p:spPr>
          <a:xfrm>
            <a:off x="6428232" y="1828800"/>
            <a:ext cx="1435608" cy="0"/>
          </a:xfrm>
          <a:prstGeom prst="line">
            <a:avLst/>
          </a:prstGeom>
          <a:noFill/>
          <a:ln w="19050">
            <a:solidFill>
              <a:srgbClr val="0B1F3A"/>
            </a:solidFill>
            <a:prstDash val="solid"/>
            <a:tailEnd type="triangle"/>
          </a:ln>
        </p:spPr>
      </p:sp>
      <p:sp>
        <p:nvSpPr>
          <p:cNvPr id="20" name="Shape 18"/>
          <p:cNvSpPr/>
          <p:nvPr/>
        </p:nvSpPr>
        <p:spPr>
          <a:xfrm flipV="1">
            <a:off x="6428232" y="1508760"/>
            <a:ext cx="1435608" cy="320040"/>
          </a:xfrm>
          <a:prstGeom prst="line">
            <a:avLst/>
          </a:prstGeom>
          <a:noFill/>
          <a:ln w="19050">
            <a:solidFill>
              <a:srgbClr val="2EC4B6"/>
            </a:solidFill>
            <a:prstDash val="solid"/>
            <a:tailEnd type="triangle"/>
          </a:ln>
        </p:spPr>
      </p:sp>
      <p:sp>
        <p:nvSpPr>
          <p:cNvPr id="21" name="Shape 19"/>
          <p:cNvSpPr/>
          <p:nvPr/>
        </p:nvSpPr>
        <p:spPr>
          <a:xfrm>
            <a:off x="5760720" y="1508760"/>
            <a:ext cx="2103120" cy="320040"/>
          </a:xfrm>
          <a:prstGeom prst="line">
            <a:avLst/>
          </a:prstGeom>
          <a:noFill/>
          <a:ln w="19050">
            <a:solidFill>
              <a:srgbClr val="E76F51"/>
            </a:solidFill>
            <a:prstDash val="solid"/>
            <a:tailEnd type="triangle"/>
          </a:ln>
        </p:spPr>
      </p:sp>
      <p:sp>
        <p:nvSpPr>
          <p:cNvPr id="22" name="Shape 20"/>
          <p:cNvSpPr/>
          <p:nvPr/>
        </p:nvSpPr>
        <p:spPr>
          <a:xfrm>
            <a:off x="7818120" y="1463040"/>
            <a:ext cx="91440" cy="91440"/>
          </a:xfrm>
          <a:prstGeom prst="ellipse">
            <a:avLst/>
          </a:prstGeom>
          <a:solidFill>
            <a:srgbClr val="0B1F3A"/>
          </a:solidFill>
          <a:ln w="12700">
            <a:solidFill>
              <a:srgbClr val="0B1F3A"/>
            </a:solidFill>
            <a:prstDash val="solid"/>
          </a:ln>
        </p:spPr>
      </p:sp>
      <p:sp>
        <p:nvSpPr>
          <p:cNvPr id="23" name="Shape 21"/>
          <p:cNvSpPr/>
          <p:nvPr/>
        </p:nvSpPr>
        <p:spPr>
          <a:xfrm>
            <a:off x="7818120" y="1783080"/>
            <a:ext cx="91440" cy="91440"/>
          </a:xfrm>
          <a:prstGeom prst="ellipse">
            <a:avLst/>
          </a:prstGeom>
          <a:solidFill>
            <a:srgbClr val="0B1F3A"/>
          </a:solidFill>
          <a:ln w="12700">
            <a:solidFill>
              <a:srgbClr val="0B1F3A"/>
            </a:solidFill>
            <a:prstDash val="solid"/>
          </a:ln>
        </p:spPr>
      </p:sp>
      <p:sp>
        <p:nvSpPr>
          <p:cNvPr id="24" name="Text 22"/>
          <p:cNvSpPr txBox="1"/>
          <p:nvPr/>
        </p:nvSpPr>
        <p:spPr>
          <a:xfrm>
            <a:off x="7936992" y="1371600"/>
            <a:ext cx="777240" cy="274320"/>
          </a:xfrm>
          <a:prstGeom prst="rect">
            <a:avLst/>
          </a:prstGeom>
          <a:noFill/>
          <a:ln/>
        </p:spPr>
        <p:txBody>
          <a:bodyPr wrap="square" lIns="0" tIns="0" rIns="0" bIns="0" rtlCol="0" anchor="ctr"/>
          <a:lstStyle/>
          <a:p>
            <a:pPr algn="l" indent="0" marL="0">
              <a:buNone/>
            </a:pPr>
            <a:r>
              <a:rPr lang="en-US" sz="1300" b="1" dirty="0">
                <a:solidFill>
                  <a:srgbClr val="0B1F3A"/>
                </a:solidFill>
                <a:latin typeface="Cambria" pitchFamily="34" charset="0"/>
                <a:ea typeface="Cambria" pitchFamily="34" charset="-122"/>
                <a:cs typeface="Cambria" pitchFamily="34" charset="-120"/>
              </a:rPr>
              <a:t>a + W·b</a:t>
            </a:r>
            <a:endParaRPr lang="en-US" sz="1300" dirty="0"/>
          </a:p>
        </p:txBody>
      </p:sp>
      <p:sp>
        <p:nvSpPr>
          <p:cNvPr id="25" name="Text 23"/>
          <p:cNvSpPr txBox="1"/>
          <p:nvPr/>
        </p:nvSpPr>
        <p:spPr>
          <a:xfrm>
            <a:off x="7936992" y="1691640"/>
            <a:ext cx="777240" cy="274320"/>
          </a:xfrm>
          <a:prstGeom prst="rect">
            <a:avLst/>
          </a:prstGeom>
          <a:noFill/>
          <a:ln/>
        </p:spPr>
        <p:txBody>
          <a:bodyPr wrap="square" lIns="0" tIns="0" rIns="0" bIns="0" rtlCol="0" anchor="ctr"/>
          <a:lstStyle/>
          <a:p>
            <a:pPr algn="l" indent="0" marL="0">
              <a:buNone/>
            </a:pPr>
            <a:r>
              <a:rPr lang="en-US" sz="1300" b="1" dirty="0">
                <a:solidFill>
                  <a:srgbClr val="0B1F3A"/>
                </a:solidFill>
                <a:latin typeface="Cambria" pitchFamily="34" charset="0"/>
                <a:ea typeface="Cambria" pitchFamily="34" charset="-122"/>
                <a:cs typeface="Cambria" pitchFamily="34" charset="-120"/>
              </a:rPr>
              <a:t>a − W·b</a:t>
            </a:r>
            <a:endParaRPr lang="en-US" sz="1300" dirty="0"/>
          </a:p>
        </p:txBody>
      </p:sp>
      <p:sp>
        <p:nvSpPr>
          <p:cNvPr id="26" name="Text 24"/>
          <p:cNvSpPr txBox="1"/>
          <p:nvPr/>
        </p:nvSpPr>
        <p:spPr>
          <a:xfrm>
            <a:off x="7040880" y="1444752"/>
            <a:ext cx="365760" cy="228600"/>
          </a:xfrm>
          <a:prstGeom prst="rect">
            <a:avLst/>
          </a:prstGeom>
          <a:noFill/>
          <a:ln/>
        </p:spPr>
        <p:txBody>
          <a:bodyPr wrap="square" lIns="0" tIns="0" rIns="0" bIns="0" rtlCol="0" anchor="ctr"/>
          <a:lstStyle/>
          <a:p>
            <a:pPr algn="ctr" indent="0" marL="0">
              <a:buNone/>
            </a:pPr>
            <a:r>
              <a:rPr lang="en-US" sz="900" b="1" dirty="0">
                <a:solidFill>
                  <a:srgbClr val="E76F51"/>
                </a:solidFill>
                <a:latin typeface="Cambria" pitchFamily="34" charset="0"/>
                <a:ea typeface="Cambria" pitchFamily="34" charset="-122"/>
                <a:cs typeface="Cambria" pitchFamily="34" charset="-120"/>
              </a:rPr>
              <a:t>−1</a:t>
            </a:r>
            <a:endParaRPr lang="en-US" sz="900" dirty="0"/>
          </a:p>
        </p:txBody>
      </p:sp>
      <p:sp>
        <p:nvSpPr>
          <p:cNvPr id="27" name="Text 25"/>
          <p:cNvSpPr txBox="1"/>
          <p:nvPr/>
        </p:nvSpPr>
        <p:spPr>
          <a:xfrm>
            <a:off x="5303520" y="2130552"/>
            <a:ext cx="3383280" cy="228600"/>
          </a:xfrm>
          <a:prstGeom prst="rect">
            <a:avLst/>
          </a:prstGeom>
          <a:noFill/>
          <a:ln/>
        </p:spPr>
        <p:txBody>
          <a:bodyPr wrap="square" lIns="0" tIns="0" rIns="0" bIns="0" rtlCol="0" anchor="ctr"/>
          <a:lstStyle/>
          <a:p>
            <a:pPr algn="ctr" indent="0" marL="0">
              <a:buNone/>
            </a:pPr>
            <a:r>
              <a:rPr lang="en-US" sz="900" i="1" dirty="0">
                <a:solidFill>
                  <a:srgbClr val="5B6B7F"/>
                </a:solidFill>
                <a:latin typeface="Calibri" pitchFamily="34" charset="0"/>
                <a:ea typeface="Calibri" pitchFamily="34" charset="-122"/>
                <a:cs typeface="Calibri" pitchFamily="34" charset="-120"/>
              </a:rPr>
              <a:t>one complex multiply, two adds</a:t>
            </a:r>
            <a:endParaRPr lang="en-US" sz="900" dirty="0"/>
          </a:p>
        </p:txBody>
      </p:sp>
      <p:graphicFrame>
        <p:nvGraphicFramePr>
          <p:cNvPr id="28" name="Chart 0" descr=""/>
          <p:cNvGraphicFramePr/>
          <p:nvPr/>
        </p:nvGraphicFramePr>
        <p:xfrm>
          <a:off x="5303520" y="2286000"/>
          <a:ext cx="3383280" cy="1280160"/>
        </p:xfrm>
        <a:graphic xmlns:a="http://schemas.openxmlformats.org/drawingml/2006/main">
          <a:graphicData uri="http://schemas.openxmlformats.org/drawingml/2006/chart">
            <c:chart xmlns:c="http://schemas.openxmlformats.org/drawingml/2006/chart" r:id="rId1"/>
          </a:graphicData>
        </a:graphic>
      </p:graphicFrame>
      <p:sp>
        <p:nvSpPr>
          <p:cNvPr id="29" name="Shape 26"/>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30" name="Shape 27"/>
          <p:cNvSpPr/>
          <p:nvPr/>
        </p:nvSpPr>
        <p:spPr>
          <a:xfrm>
            <a:off x="566928" y="3776472"/>
            <a:ext cx="237744" cy="237744"/>
          </a:xfrm>
          <a:prstGeom prst="ellipse">
            <a:avLst/>
          </a:prstGeom>
          <a:solidFill>
            <a:srgbClr val="2EC4B6"/>
          </a:solidFill>
          <a:ln w="12700">
            <a:solidFill>
              <a:srgbClr val="2EC4B6"/>
            </a:solidFill>
            <a:prstDash val="solid"/>
          </a:ln>
        </p:spPr>
      </p:sp>
      <p:sp>
        <p:nvSpPr>
          <p:cNvPr id="31" name="Text 28"/>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32" name="Text 29"/>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Sorting a deck of cards by splitting it in half, sorting each half, then merging. The FFT does the same with frequencies. Nothing is approximated: the answer is exactly the DFT, only reached faster.</a:t>
            </a:r>
            <a:endParaRPr lang="en-US" sz="1050" dirty="0"/>
          </a:p>
        </p:txBody>
      </p:sp>
      <p:sp>
        <p:nvSpPr>
          <p:cNvPr id="33" name="Shape 30"/>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34" name="Shape 31"/>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35" name="Text 32"/>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36" name="Text 33"/>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N = 1024 readings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Plain DFT: 1024 × 1024 = 1 048 576 multiplies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FFT: (1024 / 2) × 10 = 5 120 butterflies</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About 200 × less work; at 4096 points nearly 700 ×</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An 8-point FFT, step by step</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37</a:t>
            </a:r>
            <a:endParaRPr lang="en-US" sz="900" dirty="0"/>
          </a:p>
        </p:txBody>
      </p:sp>
      <p:sp>
        <p:nvSpPr>
          <p:cNvPr id="5" name="Text 3"/>
          <p:cNvSpPr txBox="1"/>
          <p:nvPr/>
        </p:nvSpPr>
        <p:spPr>
          <a:xfrm>
            <a:off x="548640" y="1378458"/>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x[0]</a:t>
            </a:r>
            <a:endParaRPr lang="en-US" sz="1000" dirty="0"/>
          </a:p>
        </p:txBody>
      </p:sp>
      <p:sp>
        <p:nvSpPr>
          <p:cNvPr id="6" name="Text 4"/>
          <p:cNvSpPr txBox="1"/>
          <p:nvPr/>
        </p:nvSpPr>
        <p:spPr>
          <a:xfrm>
            <a:off x="548640" y="1575054"/>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x[4]</a:t>
            </a:r>
            <a:endParaRPr lang="en-US" sz="1000" dirty="0"/>
          </a:p>
        </p:txBody>
      </p:sp>
      <p:sp>
        <p:nvSpPr>
          <p:cNvPr id="7" name="Text 5"/>
          <p:cNvSpPr txBox="1"/>
          <p:nvPr/>
        </p:nvSpPr>
        <p:spPr>
          <a:xfrm>
            <a:off x="548640" y="1771650"/>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x[2]</a:t>
            </a:r>
            <a:endParaRPr lang="en-US" sz="1000" dirty="0"/>
          </a:p>
        </p:txBody>
      </p:sp>
      <p:sp>
        <p:nvSpPr>
          <p:cNvPr id="8" name="Text 6"/>
          <p:cNvSpPr txBox="1"/>
          <p:nvPr/>
        </p:nvSpPr>
        <p:spPr>
          <a:xfrm>
            <a:off x="548640" y="1968246"/>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x[6]</a:t>
            </a:r>
            <a:endParaRPr lang="en-US" sz="1000" dirty="0"/>
          </a:p>
        </p:txBody>
      </p:sp>
      <p:sp>
        <p:nvSpPr>
          <p:cNvPr id="9" name="Text 7"/>
          <p:cNvSpPr txBox="1"/>
          <p:nvPr/>
        </p:nvSpPr>
        <p:spPr>
          <a:xfrm>
            <a:off x="548640" y="2164842"/>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x[1]</a:t>
            </a:r>
            <a:endParaRPr lang="en-US" sz="1000" dirty="0"/>
          </a:p>
        </p:txBody>
      </p:sp>
      <p:sp>
        <p:nvSpPr>
          <p:cNvPr id="10" name="Text 8"/>
          <p:cNvSpPr txBox="1"/>
          <p:nvPr/>
        </p:nvSpPr>
        <p:spPr>
          <a:xfrm>
            <a:off x="548640" y="2361438"/>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x[5]</a:t>
            </a:r>
            <a:endParaRPr lang="en-US" sz="1000" dirty="0"/>
          </a:p>
        </p:txBody>
      </p:sp>
      <p:sp>
        <p:nvSpPr>
          <p:cNvPr id="11" name="Text 9"/>
          <p:cNvSpPr txBox="1"/>
          <p:nvPr/>
        </p:nvSpPr>
        <p:spPr>
          <a:xfrm>
            <a:off x="548640" y="2558034"/>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x[3]</a:t>
            </a:r>
            <a:endParaRPr lang="en-US" sz="1000" dirty="0"/>
          </a:p>
        </p:txBody>
      </p:sp>
      <p:sp>
        <p:nvSpPr>
          <p:cNvPr id="12" name="Text 10"/>
          <p:cNvSpPr txBox="1"/>
          <p:nvPr/>
        </p:nvSpPr>
        <p:spPr>
          <a:xfrm>
            <a:off x="548640" y="2754630"/>
            <a:ext cx="731520" cy="219456"/>
          </a:xfrm>
          <a:prstGeom prst="rect">
            <a:avLst/>
          </a:prstGeom>
          <a:noFill/>
          <a:ln/>
        </p:spPr>
        <p:txBody>
          <a:bodyPr wrap="square" lIns="0" tIns="0" rIns="0" bIns="0" rtlCol="0" anchor="ctr"/>
          <a:lstStyle/>
          <a:p>
            <a:pPr algn="r" indent="0" marL="0">
              <a:buNone/>
            </a:pPr>
            <a:r>
              <a:rPr lang="en-US" sz="1000" b="1" dirty="0">
                <a:solidFill>
                  <a:srgbClr val="0B1F3A"/>
                </a:solidFill>
                <a:latin typeface="Cambria" pitchFamily="34" charset="0"/>
                <a:ea typeface="Cambria" pitchFamily="34" charset="-122"/>
                <a:cs typeface="Cambria" pitchFamily="34" charset="-120"/>
              </a:rPr>
              <a:t>x[7]</a:t>
            </a:r>
            <a:endParaRPr lang="en-US" sz="1000" dirty="0"/>
          </a:p>
        </p:txBody>
      </p:sp>
      <p:sp>
        <p:nvSpPr>
          <p:cNvPr id="13" name="Text 11"/>
          <p:cNvSpPr txBox="1"/>
          <p:nvPr/>
        </p:nvSpPr>
        <p:spPr>
          <a:xfrm>
            <a:off x="7863840" y="1378458"/>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X[0]</a:t>
            </a:r>
            <a:endParaRPr lang="en-US" sz="1000" dirty="0"/>
          </a:p>
        </p:txBody>
      </p:sp>
      <p:sp>
        <p:nvSpPr>
          <p:cNvPr id="14" name="Text 12"/>
          <p:cNvSpPr txBox="1"/>
          <p:nvPr/>
        </p:nvSpPr>
        <p:spPr>
          <a:xfrm>
            <a:off x="7863840" y="1575054"/>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X[1]</a:t>
            </a:r>
            <a:endParaRPr lang="en-US" sz="1000" dirty="0"/>
          </a:p>
        </p:txBody>
      </p:sp>
      <p:sp>
        <p:nvSpPr>
          <p:cNvPr id="15" name="Text 13"/>
          <p:cNvSpPr txBox="1"/>
          <p:nvPr/>
        </p:nvSpPr>
        <p:spPr>
          <a:xfrm>
            <a:off x="7863840" y="1771650"/>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X[2]</a:t>
            </a:r>
            <a:endParaRPr lang="en-US" sz="1000" dirty="0"/>
          </a:p>
        </p:txBody>
      </p:sp>
      <p:sp>
        <p:nvSpPr>
          <p:cNvPr id="16" name="Text 14"/>
          <p:cNvSpPr txBox="1"/>
          <p:nvPr/>
        </p:nvSpPr>
        <p:spPr>
          <a:xfrm>
            <a:off x="7863840" y="1968246"/>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X[3]</a:t>
            </a:r>
            <a:endParaRPr lang="en-US" sz="1000" dirty="0"/>
          </a:p>
        </p:txBody>
      </p:sp>
      <p:sp>
        <p:nvSpPr>
          <p:cNvPr id="17" name="Text 15"/>
          <p:cNvSpPr txBox="1"/>
          <p:nvPr/>
        </p:nvSpPr>
        <p:spPr>
          <a:xfrm>
            <a:off x="7863840" y="2164842"/>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X[4]</a:t>
            </a:r>
            <a:endParaRPr lang="en-US" sz="1000" dirty="0"/>
          </a:p>
        </p:txBody>
      </p:sp>
      <p:sp>
        <p:nvSpPr>
          <p:cNvPr id="18" name="Text 16"/>
          <p:cNvSpPr txBox="1"/>
          <p:nvPr/>
        </p:nvSpPr>
        <p:spPr>
          <a:xfrm>
            <a:off x="7863840" y="2361438"/>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X[5]</a:t>
            </a:r>
            <a:endParaRPr lang="en-US" sz="1000" dirty="0"/>
          </a:p>
        </p:txBody>
      </p:sp>
      <p:sp>
        <p:nvSpPr>
          <p:cNvPr id="19" name="Text 17"/>
          <p:cNvSpPr txBox="1"/>
          <p:nvPr/>
        </p:nvSpPr>
        <p:spPr>
          <a:xfrm>
            <a:off x="7863840" y="2558034"/>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X[6]</a:t>
            </a:r>
            <a:endParaRPr lang="en-US" sz="1000" dirty="0"/>
          </a:p>
        </p:txBody>
      </p:sp>
      <p:sp>
        <p:nvSpPr>
          <p:cNvPr id="20" name="Text 18"/>
          <p:cNvSpPr txBox="1"/>
          <p:nvPr/>
        </p:nvSpPr>
        <p:spPr>
          <a:xfrm>
            <a:off x="7863840" y="2754630"/>
            <a:ext cx="731520" cy="219456"/>
          </a:xfrm>
          <a:prstGeom prst="rect">
            <a:avLst/>
          </a:prstGeom>
          <a:noFill/>
          <a:ln/>
        </p:spPr>
        <p:txBody>
          <a:bodyPr wrap="square" lIns="0" tIns="0" rIns="0" bIns="0" rtlCol="0" anchor="ctr"/>
          <a:lstStyle/>
          <a:p>
            <a:pPr algn="l" indent="0" marL="0">
              <a:buNone/>
            </a:pPr>
            <a:r>
              <a:rPr lang="en-US" sz="1000" b="1" dirty="0">
                <a:solidFill>
                  <a:srgbClr val="0B1F3A"/>
                </a:solidFill>
                <a:latin typeface="Cambria" pitchFamily="34" charset="0"/>
                <a:ea typeface="Cambria" pitchFamily="34" charset="-122"/>
                <a:cs typeface="Cambria" pitchFamily="34" charset="-120"/>
              </a:rPr>
              <a:t>X[7]</a:t>
            </a:r>
            <a:endParaRPr lang="en-US" sz="1000" dirty="0"/>
          </a:p>
        </p:txBody>
      </p:sp>
      <p:sp>
        <p:nvSpPr>
          <p:cNvPr id="21" name="Shape 19"/>
          <p:cNvSpPr/>
          <p:nvPr/>
        </p:nvSpPr>
        <p:spPr>
          <a:xfrm>
            <a:off x="1325880" y="1488186"/>
            <a:ext cx="6492240" cy="0"/>
          </a:xfrm>
          <a:prstGeom prst="line">
            <a:avLst/>
          </a:prstGeom>
          <a:noFill/>
          <a:ln w="12700">
            <a:solidFill>
              <a:srgbClr val="D9E1EA"/>
            </a:solidFill>
            <a:prstDash val="solid"/>
          </a:ln>
        </p:spPr>
      </p:sp>
      <p:sp>
        <p:nvSpPr>
          <p:cNvPr id="22" name="Shape 20"/>
          <p:cNvSpPr/>
          <p:nvPr/>
        </p:nvSpPr>
        <p:spPr>
          <a:xfrm>
            <a:off x="1325880" y="1684782"/>
            <a:ext cx="6492240" cy="0"/>
          </a:xfrm>
          <a:prstGeom prst="line">
            <a:avLst/>
          </a:prstGeom>
          <a:noFill/>
          <a:ln w="12700">
            <a:solidFill>
              <a:srgbClr val="D9E1EA"/>
            </a:solidFill>
            <a:prstDash val="solid"/>
          </a:ln>
        </p:spPr>
      </p:sp>
      <p:sp>
        <p:nvSpPr>
          <p:cNvPr id="23" name="Shape 21"/>
          <p:cNvSpPr/>
          <p:nvPr/>
        </p:nvSpPr>
        <p:spPr>
          <a:xfrm>
            <a:off x="1325880" y="1881378"/>
            <a:ext cx="6492240" cy="0"/>
          </a:xfrm>
          <a:prstGeom prst="line">
            <a:avLst/>
          </a:prstGeom>
          <a:noFill/>
          <a:ln w="12700">
            <a:solidFill>
              <a:srgbClr val="D9E1EA"/>
            </a:solidFill>
            <a:prstDash val="solid"/>
          </a:ln>
        </p:spPr>
      </p:sp>
      <p:sp>
        <p:nvSpPr>
          <p:cNvPr id="24" name="Shape 22"/>
          <p:cNvSpPr/>
          <p:nvPr/>
        </p:nvSpPr>
        <p:spPr>
          <a:xfrm>
            <a:off x="1325880" y="2077974"/>
            <a:ext cx="6492240" cy="0"/>
          </a:xfrm>
          <a:prstGeom prst="line">
            <a:avLst/>
          </a:prstGeom>
          <a:noFill/>
          <a:ln w="12700">
            <a:solidFill>
              <a:srgbClr val="D9E1EA"/>
            </a:solidFill>
            <a:prstDash val="solid"/>
          </a:ln>
        </p:spPr>
      </p:sp>
      <p:sp>
        <p:nvSpPr>
          <p:cNvPr id="25" name="Shape 23"/>
          <p:cNvSpPr/>
          <p:nvPr/>
        </p:nvSpPr>
        <p:spPr>
          <a:xfrm>
            <a:off x="1325880" y="2274570"/>
            <a:ext cx="6492240" cy="0"/>
          </a:xfrm>
          <a:prstGeom prst="line">
            <a:avLst/>
          </a:prstGeom>
          <a:noFill/>
          <a:ln w="12700">
            <a:solidFill>
              <a:srgbClr val="D9E1EA"/>
            </a:solidFill>
            <a:prstDash val="solid"/>
          </a:ln>
        </p:spPr>
      </p:sp>
      <p:sp>
        <p:nvSpPr>
          <p:cNvPr id="26" name="Shape 24"/>
          <p:cNvSpPr/>
          <p:nvPr/>
        </p:nvSpPr>
        <p:spPr>
          <a:xfrm>
            <a:off x="1325880" y="2471166"/>
            <a:ext cx="6492240" cy="0"/>
          </a:xfrm>
          <a:prstGeom prst="line">
            <a:avLst/>
          </a:prstGeom>
          <a:noFill/>
          <a:ln w="12700">
            <a:solidFill>
              <a:srgbClr val="D9E1EA"/>
            </a:solidFill>
            <a:prstDash val="solid"/>
          </a:ln>
        </p:spPr>
      </p:sp>
      <p:sp>
        <p:nvSpPr>
          <p:cNvPr id="27" name="Shape 25"/>
          <p:cNvSpPr/>
          <p:nvPr/>
        </p:nvSpPr>
        <p:spPr>
          <a:xfrm>
            <a:off x="1325880" y="2667762"/>
            <a:ext cx="6492240" cy="0"/>
          </a:xfrm>
          <a:prstGeom prst="line">
            <a:avLst/>
          </a:prstGeom>
          <a:noFill/>
          <a:ln w="12700">
            <a:solidFill>
              <a:srgbClr val="D9E1EA"/>
            </a:solidFill>
            <a:prstDash val="solid"/>
          </a:ln>
        </p:spPr>
      </p:sp>
      <p:sp>
        <p:nvSpPr>
          <p:cNvPr id="28" name="Shape 26"/>
          <p:cNvSpPr/>
          <p:nvPr/>
        </p:nvSpPr>
        <p:spPr>
          <a:xfrm>
            <a:off x="1325880" y="2864358"/>
            <a:ext cx="6492240" cy="0"/>
          </a:xfrm>
          <a:prstGeom prst="line">
            <a:avLst/>
          </a:prstGeom>
          <a:noFill/>
          <a:ln w="12700">
            <a:solidFill>
              <a:srgbClr val="D9E1EA"/>
            </a:solidFill>
            <a:prstDash val="solid"/>
          </a:ln>
        </p:spPr>
      </p:sp>
      <p:sp>
        <p:nvSpPr>
          <p:cNvPr id="29" name="Shape 27"/>
          <p:cNvSpPr/>
          <p:nvPr/>
        </p:nvSpPr>
        <p:spPr>
          <a:xfrm>
            <a:off x="1325880" y="1488186"/>
            <a:ext cx="2164080" cy="0"/>
          </a:xfrm>
          <a:prstGeom prst="line">
            <a:avLst/>
          </a:prstGeom>
          <a:noFill/>
          <a:ln w="15875">
            <a:solidFill>
              <a:srgbClr val="0B1F3A"/>
            </a:solidFill>
            <a:prstDash val="solid"/>
          </a:ln>
        </p:spPr>
      </p:sp>
      <p:sp>
        <p:nvSpPr>
          <p:cNvPr id="30" name="Shape 28"/>
          <p:cNvSpPr/>
          <p:nvPr/>
        </p:nvSpPr>
        <p:spPr>
          <a:xfrm>
            <a:off x="1325880" y="1684782"/>
            <a:ext cx="2164080" cy="0"/>
          </a:xfrm>
          <a:prstGeom prst="line">
            <a:avLst/>
          </a:prstGeom>
          <a:noFill/>
          <a:ln w="15875">
            <a:solidFill>
              <a:srgbClr val="0B1F3A"/>
            </a:solidFill>
            <a:prstDash val="solid"/>
          </a:ln>
        </p:spPr>
      </p:sp>
      <p:sp>
        <p:nvSpPr>
          <p:cNvPr id="31" name="Shape 29"/>
          <p:cNvSpPr/>
          <p:nvPr/>
        </p:nvSpPr>
        <p:spPr>
          <a:xfrm>
            <a:off x="1325880" y="1488186"/>
            <a:ext cx="2164080" cy="196596"/>
          </a:xfrm>
          <a:prstGeom prst="line">
            <a:avLst/>
          </a:prstGeom>
          <a:noFill/>
          <a:ln w="15875">
            <a:solidFill>
              <a:srgbClr val="2EC4B6"/>
            </a:solidFill>
            <a:prstDash val="solid"/>
          </a:ln>
        </p:spPr>
      </p:sp>
      <p:sp>
        <p:nvSpPr>
          <p:cNvPr id="32" name="Shape 30"/>
          <p:cNvSpPr/>
          <p:nvPr/>
        </p:nvSpPr>
        <p:spPr>
          <a:xfrm flipV="1">
            <a:off x="1325880" y="1488186"/>
            <a:ext cx="2164080" cy="196596"/>
          </a:xfrm>
          <a:prstGeom prst="line">
            <a:avLst/>
          </a:prstGeom>
          <a:noFill/>
          <a:ln w="15875">
            <a:solidFill>
              <a:srgbClr val="2EC4B6"/>
            </a:solidFill>
            <a:prstDash val="solid"/>
          </a:ln>
        </p:spPr>
      </p:sp>
      <p:sp>
        <p:nvSpPr>
          <p:cNvPr id="33" name="Shape 31"/>
          <p:cNvSpPr/>
          <p:nvPr/>
        </p:nvSpPr>
        <p:spPr>
          <a:xfrm>
            <a:off x="3457956" y="1456182"/>
            <a:ext cx="64008" cy="64008"/>
          </a:xfrm>
          <a:prstGeom prst="ellipse">
            <a:avLst/>
          </a:prstGeom>
          <a:solidFill>
            <a:srgbClr val="0B1F3A"/>
          </a:solidFill>
          <a:ln w="12700">
            <a:solidFill>
              <a:srgbClr val="0B1F3A"/>
            </a:solidFill>
            <a:prstDash val="solid"/>
          </a:ln>
        </p:spPr>
      </p:sp>
      <p:sp>
        <p:nvSpPr>
          <p:cNvPr id="34" name="Shape 32"/>
          <p:cNvSpPr/>
          <p:nvPr/>
        </p:nvSpPr>
        <p:spPr>
          <a:xfrm>
            <a:off x="3457956" y="1652778"/>
            <a:ext cx="64008" cy="64008"/>
          </a:xfrm>
          <a:prstGeom prst="ellipse">
            <a:avLst/>
          </a:prstGeom>
          <a:solidFill>
            <a:srgbClr val="0B1F3A"/>
          </a:solidFill>
          <a:ln w="12700">
            <a:solidFill>
              <a:srgbClr val="0B1F3A"/>
            </a:solidFill>
            <a:prstDash val="solid"/>
          </a:ln>
        </p:spPr>
      </p:sp>
      <p:sp>
        <p:nvSpPr>
          <p:cNvPr id="35" name="Text 33"/>
          <p:cNvSpPr txBox="1"/>
          <p:nvPr/>
        </p:nvSpPr>
        <p:spPr>
          <a:xfrm>
            <a:off x="1344168" y="1483614"/>
            <a:ext cx="365760" cy="182880"/>
          </a:xfrm>
          <a:prstGeom prst="rect">
            <a:avLst/>
          </a:prstGeom>
          <a:noFill/>
          <a:ln/>
        </p:spPr>
        <p:txBody>
          <a:bodyPr wrap="square" lIns="0" tIns="0" rIns="0" bIns="0" rtlCol="0" anchor="ctr"/>
          <a:lstStyle/>
          <a:p>
            <a:pPr algn="l" indent="0" marL="0">
              <a:buNone/>
            </a:pPr>
            <a:r>
              <a:rPr lang="en-US" sz="800" b="1" dirty="0">
                <a:solidFill>
                  <a:srgbClr val="2EC4B6"/>
                </a:solidFill>
                <a:latin typeface="Cambria" pitchFamily="34" charset="0"/>
                <a:ea typeface="Cambria" pitchFamily="34" charset="-122"/>
                <a:cs typeface="Cambria" pitchFamily="34" charset="-120"/>
              </a:rPr>
              <a:t>W₂⁰</a:t>
            </a:r>
            <a:endParaRPr lang="en-US" sz="800" dirty="0"/>
          </a:p>
        </p:txBody>
      </p:sp>
      <p:sp>
        <p:nvSpPr>
          <p:cNvPr id="36" name="Shape 34"/>
          <p:cNvSpPr/>
          <p:nvPr/>
        </p:nvSpPr>
        <p:spPr>
          <a:xfrm>
            <a:off x="1325880" y="1881378"/>
            <a:ext cx="2164080" cy="0"/>
          </a:xfrm>
          <a:prstGeom prst="line">
            <a:avLst/>
          </a:prstGeom>
          <a:noFill/>
          <a:ln w="15875">
            <a:solidFill>
              <a:srgbClr val="0B1F3A"/>
            </a:solidFill>
            <a:prstDash val="solid"/>
          </a:ln>
        </p:spPr>
      </p:sp>
      <p:sp>
        <p:nvSpPr>
          <p:cNvPr id="37" name="Shape 35"/>
          <p:cNvSpPr/>
          <p:nvPr/>
        </p:nvSpPr>
        <p:spPr>
          <a:xfrm>
            <a:off x="1325880" y="2077974"/>
            <a:ext cx="2164080" cy="0"/>
          </a:xfrm>
          <a:prstGeom prst="line">
            <a:avLst/>
          </a:prstGeom>
          <a:noFill/>
          <a:ln w="15875">
            <a:solidFill>
              <a:srgbClr val="0B1F3A"/>
            </a:solidFill>
            <a:prstDash val="solid"/>
          </a:ln>
        </p:spPr>
      </p:sp>
      <p:sp>
        <p:nvSpPr>
          <p:cNvPr id="38" name="Shape 36"/>
          <p:cNvSpPr/>
          <p:nvPr/>
        </p:nvSpPr>
        <p:spPr>
          <a:xfrm>
            <a:off x="1325880" y="1881378"/>
            <a:ext cx="2164080" cy="196596"/>
          </a:xfrm>
          <a:prstGeom prst="line">
            <a:avLst/>
          </a:prstGeom>
          <a:noFill/>
          <a:ln w="15875">
            <a:solidFill>
              <a:srgbClr val="2EC4B6"/>
            </a:solidFill>
            <a:prstDash val="solid"/>
          </a:ln>
        </p:spPr>
      </p:sp>
      <p:sp>
        <p:nvSpPr>
          <p:cNvPr id="39" name="Shape 37"/>
          <p:cNvSpPr/>
          <p:nvPr/>
        </p:nvSpPr>
        <p:spPr>
          <a:xfrm flipV="1">
            <a:off x="1325880" y="1881378"/>
            <a:ext cx="2164080" cy="196596"/>
          </a:xfrm>
          <a:prstGeom prst="line">
            <a:avLst/>
          </a:prstGeom>
          <a:noFill/>
          <a:ln w="15875">
            <a:solidFill>
              <a:srgbClr val="2EC4B6"/>
            </a:solidFill>
            <a:prstDash val="solid"/>
          </a:ln>
        </p:spPr>
      </p:sp>
      <p:sp>
        <p:nvSpPr>
          <p:cNvPr id="40" name="Shape 38"/>
          <p:cNvSpPr/>
          <p:nvPr/>
        </p:nvSpPr>
        <p:spPr>
          <a:xfrm>
            <a:off x="3457956" y="1849374"/>
            <a:ext cx="64008" cy="64008"/>
          </a:xfrm>
          <a:prstGeom prst="ellipse">
            <a:avLst/>
          </a:prstGeom>
          <a:solidFill>
            <a:srgbClr val="0B1F3A"/>
          </a:solidFill>
          <a:ln w="12700">
            <a:solidFill>
              <a:srgbClr val="0B1F3A"/>
            </a:solidFill>
            <a:prstDash val="solid"/>
          </a:ln>
        </p:spPr>
      </p:sp>
      <p:sp>
        <p:nvSpPr>
          <p:cNvPr id="41" name="Shape 39"/>
          <p:cNvSpPr/>
          <p:nvPr/>
        </p:nvSpPr>
        <p:spPr>
          <a:xfrm>
            <a:off x="3457956" y="2045970"/>
            <a:ext cx="64008" cy="64008"/>
          </a:xfrm>
          <a:prstGeom prst="ellipse">
            <a:avLst/>
          </a:prstGeom>
          <a:solidFill>
            <a:srgbClr val="0B1F3A"/>
          </a:solidFill>
          <a:ln w="12700">
            <a:solidFill>
              <a:srgbClr val="0B1F3A"/>
            </a:solidFill>
            <a:prstDash val="solid"/>
          </a:ln>
        </p:spPr>
      </p:sp>
      <p:sp>
        <p:nvSpPr>
          <p:cNvPr id="42" name="Text 40"/>
          <p:cNvSpPr txBox="1"/>
          <p:nvPr/>
        </p:nvSpPr>
        <p:spPr>
          <a:xfrm>
            <a:off x="1344168" y="1876806"/>
            <a:ext cx="365760" cy="182880"/>
          </a:xfrm>
          <a:prstGeom prst="rect">
            <a:avLst/>
          </a:prstGeom>
          <a:noFill/>
          <a:ln/>
        </p:spPr>
        <p:txBody>
          <a:bodyPr wrap="square" lIns="0" tIns="0" rIns="0" bIns="0" rtlCol="0" anchor="ctr"/>
          <a:lstStyle/>
          <a:p>
            <a:pPr algn="l" indent="0" marL="0">
              <a:buNone/>
            </a:pPr>
            <a:r>
              <a:rPr lang="en-US" sz="800" b="1" dirty="0">
                <a:solidFill>
                  <a:srgbClr val="2EC4B6"/>
                </a:solidFill>
                <a:latin typeface="Cambria" pitchFamily="34" charset="0"/>
                <a:ea typeface="Cambria" pitchFamily="34" charset="-122"/>
                <a:cs typeface="Cambria" pitchFamily="34" charset="-120"/>
              </a:rPr>
              <a:t>W₂⁰</a:t>
            </a:r>
            <a:endParaRPr lang="en-US" sz="800" dirty="0"/>
          </a:p>
        </p:txBody>
      </p:sp>
      <p:sp>
        <p:nvSpPr>
          <p:cNvPr id="43" name="Shape 41"/>
          <p:cNvSpPr/>
          <p:nvPr/>
        </p:nvSpPr>
        <p:spPr>
          <a:xfrm>
            <a:off x="1325880" y="2274570"/>
            <a:ext cx="2164080" cy="0"/>
          </a:xfrm>
          <a:prstGeom prst="line">
            <a:avLst/>
          </a:prstGeom>
          <a:noFill/>
          <a:ln w="15875">
            <a:solidFill>
              <a:srgbClr val="0B1F3A"/>
            </a:solidFill>
            <a:prstDash val="solid"/>
          </a:ln>
        </p:spPr>
      </p:sp>
      <p:sp>
        <p:nvSpPr>
          <p:cNvPr id="44" name="Shape 42"/>
          <p:cNvSpPr/>
          <p:nvPr/>
        </p:nvSpPr>
        <p:spPr>
          <a:xfrm>
            <a:off x="1325880" y="2471166"/>
            <a:ext cx="2164080" cy="0"/>
          </a:xfrm>
          <a:prstGeom prst="line">
            <a:avLst/>
          </a:prstGeom>
          <a:noFill/>
          <a:ln w="15875">
            <a:solidFill>
              <a:srgbClr val="0B1F3A"/>
            </a:solidFill>
            <a:prstDash val="solid"/>
          </a:ln>
        </p:spPr>
      </p:sp>
      <p:sp>
        <p:nvSpPr>
          <p:cNvPr id="45" name="Shape 43"/>
          <p:cNvSpPr/>
          <p:nvPr/>
        </p:nvSpPr>
        <p:spPr>
          <a:xfrm>
            <a:off x="1325880" y="2274570"/>
            <a:ext cx="2164080" cy="196596"/>
          </a:xfrm>
          <a:prstGeom prst="line">
            <a:avLst/>
          </a:prstGeom>
          <a:noFill/>
          <a:ln w="15875">
            <a:solidFill>
              <a:srgbClr val="2EC4B6"/>
            </a:solidFill>
            <a:prstDash val="solid"/>
          </a:ln>
        </p:spPr>
      </p:sp>
      <p:sp>
        <p:nvSpPr>
          <p:cNvPr id="46" name="Shape 44"/>
          <p:cNvSpPr/>
          <p:nvPr/>
        </p:nvSpPr>
        <p:spPr>
          <a:xfrm flipV="1">
            <a:off x="1325880" y="2274570"/>
            <a:ext cx="2164080" cy="196596"/>
          </a:xfrm>
          <a:prstGeom prst="line">
            <a:avLst/>
          </a:prstGeom>
          <a:noFill/>
          <a:ln w="15875">
            <a:solidFill>
              <a:srgbClr val="2EC4B6"/>
            </a:solidFill>
            <a:prstDash val="solid"/>
          </a:ln>
        </p:spPr>
      </p:sp>
      <p:sp>
        <p:nvSpPr>
          <p:cNvPr id="47" name="Shape 45"/>
          <p:cNvSpPr/>
          <p:nvPr/>
        </p:nvSpPr>
        <p:spPr>
          <a:xfrm>
            <a:off x="3457956" y="2242566"/>
            <a:ext cx="64008" cy="64008"/>
          </a:xfrm>
          <a:prstGeom prst="ellipse">
            <a:avLst/>
          </a:prstGeom>
          <a:solidFill>
            <a:srgbClr val="0B1F3A"/>
          </a:solidFill>
          <a:ln w="12700">
            <a:solidFill>
              <a:srgbClr val="0B1F3A"/>
            </a:solidFill>
            <a:prstDash val="solid"/>
          </a:ln>
        </p:spPr>
      </p:sp>
      <p:sp>
        <p:nvSpPr>
          <p:cNvPr id="48" name="Shape 46"/>
          <p:cNvSpPr/>
          <p:nvPr/>
        </p:nvSpPr>
        <p:spPr>
          <a:xfrm>
            <a:off x="3457956" y="2439162"/>
            <a:ext cx="64008" cy="64008"/>
          </a:xfrm>
          <a:prstGeom prst="ellipse">
            <a:avLst/>
          </a:prstGeom>
          <a:solidFill>
            <a:srgbClr val="0B1F3A"/>
          </a:solidFill>
          <a:ln w="12700">
            <a:solidFill>
              <a:srgbClr val="0B1F3A"/>
            </a:solidFill>
            <a:prstDash val="solid"/>
          </a:ln>
        </p:spPr>
      </p:sp>
      <p:sp>
        <p:nvSpPr>
          <p:cNvPr id="49" name="Text 47"/>
          <p:cNvSpPr txBox="1"/>
          <p:nvPr/>
        </p:nvSpPr>
        <p:spPr>
          <a:xfrm>
            <a:off x="1344168" y="2269998"/>
            <a:ext cx="365760" cy="182880"/>
          </a:xfrm>
          <a:prstGeom prst="rect">
            <a:avLst/>
          </a:prstGeom>
          <a:noFill/>
          <a:ln/>
        </p:spPr>
        <p:txBody>
          <a:bodyPr wrap="square" lIns="0" tIns="0" rIns="0" bIns="0" rtlCol="0" anchor="ctr"/>
          <a:lstStyle/>
          <a:p>
            <a:pPr algn="l" indent="0" marL="0">
              <a:buNone/>
            </a:pPr>
            <a:r>
              <a:rPr lang="en-US" sz="800" b="1" dirty="0">
                <a:solidFill>
                  <a:srgbClr val="2EC4B6"/>
                </a:solidFill>
                <a:latin typeface="Cambria" pitchFamily="34" charset="0"/>
                <a:ea typeface="Cambria" pitchFamily="34" charset="-122"/>
                <a:cs typeface="Cambria" pitchFamily="34" charset="-120"/>
              </a:rPr>
              <a:t>W₂⁰</a:t>
            </a:r>
            <a:endParaRPr lang="en-US" sz="800" dirty="0"/>
          </a:p>
        </p:txBody>
      </p:sp>
      <p:sp>
        <p:nvSpPr>
          <p:cNvPr id="50" name="Shape 48"/>
          <p:cNvSpPr/>
          <p:nvPr/>
        </p:nvSpPr>
        <p:spPr>
          <a:xfrm>
            <a:off x="1325880" y="2667762"/>
            <a:ext cx="2164080" cy="0"/>
          </a:xfrm>
          <a:prstGeom prst="line">
            <a:avLst/>
          </a:prstGeom>
          <a:noFill/>
          <a:ln w="15875">
            <a:solidFill>
              <a:srgbClr val="0B1F3A"/>
            </a:solidFill>
            <a:prstDash val="solid"/>
          </a:ln>
        </p:spPr>
      </p:sp>
      <p:sp>
        <p:nvSpPr>
          <p:cNvPr id="51" name="Shape 49"/>
          <p:cNvSpPr/>
          <p:nvPr/>
        </p:nvSpPr>
        <p:spPr>
          <a:xfrm>
            <a:off x="1325880" y="2864358"/>
            <a:ext cx="2164080" cy="0"/>
          </a:xfrm>
          <a:prstGeom prst="line">
            <a:avLst/>
          </a:prstGeom>
          <a:noFill/>
          <a:ln w="15875">
            <a:solidFill>
              <a:srgbClr val="0B1F3A"/>
            </a:solidFill>
            <a:prstDash val="solid"/>
          </a:ln>
        </p:spPr>
      </p:sp>
      <p:sp>
        <p:nvSpPr>
          <p:cNvPr id="52" name="Shape 50"/>
          <p:cNvSpPr/>
          <p:nvPr/>
        </p:nvSpPr>
        <p:spPr>
          <a:xfrm>
            <a:off x="1325880" y="2667762"/>
            <a:ext cx="2164080" cy="196596"/>
          </a:xfrm>
          <a:prstGeom prst="line">
            <a:avLst/>
          </a:prstGeom>
          <a:noFill/>
          <a:ln w="15875">
            <a:solidFill>
              <a:srgbClr val="2EC4B6"/>
            </a:solidFill>
            <a:prstDash val="solid"/>
          </a:ln>
        </p:spPr>
      </p:sp>
      <p:sp>
        <p:nvSpPr>
          <p:cNvPr id="53" name="Shape 51"/>
          <p:cNvSpPr/>
          <p:nvPr/>
        </p:nvSpPr>
        <p:spPr>
          <a:xfrm flipV="1">
            <a:off x="1325880" y="2667762"/>
            <a:ext cx="2164080" cy="196596"/>
          </a:xfrm>
          <a:prstGeom prst="line">
            <a:avLst/>
          </a:prstGeom>
          <a:noFill/>
          <a:ln w="15875">
            <a:solidFill>
              <a:srgbClr val="2EC4B6"/>
            </a:solidFill>
            <a:prstDash val="solid"/>
          </a:ln>
        </p:spPr>
      </p:sp>
      <p:sp>
        <p:nvSpPr>
          <p:cNvPr id="54" name="Shape 52"/>
          <p:cNvSpPr/>
          <p:nvPr/>
        </p:nvSpPr>
        <p:spPr>
          <a:xfrm>
            <a:off x="3457956" y="2635758"/>
            <a:ext cx="64008" cy="64008"/>
          </a:xfrm>
          <a:prstGeom prst="ellipse">
            <a:avLst/>
          </a:prstGeom>
          <a:solidFill>
            <a:srgbClr val="0B1F3A"/>
          </a:solidFill>
          <a:ln w="12700">
            <a:solidFill>
              <a:srgbClr val="0B1F3A"/>
            </a:solidFill>
            <a:prstDash val="solid"/>
          </a:ln>
        </p:spPr>
      </p:sp>
      <p:sp>
        <p:nvSpPr>
          <p:cNvPr id="55" name="Shape 53"/>
          <p:cNvSpPr/>
          <p:nvPr/>
        </p:nvSpPr>
        <p:spPr>
          <a:xfrm>
            <a:off x="3457956" y="2832354"/>
            <a:ext cx="64008" cy="64008"/>
          </a:xfrm>
          <a:prstGeom prst="ellipse">
            <a:avLst/>
          </a:prstGeom>
          <a:solidFill>
            <a:srgbClr val="0B1F3A"/>
          </a:solidFill>
          <a:ln w="12700">
            <a:solidFill>
              <a:srgbClr val="0B1F3A"/>
            </a:solidFill>
            <a:prstDash val="solid"/>
          </a:ln>
        </p:spPr>
      </p:sp>
      <p:sp>
        <p:nvSpPr>
          <p:cNvPr id="56" name="Text 54"/>
          <p:cNvSpPr txBox="1"/>
          <p:nvPr/>
        </p:nvSpPr>
        <p:spPr>
          <a:xfrm>
            <a:off x="1344168" y="2663190"/>
            <a:ext cx="365760" cy="182880"/>
          </a:xfrm>
          <a:prstGeom prst="rect">
            <a:avLst/>
          </a:prstGeom>
          <a:noFill/>
          <a:ln/>
        </p:spPr>
        <p:txBody>
          <a:bodyPr wrap="square" lIns="0" tIns="0" rIns="0" bIns="0" rtlCol="0" anchor="ctr"/>
          <a:lstStyle/>
          <a:p>
            <a:pPr algn="l" indent="0" marL="0">
              <a:buNone/>
            </a:pPr>
            <a:r>
              <a:rPr lang="en-US" sz="800" b="1" dirty="0">
                <a:solidFill>
                  <a:srgbClr val="2EC4B6"/>
                </a:solidFill>
                <a:latin typeface="Cambria" pitchFamily="34" charset="0"/>
                <a:ea typeface="Cambria" pitchFamily="34" charset="-122"/>
                <a:cs typeface="Cambria" pitchFamily="34" charset="-120"/>
              </a:rPr>
              <a:t>W₂⁰</a:t>
            </a:r>
            <a:endParaRPr lang="en-US" sz="800" dirty="0"/>
          </a:p>
        </p:txBody>
      </p:sp>
      <p:sp>
        <p:nvSpPr>
          <p:cNvPr id="57" name="Text 55"/>
          <p:cNvSpPr txBox="1"/>
          <p:nvPr/>
        </p:nvSpPr>
        <p:spPr>
          <a:xfrm>
            <a:off x="1325880" y="1133856"/>
            <a:ext cx="2164080" cy="228600"/>
          </a:xfrm>
          <a:prstGeom prst="rect">
            <a:avLst/>
          </a:prstGeom>
          <a:noFill/>
          <a:ln/>
        </p:spPr>
        <p:txBody>
          <a:bodyPr wrap="square" lIns="0" tIns="0" rIns="0" bIns="0" rtlCol="0" anchor="ctr"/>
          <a:lstStyle/>
          <a:p>
            <a:pPr algn="ctr" indent="0" marL="0">
              <a:buNone/>
            </a:pPr>
            <a:r>
              <a:rPr lang="en-US" sz="900" b="1" dirty="0">
                <a:solidFill>
                  <a:srgbClr val="2EC4B6"/>
                </a:solidFill>
                <a:latin typeface="Calibri" pitchFamily="34" charset="0"/>
                <a:ea typeface="Calibri" pitchFamily="34" charset="-122"/>
                <a:cs typeface="Calibri" pitchFamily="34" charset="-120"/>
              </a:rPr>
              <a:t>Stage 1: 2-point</a:t>
            </a:r>
            <a:endParaRPr lang="en-US" sz="900" dirty="0"/>
          </a:p>
        </p:txBody>
      </p:sp>
      <p:sp>
        <p:nvSpPr>
          <p:cNvPr id="58" name="Shape 56"/>
          <p:cNvSpPr/>
          <p:nvPr/>
        </p:nvSpPr>
        <p:spPr>
          <a:xfrm>
            <a:off x="3489960" y="1488186"/>
            <a:ext cx="2164080" cy="0"/>
          </a:xfrm>
          <a:prstGeom prst="line">
            <a:avLst/>
          </a:prstGeom>
          <a:noFill/>
          <a:ln w="15875">
            <a:solidFill>
              <a:srgbClr val="0B1F3A"/>
            </a:solidFill>
            <a:prstDash val="solid"/>
          </a:ln>
        </p:spPr>
      </p:sp>
      <p:sp>
        <p:nvSpPr>
          <p:cNvPr id="59" name="Shape 57"/>
          <p:cNvSpPr/>
          <p:nvPr/>
        </p:nvSpPr>
        <p:spPr>
          <a:xfrm>
            <a:off x="3489960" y="1881378"/>
            <a:ext cx="2164080" cy="0"/>
          </a:xfrm>
          <a:prstGeom prst="line">
            <a:avLst/>
          </a:prstGeom>
          <a:noFill/>
          <a:ln w="15875">
            <a:solidFill>
              <a:srgbClr val="0B1F3A"/>
            </a:solidFill>
            <a:prstDash val="solid"/>
          </a:ln>
        </p:spPr>
      </p:sp>
      <p:sp>
        <p:nvSpPr>
          <p:cNvPr id="60" name="Shape 58"/>
          <p:cNvSpPr/>
          <p:nvPr/>
        </p:nvSpPr>
        <p:spPr>
          <a:xfrm>
            <a:off x="3489960" y="1488186"/>
            <a:ext cx="2164080" cy="393192"/>
          </a:xfrm>
          <a:prstGeom prst="line">
            <a:avLst/>
          </a:prstGeom>
          <a:noFill/>
          <a:ln w="15875">
            <a:solidFill>
              <a:srgbClr val="FFB703"/>
            </a:solidFill>
            <a:prstDash val="solid"/>
          </a:ln>
        </p:spPr>
      </p:sp>
      <p:sp>
        <p:nvSpPr>
          <p:cNvPr id="61" name="Shape 59"/>
          <p:cNvSpPr/>
          <p:nvPr/>
        </p:nvSpPr>
        <p:spPr>
          <a:xfrm flipV="1">
            <a:off x="3489960" y="1488186"/>
            <a:ext cx="2164080" cy="393192"/>
          </a:xfrm>
          <a:prstGeom prst="line">
            <a:avLst/>
          </a:prstGeom>
          <a:noFill/>
          <a:ln w="15875">
            <a:solidFill>
              <a:srgbClr val="FFB703"/>
            </a:solidFill>
            <a:prstDash val="solid"/>
          </a:ln>
        </p:spPr>
      </p:sp>
      <p:sp>
        <p:nvSpPr>
          <p:cNvPr id="62" name="Shape 60"/>
          <p:cNvSpPr/>
          <p:nvPr/>
        </p:nvSpPr>
        <p:spPr>
          <a:xfrm>
            <a:off x="5622036" y="1456182"/>
            <a:ext cx="64008" cy="64008"/>
          </a:xfrm>
          <a:prstGeom prst="ellipse">
            <a:avLst/>
          </a:prstGeom>
          <a:solidFill>
            <a:srgbClr val="0B1F3A"/>
          </a:solidFill>
          <a:ln w="12700">
            <a:solidFill>
              <a:srgbClr val="0B1F3A"/>
            </a:solidFill>
            <a:prstDash val="solid"/>
          </a:ln>
        </p:spPr>
      </p:sp>
      <p:sp>
        <p:nvSpPr>
          <p:cNvPr id="63" name="Shape 61"/>
          <p:cNvSpPr/>
          <p:nvPr/>
        </p:nvSpPr>
        <p:spPr>
          <a:xfrm>
            <a:off x="5622036" y="1849374"/>
            <a:ext cx="64008" cy="64008"/>
          </a:xfrm>
          <a:prstGeom prst="ellipse">
            <a:avLst/>
          </a:prstGeom>
          <a:solidFill>
            <a:srgbClr val="0B1F3A"/>
          </a:solidFill>
          <a:ln w="12700">
            <a:solidFill>
              <a:srgbClr val="0B1F3A"/>
            </a:solidFill>
            <a:prstDash val="solid"/>
          </a:ln>
        </p:spPr>
      </p:sp>
      <p:sp>
        <p:nvSpPr>
          <p:cNvPr id="64" name="Text 62"/>
          <p:cNvSpPr txBox="1"/>
          <p:nvPr/>
        </p:nvSpPr>
        <p:spPr>
          <a:xfrm>
            <a:off x="3508248" y="1680210"/>
            <a:ext cx="365760" cy="182880"/>
          </a:xfrm>
          <a:prstGeom prst="rect">
            <a:avLst/>
          </a:prstGeom>
          <a:noFill/>
          <a:ln/>
        </p:spPr>
        <p:txBody>
          <a:bodyPr wrap="square" lIns="0" tIns="0" rIns="0" bIns="0" rtlCol="0" anchor="ctr"/>
          <a:lstStyle/>
          <a:p>
            <a:pPr algn="l" indent="0" marL="0">
              <a:buNone/>
            </a:pPr>
            <a:r>
              <a:rPr lang="en-US" sz="800" b="1" dirty="0">
                <a:solidFill>
                  <a:srgbClr val="FFB703"/>
                </a:solidFill>
                <a:latin typeface="Cambria" pitchFamily="34" charset="0"/>
                <a:ea typeface="Cambria" pitchFamily="34" charset="-122"/>
                <a:cs typeface="Cambria" pitchFamily="34" charset="-120"/>
              </a:rPr>
              <a:t>W₄⁰</a:t>
            </a:r>
            <a:endParaRPr lang="en-US" sz="800" dirty="0"/>
          </a:p>
        </p:txBody>
      </p:sp>
      <p:sp>
        <p:nvSpPr>
          <p:cNvPr id="65" name="Shape 63"/>
          <p:cNvSpPr/>
          <p:nvPr/>
        </p:nvSpPr>
        <p:spPr>
          <a:xfrm>
            <a:off x="3489960" y="1684782"/>
            <a:ext cx="2164080" cy="0"/>
          </a:xfrm>
          <a:prstGeom prst="line">
            <a:avLst/>
          </a:prstGeom>
          <a:noFill/>
          <a:ln w="15875">
            <a:solidFill>
              <a:srgbClr val="0B1F3A"/>
            </a:solidFill>
            <a:prstDash val="solid"/>
          </a:ln>
        </p:spPr>
      </p:sp>
      <p:sp>
        <p:nvSpPr>
          <p:cNvPr id="66" name="Shape 64"/>
          <p:cNvSpPr/>
          <p:nvPr/>
        </p:nvSpPr>
        <p:spPr>
          <a:xfrm>
            <a:off x="3489960" y="2077974"/>
            <a:ext cx="2164080" cy="0"/>
          </a:xfrm>
          <a:prstGeom prst="line">
            <a:avLst/>
          </a:prstGeom>
          <a:noFill/>
          <a:ln w="15875">
            <a:solidFill>
              <a:srgbClr val="0B1F3A"/>
            </a:solidFill>
            <a:prstDash val="solid"/>
          </a:ln>
        </p:spPr>
      </p:sp>
      <p:sp>
        <p:nvSpPr>
          <p:cNvPr id="67" name="Shape 65"/>
          <p:cNvSpPr/>
          <p:nvPr/>
        </p:nvSpPr>
        <p:spPr>
          <a:xfrm>
            <a:off x="3489960" y="1684782"/>
            <a:ext cx="2164080" cy="393192"/>
          </a:xfrm>
          <a:prstGeom prst="line">
            <a:avLst/>
          </a:prstGeom>
          <a:noFill/>
          <a:ln w="15875">
            <a:solidFill>
              <a:srgbClr val="FFB703"/>
            </a:solidFill>
            <a:prstDash val="solid"/>
          </a:ln>
        </p:spPr>
      </p:sp>
      <p:sp>
        <p:nvSpPr>
          <p:cNvPr id="68" name="Shape 66"/>
          <p:cNvSpPr/>
          <p:nvPr/>
        </p:nvSpPr>
        <p:spPr>
          <a:xfrm flipV="1">
            <a:off x="3489960" y="1684782"/>
            <a:ext cx="2164080" cy="393192"/>
          </a:xfrm>
          <a:prstGeom prst="line">
            <a:avLst/>
          </a:prstGeom>
          <a:noFill/>
          <a:ln w="15875">
            <a:solidFill>
              <a:srgbClr val="FFB703"/>
            </a:solidFill>
            <a:prstDash val="solid"/>
          </a:ln>
        </p:spPr>
      </p:sp>
      <p:sp>
        <p:nvSpPr>
          <p:cNvPr id="69" name="Shape 67"/>
          <p:cNvSpPr/>
          <p:nvPr/>
        </p:nvSpPr>
        <p:spPr>
          <a:xfrm>
            <a:off x="5622036" y="1652778"/>
            <a:ext cx="64008" cy="64008"/>
          </a:xfrm>
          <a:prstGeom prst="ellipse">
            <a:avLst/>
          </a:prstGeom>
          <a:solidFill>
            <a:srgbClr val="0B1F3A"/>
          </a:solidFill>
          <a:ln w="12700">
            <a:solidFill>
              <a:srgbClr val="0B1F3A"/>
            </a:solidFill>
            <a:prstDash val="solid"/>
          </a:ln>
        </p:spPr>
      </p:sp>
      <p:sp>
        <p:nvSpPr>
          <p:cNvPr id="70" name="Shape 68"/>
          <p:cNvSpPr/>
          <p:nvPr/>
        </p:nvSpPr>
        <p:spPr>
          <a:xfrm>
            <a:off x="5622036" y="2045970"/>
            <a:ext cx="64008" cy="64008"/>
          </a:xfrm>
          <a:prstGeom prst="ellipse">
            <a:avLst/>
          </a:prstGeom>
          <a:solidFill>
            <a:srgbClr val="0B1F3A"/>
          </a:solidFill>
          <a:ln w="12700">
            <a:solidFill>
              <a:srgbClr val="0B1F3A"/>
            </a:solidFill>
            <a:prstDash val="solid"/>
          </a:ln>
        </p:spPr>
      </p:sp>
      <p:sp>
        <p:nvSpPr>
          <p:cNvPr id="71" name="Text 69"/>
          <p:cNvSpPr txBox="1"/>
          <p:nvPr/>
        </p:nvSpPr>
        <p:spPr>
          <a:xfrm>
            <a:off x="3508248" y="1876806"/>
            <a:ext cx="365760" cy="182880"/>
          </a:xfrm>
          <a:prstGeom prst="rect">
            <a:avLst/>
          </a:prstGeom>
          <a:noFill/>
          <a:ln/>
        </p:spPr>
        <p:txBody>
          <a:bodyPr wrap="square" lIns="0" tIns="0" rIns="0" bIns="0" rtlCol="0" anchor="ctr"/>
          <a:lstStyle/>
          <a:p>
            <a:pPr algn="l" indent="0" marL="0">
              <a:buNone/>
            </a:pPr>
            <a:r>
              <a:rPr lang="en-US" sz="800" b="1" dirty="0">
                <a:solidFill>
                  <a:srgbClr val="FFB703"/>
                </a:solidFill>
                <a:latin typeface="Cambria" pitchFamily="34" charset="0"/>
                <a:ea typeface="Cambria" pitchFamily="34" charset="-122"/>
                <a:cs typeface="Cambria" pitchFamily="34" charset="-120"/>
              </a:rPr>
              <a:t>W₄¹</a:t>
            </a:r>
            <a:endParaRPr lang="en-US" sz="800" dirty="0"/>
          </a:p>
        </p:txBody>
      </p:sp>
      <p:sp>
        <p:nvSpPr>
          <p:cNvPr id="72" name="Shape 70"/>
          <p:cNvSpPr/>
          <p:nvPr/>
        </p:nvSpPr>
        <p:spPr>
          <a:xfrm>
            <a:off x="3489960" y="2274570"/>
            <a:ext cx="2164080" cy="0"/>
          </a:xfrm>
          <a:prstGeom prst="line">
            <a:avLst/>
          </a:prstGeom>
          <a:noFill/>
          <a:ln w="15875">
            <a:solidFill>
              <a:srgbClr val="0B1F3A"/>
            </a:solidFill>
            <a:prstDash val="solid"/>
          </a:ln>
        </p:spPr>
      </p:sp>
      <p:sp>
        <p:nvSpPr>
          <p:cNvPr id="73" name="Shape 71"/>
          <p:cNvSpPr/>
          <p:nvPr/>
        </p:nvSpPr>
        <p:spPr>
          <a:xfrm>
            <a:off x="3489960" y="2667762"/>
            <a:ext cx="2164080" cy="0"/>
          </a:xfrm>
          <a:prstGeom prst="line">
            <a:avLst/>
          </a:prstGeom>
          <a:noFill/>
          <a:ln w="15875">
            <a:solidFill>
              <a:srgbClr val="0B1F3A"/>
            </a:solidFill>
            <a:prstDash val="solid"/>
          </a:ln>
        </p:spPr>
      </p:sp>
      <p:sp>
        <p:nvSpPr>
          <p:cNvPr id="74" name="Shape 72"/>
          <p:cNvSpPr/>
          <p:nvPr/>
        </p:nvSpPr>
        <p:spPr>
          <a:xfrm>
            <a:off x="3489960" y="2274570"/>
            <a:ext cx="2164080" cy="393192"/>
          </a:xfrm>
          <a:prstGeom prst="line">
            <a:avLst/>
          </a:prstGeom>
          <a:noFill/>
          <a:ln w="15875">
            <a:solidFill>
              <a:srgbClr val="FFB703"/>
            </a:solidFill>
            <a:prstDash val="solid"/>
          </a:ln>
        </p:spPr>
      </p:sp>
      <p:sp>
        <p:nvSpPr>
          <p:cNvPr id="75" name="Shape 73"/>
          <p:cNvSpPr/>
          <p:nvPr/>
        </p:nvSpPr>
        <p:spPr>
          <a:xfrm flipV="1">
            <a:off x="3489960" y="2274570"/>
            <a:ext cx="2164080" cy="393192"/>
          </a:xfrm>
          <a:prstGeom prst="line">
            <a:avLst/>
          </a:prstGeom>
          <a:noFill/>
          <a:ln w="15875">
            <a:solidFill>
              <a:srgbClr val="FFB703"/>
            </a:solidFill>
            <a:prstDash val="solid"/>
          </a:ln>
        </p:spPr>
      </p:sp>
      <p:sp>
        <p:nvSpPr>
          <p:cNvPr id="76" name="Shape 74"/>
          <p:cNvSpPr/>
          <p:nvPr/>
        </p:nvSpPr>
        <p:spPr>
          <a:xfrm>
            <a:off x="5622036" y="2242566"/>
            <a:ext cx="64008" cy="64008"/>
          </a:xfrm>
          <a:prstGeom prst="ellipse">
            <a:avLst/>
          </a:prstGeom>
          <a:solidFill>
            <a:srgbClr val="0B1F3A"/>
          </a:solidFill>
          <a:ln w="12700">
            <a:solidFill>
              <a:srgbClr val="0B1F3A"/>
            </a:solidFill>
            <a:prstDash val="solid"/>
          </a:ln>
        </p:spPr>
      </p:sp>
      <p:sp>
        <p:nvSpPr>
          <p:cNvPr id="77" name="Shape 75"/>
          <p:cNvSpPr/>
          <p:nvPr/>
        </p:nvSpPr>
        <p:spPr>
          <a:xfrm>
            <a:off x="5622036" y="2635758"/>
            <a:ext cx="64008" cy="64008"/>
          </a:xfrm>
          <a:prstGeom prst="ellipse">
            <a:avLst/>
          </a:prstGeom>
          <a:solidFill>
            <a:srgbClr val="0B1F3A"/>
          </a:solidFill>
          <a:ln w="12700">
            <a:solidFill>
              <a:srgbClr val="0B1F3A"/>
            </a:solidFill>
            <a:prstDash val="solid"/>
          </a:ln>
        </p:spPr>
      </p:sp>
      <p:sp>
        <p:nvSpPr>
          <p:cNvPr id="78" name="Text 76"/>
          <p:cNvSpPr txBox="1"/>
          <p:nvPr/>
        </p:nvSpPr>
        <p:spPr>
          <a:xfrm>
            <a:off x="3508248" y="2466594"/>
            <a:ext cx="365760" cy="182880"/>
          </a:xfrm>
          <a:prstGeom prst="rect">
            <a:avLst/>
          </a:prstGeom>
          <a:noFill/>
          <a:ln/>
        </p:spPr>
        <p:txBody>
          <a:bodyPr wrap="square" lIns="0" tIns="0" rIns="0" bIns="0" rtlCol="0" anchor="ctr"/>
          <a:lstStyle/>
          <a:p>
            <a:pPr algn="l" indent="0" marL="0">
              <a:buNone/>
            </a:pPr>
            <a:r>
              <a:rPr lang="en-US" sz="800" b="1" dirty="0">
                <a:solidFill>
                  <a:srgbClr val="FFB703"/>
                </a:solidFill>
                <a:latin typeface="Cambria" pitchFamily="34" charset="0"/>
                <a:ea typeface="Cambria" pitchFamily="34" charset="-122"/>
                <a:cs typeface="Cambria" pitchFamily="34" charset="-120"/>
              </a:rPr>
              <a:t>W₄⁰</a:t>
            </a:r>
            <a:endParaRPr lang="en-US" sz="800" dirty="0"/>
          </a:p>
        </p:txBody>
      </p:sp>
      <p:sp>
        <p:nvSpPr>
          <p:cNvPr id="79" name="Shape 77"/>
          <p:cNvSpPr/>
          <p:nvPr/>
        </p:nvSpPr>
        <p:spPr>
          <a:xfrm>
            <a:off x="3489960" y="2471166"/>
            <a:ext cx="2164080" cy="0"/>
          </a:xfrm>
          <a:prstGeom prst="line">
            <a:avLst/>
          </a:prstGeom>
          <a:noFill/>
          <a:ln w="15875">
            <a:solidFill>
              <a:srgbClr val="0B1F3A"/>
            </a:solidFill>
            <a:prstDash val="solid"/>
          </a:ln>
        </p:spPr>
      </p:sp>
      <p:sp>
        <p:nvSpPr>
          <p:cNvPr id="80" name="Shape 78"/>
          <p:cNvSpPr/>
          <p:nvPr/>
        </p:nvSpPr>
        <p:spPr>
          <a:xfrm>
            <a:off x="3489960" y="2864358"/>
            <a:ext cx="2164080" cy="0"/>
          </a:xfrm>
          <a:prstGeom prst="line">
            <a:avLst/>
          </a:prstGeom>
          <a:noFill/>
          <a:ln w="15875">
            <a:solidFill>
              <a:srgbClr val="0B1F3A"/>
            </a:solidFill>
            <a:prstDash val="solid"/>
          </a:ln>
        </p:spPr>
      </p:sp>
      <p:sp>
        <p:nvSpPr>
          <p:cNvPr id="81" name="Shape 79"/>
          <p:cNvSpPr/>
          <p:nvPr/>
        </p:nvSpPr>
        <p:spPr>
          <a:xfrm>
            <a:off x="3489960" y="2471166"/>
            <a:ext cx="2164080" cy="393192"/>
          </a:xfrm>
          <a:prstGeom prst="line">
            <a:avLst/>
          </a:prstGeom>
          <a:noFill/>
          <a:ln w="15875">
            <a:solidFill>
              <a:srgbClr val="FFB703"/>
            </a:solidFill>
            <a:prstDash val="solid"/>
          </a:ln>
        </p:spPr>
      </p:sp>
      <p:sp>
        <p:nvSpPr>
          <p:cNvPr id="82" name="Shape 80"/>
          <p:cNvSpPr/>
          <p:nvPr/>
        </p:nvSpPr>
        <p:spPr>
          <a:xfrm flipV="1">
            <a:off x="3489960" y="2471166"/>
            <a:ext cx="2164080" cy="393192"/>
          </a:xfrm>
          <a:prstGeom prst="line">
            <a:avLst/>
          </a:prstGeom>
          <a:noFill/>
          <a:ln w="15875">
            <a:solidFill>
              <a:srgbClr val="FFB703"/>
            </a:solidFill>
            <a:prstDash val="solid"/>
          </a:ln>
        </p:spPr>
      </p:sp>
      <p:sp>
        <p:nvSpPr>
          <p:cNvPr id="83" name="Shape 81"/>
          <p:cNvSpPr/>
          <p:nvPr/>
        </p:nvSpPr>
        <p:spPr>
          <a:xfrm>
            <a:off x="5622036" y="2439162"/>
            <a:ext cx="64008" cy="64008"/>
          </a:xfrm>
          <a:prstGeom prst="ellipse">
            <a:avLst/>
          </a:prstGeom>
          <a:solidFill>
            <a:srgbClr val="0B1F3A"/>
          </a:solidFill>
          <a:ln w="12700">
            <a:solidFill>
              <a:srgbClr val="0B1F3A"/>
            </a:solidFill>
            <a:prstDash val="solid"/>
          </a:ln>
        </p:spPr>
      </p:sp>
      <p:sp>
        <p:nvSpPr>
          <p:cNvPr id="84" name="Shape 82"/>
          <p:cNvSpPr/>
          <p:nvPr/>
        </p:nvSpPr>
        <p:spPr>
          <a:xfrm>
            <a:off x="5622036" y="2832354"/>
            <a:ext cx="64008" cy="64008"/>
          </a:xfrm>
          <a:prstGeom prst="ellipse">
            <a:avLst/>
          </a:prstGeom>
          <a:solidFill>
            <a:srgbClr val="0B1F3A"/>
          </a:solidFill>
          <a:ln w="12700">
            <a:solidFill>
              <a:srgbClr val="0B1F3A"/>
            </a:solidFill>
            <a:prstDash val="solid"/>
          </a:ln>
        </p:spPr>
      </p:sp>
      <p:sp>
        <p:nvSpPr>
          <p:cNvPr id="85" name="Text 83"/>
          <p:cNvSpPr txBox="1"/>
          <p:nvPr/>
        </p:nvSpPr>
        <p:spPr>
          <a:xfrm>
            <a:off x="3508248" y="2663190"/>
            <a:ext cx="365760" cy="182880"/>
          </a:xfrm>
          <a:prstGeom prst="rect">
            <a:avLst/>
          </a:prstGeom>
          <a:noFill/>
          <a:ln/>
        </p:spPr>
        <p:txBody>
          <a:bodyPr wrap="square" lIns="0" tIns="0" rIns="0" bIns="0" rtlCol="0" anchor="ctr"/>
          <a:lstStyle/>
          <a:p>
            <a:pPr algn="l" indent="0" marL="0">
              <a:buNone/>
            </a:pPr>
            <a:r>
              <a:rPr lang="en-US" sz="800" b="1" dirty="0">
                <a:solidFill>
                  <a:srgbClr val="FFB703"/>
                </a:solidFill>
                <a:latin typeface="Cambria" pitchFamily="34" charset="0"/>
                <a:ea typeface="Cambria" pitchFamily="34" charset="-122"/>
                <a:cs typeface="Cambria" pitchFamily="34" charset="-120"/>
              </a:rPr>
              <a:t>W₄¹</a:t>
            </a:r>
            <a:endParaRPr lang="en-US" sz="800" dirty="0"/>
          </a:p>
        </p:txBody>
      </p:sp>
      <p:sp>
        <p:nvSpPr>
          <p:cNvPr id="86" name="Text 84"/>
          <p:cNvSpPr txBox="1"/>
          <p:nvPr/>
        </p:nvSpPr>
        <p:spPr>
          <a:xfrm>
            <a:off x="3489960" y="1133856"/>
            <a:ext cx="2164080" cy="228600"/>
          </a:xfrm>
          <a:prstGeom prst="rect">
            <a:avLst/>
          </a:prstGeom>
          <a:noFill/>
          <a:ln/>
        </p:spPr>
        <p:txBody>
          <a:bodyPr wrap="square" lIns="0" tIns="0" rIns="0" bIns="0" rtlCol="0" anchor="ctr"/>
          <a:lstStyle/>
          <a:p>
            <a:pPr algn="ctr" indent="0" marL="0">
              <a:buNone/>
            </a:pPr>
            <a:r>
              <a:rPr lang="en-US" sz="900" b="1" dirty="0">
                <a:solidFill>
                  <a:srgbClr val="FFB703"/>
                </a:solidFill>
                <a:latin typeface="Calibri" pitchFamily="34" charset="0"/>
                <a:ea typeface="Calibri" pitchFamily="34" charset="-122"/>
                <a:cs typeface="Calibri" pitchFamily="34" charset="-120"/>
              </a:rPr>
              <a:t>Stage 2: 4-point</a:t>
            </a:r>
            <a:endParaRPr lang="en-US" sz="900" dirty="0"/>
          </a:p>
        </p:txBody>
      </p:sp>
      <p:sp>
        <p:nvSpPr>
          <p:cNvPr id="87" name="Shape 85"/>
          <p:cNvSpPr/>
          <p:nvPr/>
        </p:nvSpPr>
        <p:spPr>
          <a:xfrm>
            <a:off x="5654040" y="1488186"/>
            <a:ext cx="2164080" cy="0"/>
          </a:xfrm>
          <a:prstGeom prst="line">
            <a:avLst/>
          </a:prstGeom>
          <a:noFill/>
          <a:ln w="15875">
            <a:solidFill>
              <a:srgbClr val="0B1F3A"/>
            </a:solidFill>
            <a:prstDash val="solid"/>
          </a:ln>
        </p:spPr>
      </p:sp>
      <p:sp>
        <p:nvSpPr>
          <p:cNvPr id="88" name="Shape 86"/>
          <p:cNvSpPr/>
          <p:nvPr/>
        </p:nvSpPr>
        <p:spPr>
          <a:xfrm>
            <a:off x="5654040" y="2274570"/>
            <a:ext cx="2164080" cy="0"/>
          </a:xfrm>
          <a:prstGeom prst="line">
            <a:avLst/>
          </a:prstGeom>
          <a:noFill/>
          <a:ln w="15875">
            <a:solidFill>
              <a:srgbClr val="0B1F3A"/>
            </a:solidFill>
            <a:prstDash val="solid"/>
          </a:ln>
        </p:spPr>
      </p:sp>
      <p:sp>
        <p:nvSpPr>
          <p:cNvPr id="89" name="Shape 87"/>
          <p:cNvSpPr/>
          <p:nvPr/>
        </p:nvSpPr>
        <p:spPr>
          <a:xfrm>
            <a:off x="5654040" y="1488186"/>
            <a:ext cx="2164080" cy="786384"/>
          </a:xfrm>
          <a:prstGeom prst="line">
            <a:avLst/>
          </a:prstGeom>
          <a:noFill/>
          <a:ln w="15875">
            <a:solidFill>
              <a:srgbClr val="E76F51"/>
            </a:solidFill>
            <a:prstDash val="solid"/>
          </a:ln>
        </p:spPr>
      </p:sp>
      <p:sp>
        <p:nvSpPr>
          <p:cNvPr id="90" name="Shape 88"/>
          <p:cNvSpPr/>
          <p:nvPr/>
        </p:nvSpPr>
        <p:spPr>
          <a:xfrm flipV="1">
            <a:off x="5654040" y="1488186"/>
            <a:ext cx="2164080" cy="786384"/>
          </a:xfrm>
          <a:prstGeom prst="line">
            <a:avLst/>
          </a:prstGeom>
          <a:noFill/>
          <a:ln w="15875">
            <a:solidFill>
              <a:srgbClr val="E76F51"/>
            </a:solidFill>
            <a:prstDash val="solid"/>
          </a:ln>
        </p:spPr>
      </p:sp>
      <p:sp>
        <p:nvSpPr>
          <p:cNvPr id="91" name="Shape 89"/>
          <p:cNvSpPr/>
          <p:nvPr/>
        </p:nvSpPr>
        <p:spPr>
          <a:xfrm>
            <a:off x="7786116" y="1456182"/>
            <a:ext cx="64008" cy="64008"/>
          </a:xfrm>
          <a:prstGeom prst="ellipse">
            <a:avLst/>
          </a:prstGeom>
          <a:solidFill>
            <a:srgbClr val="0B1F3A"/>
          </a:solidFill>
          <a:ln w="12700">
            <a:solidFill>
              <a:srgbClr val="0B1F3A"/>
            </a:solidFill>
            <a:prstDash val="solid"/>
          </a:ln>
        </p:spPr>
      </p:sp>
      <p:sp>
        <p:nvSpPr>
          <p:cNvPr id="92" name="Shape 90"/>
          <p:cNvSpPr/>
          <p:nvPr/>
        </p:nvSpPr>
        <p:spPr>
          <a:xfrm>
            <a:off x="7786116" y="2242566"/>
            <a:ext cx="64008" cy="64008"/>
          </a:xfrm>
          <a:prstGeom prst="ellipse">
            <a:avLst/>
          </a:prstGeom>
          <a:solidFill>
            <a:srgbClr val="0B1F3A"/>
          </a:solidFill>
          <a:ln w="12700">
            <a:solidFill>
              <a:srgbClr val="0B1F3A"/>
            </a:solidFill>
            <a:prstDash val="solid"/>
          </a:ln>
        </p:spPr>
      </p:sp>
      <p:sp>
        <p:nvSpPr>
          <p:cNvPr id="93" name="Text 91"/>
          <p:cNvSpPr txBox="1"/>
          <p:nvPr/>
        </p:nvSpPr>
        <p:spPr>
          <a:xfrm>
            <a:off x="5672328" y="2073402"/>
            <a:ext cx="365760" cy="182880"/>
          </a:xfrm>
          <a:prstGeom prst="rect">
            <a:avLst/>
          </a:prstGeom>
          <a:noFill/>
          <a:ln/>
        </p:spPr>
        <p:txBody>
          <a:bodyPr wrap="square" lIns="0" tIns="0" rIns="0" bIns="0" rtlCol="0" anchor="ctr"/>
          <a:lstStyle/>
          <a:p>
            <a:pPr algn="l" indent="0" marL="0">
              <a:buNone/>
            </a:pPr>
            <a:r>
              <a:rPr lang="en-US" sz="800" b="1" dirty="0">
                <a:solidFill>
                  <a:srgbClr val="E76F51"/>
                </a:solidFill>
                <a:latin typeface="Cambria" pitchFamily="34" charset="0"/>
                <a:ea typeface="Cambria" pitchFamily="34" charset="-122"/>
                <a:cs typeface="Cambria" pitchFamily="34" charset="-120"/>
              </a:rPr>
              <a:t>W₈⁰</a:t>
            </a:r>
            <a:endParaRPr lang="en-US" sz="800" dirty="0"/>
          </a:p>
        </p:txBody>
      </p:sp>
      <p:sp>
        <p:nvSpPr>
          <p:cNvPr id="94" name="Shape 92"/>
          <p:cNvSpPr/>
          <p:nvPr/>
        </p:nvSpPr>
        <p:spPr>
          <a:xfrm>
            <a:off x="5654040" y="1684782"/>
            <a:ext cx="2164080" cy="0"/>
          </a:xfrm>
          <a:prstGeom prst="line">
            <a:avLst/>
          </a:prstGeom>
          <a:noFill/>
          <a:ln w="15875">
            <a:solidFill>
              <a:srgbClr val="0B1F3A"/>
            </a:solidFill>
            <a:prstDash val="solid"/>
          </a:ln>
        </p:spPr>
      </p:sp>
      <p:sp>
        <p:nvSpPr>
          <p:cNvPr id="95" name="Shape 93"/>
          <p:cNvSpPr/>
          <p:nvPr/>
        </p:nvSpPr>
        <p:spPr>
          <a:xfrm>
            <a:off x="5654040" y="2471166"/>
            <a:ext cx="2164080" cy="0"/>
          </a:xfrm>
          <a:prstGeom prst="line">
            <a:avLst/>
          </a:prstGeom>
          <a:noFill/>
          <a:ln w="15875">
            <a:solidFill>
              <a:srgbClr val="0B1F3A"/>
            </a:solidFill>
            <a:prstDash val="solid"/>
          </a:ln>
        </p:spPr>
      </p:sp>
      <p:sp>
        <p:nvSpPr>
          <p:cNvPr id="96" name="Shape 94"/>
          <p:cNvSpPr/>
          <p:nvPr/>
        </p:nvSpPr>
        <p:spPr>
          <a:xfrm>
            <a:off x="5654040" y="1684782"/>
            <a:ext cx="2164080" cy="786384"/>
          </a:xfrm>
          <a:prstGeom prst="line">
            <a:avLst/>
          </a:prstGeom>
          <a:noFill/>
          <a:ln w="15875">
            <a:solidFill>
              <a:srgbClr val="E76F51"/>
            </a:solidFill>
            <a:prstDash val="solid"/>
          </a:ln>
        </p:spPr>
      </p:sp>
      <p:sp>
        <p:nvSpPr>
          <p:cNvPr id="97" name="Shape 95"/>
          <p:cNvSpPr/>
          <p:nvPr/>
        </p:nvSpPr>
        <p:spPr>
          <a:xfrm flipV="1">
            <a:off x="5654040" y="1684782"/>
            <a:ext cx="2164080" cy="786384"/>
          </a:xfrm>
          <a:prstGeom prst="line">
            <a:avLst/>
          </a:prstGeom>
          <a:noFill/>
          <a:ln w="15875">
            <a:solidFill>
              <a:srgbClr val="E76F51"/>
            </a:solidFill>
            <a:prstDash val="solid"/>
          </a:ln>
        </p:spPr>
      </p:sp>
      <p:sp>
        <p:nvSpPr>
          <p:cNvPr id="98" name="Shape 96"/>
          <p:cNvSpPr/>
          <p:nvPr/>
        </p:nvSpPr>
        <p:spPr>
          <a:xfrm>
            <a:off x="7786116" y="1652778"/>
            <a:ext cx="64008" cy="64008"/>
          </a:xfrm>
          <a:prstGeom prst="ellipse">
            <a:avLst/>
          </a:prstGeom>
          <a:solidFill>
            <a:srgbClr val="0B1F3A"/>
          </a:solidFill>
          <a:ln w="12700">
            <a:solidFill>
              <a:srgbClr val="0B1F3A"/>
            </a:solidFill>
            <a:prstDash val="solid"/>
          </a:ln>
        </p:spPr>
      </p:sp>
      <p:sp>
        <p:nvSpPr>
          <p:cNvPr id="99" name="Shape 97"/>
          <p:cNvSpPr/>
          <p:nvPr/>
        </p:nvSpPr>
        <p:spPr>
          <a:xfrm>
            <a:off x="7786116" y="2439162"/>
            <a:ext cx="64008" cy="64008"/>
          </a:xfrm>
          <a:prstGeom prst="ellipse">
            <a:avLst/>
          </a:prstGeom>
          <a:solidFill>
            <a:srgbClr val="0B1F3A"/>
          </a:solidFill>
          <a:ln w="12700">
            <a:solidFill>
              <a:srgbClr val="0B1F3A"/>
            </a:solidFill>
            <a:prstDash val="solid"/>
          </a:ln>
        </p:spPr>
      </p:sp>
      <p:sp>
        <p:nvSpPr>
          <p:cNvPr id="100" name="Text 98"/>
          <p:cNvSpPr txBox="1"/>
          <p:nvPr/>
        </p:nvSpPr>
        <p:spPr>
          <a:xfrm>
            <a:off x="5672328" y="2269998"/>
            <a:ext cx="365760" cy="182880"/>
          </a:xfrm>
          <a:prstGeom prst="rect">
            <a:avLst/>
          </a:prstGeom>
          <a:noFill/>
          <a:ln/>
        </p:spPr>
        <p:txBody>
          <a:bodyPr wrap="square" lIns="0" tIns="0" rIns="0" bIns="0" rtlCol="0" anchor="ctr"/>
          <a:lstStyle/>
          <a:p>
            <a:pPr algn="l" indent="0" marL="0">
              <a:buNone/>
            </a:pPr>
            <a:r>
              <a:rPr lang="en-US" sz="800" b="1" dirty="0">
                <a:solidFill>
                  <a:srgbClr val="E76F51"/>
                </a:solidFill>
                <a:latin typeface="Cambria" pitchFamily="34" charset="0"/>
                <a:ea typeface="Cambria" pitchFamily="34" charset="-122"/>
                <a:cs typeface="Cambria" pitchFamily="34" charset="-120"/>
              </a:rPr>
              <a:t>W₈¹</a:t>
            </a:r>
            <a:endParaRPr lang="en-US" sz="800" dirty="0"/>
          </a:p>
        </p:txBody>
      </p:sp>
      <p:sp>
        <p:nvSpPr>
          <p:cNvPr id="101" name="Shape 99"/>
          <p:cNvSpPr/>
          <p:nvPr/>
        </p:nvSpPr>
        <p:spPr>
          <a:xfrm>
            <a:off x="5654040" y="1881378"/>
            <a:ext cx="2164080" cy="0"/>
          </a:xfrm>
          <a:prstGeom prst="line">
            <a:avLst/>
          </a:prstGeom>
          <a:noFill/>
          <a:ln w="15875">
            <a:solidFill>
              <a:srgbClr val="0B1F3A"/>
            </a:solidFill>
            <a:prstDash val="solid"/>
          </a:ln>
        </p:spPr>
      </p:sp>
      <p:sp>
        <p:nvSpPr>
          <p:cNvPr id="102" name="Shape 100"/>
          <p:cNvSpPr/>
          <p:nvPr/>
        </p:nvSpPr>
        <p:spPr>
          <a:xfrm>
            <a:off x="5654040" y="2667762"/>
            <a:ext cx="2164080" cy="0"/>
          </a:xfrm>
          <a:prstGeom prst="line">
            <a:avLst/>
          </a:prstGeom>
          <a:noFill/>
          <a:ln w="15875">
            <a:solidFill>
              <a:srgbClr val="0B1F3A"/>
            </a:solidFill>
            <a:prstDash val="solid"/>
          </a:ln>
        </p:spPr>
      </p:sp>
      <p:sp>
        <p:nvSpPr>
          <p:cNvPr id="103" name="Shape 101"/>
          <p:cNvSpPr/>
          <p:nvPr/>
        </p:nvSpPr>
        <p:spPr>
          <a:xfrm>
            <a:off x="5654040" y="1881378"/>
            <a:ext cx="2164080" cy="786384"/>
          </a:xfrm>
          <a:prstGeom prst="line">
            <a:avLst/>
          </a:prstGeom>
          <a:noFill/>
          <a:ln w="15875">
            <a:solidFill>
              <a:srgbClr val="E76F51"/>
            </a:solidFill>
            <a:prstDash val="solid"/>
          </a:ln>
        </p:spPr>
      </p:sp>
      <p:sp>
        <p:nvSpPr>
          <p:cNvPr id="104" name="Shape 102"/>
          <p:cNvSpPr/>
          <p:nvPr/>
        </p:nvSpPr>
        <p:spPr>
          <a:xfrm flipV="1">
            <a:off x="5654040" y="1881378"/>
            <a:ext cx="2164080" cy="786384"/>
          </a:xfrm>
          <a:prstGeom prst="line">
            <a:avLst/>
          </a:prstGeom>
          <a:noFill/>
          <a:ln w="15875">
            <a:solidFill>
              <a:srgbClr val="E76F51"/>
            </a:solidFill>
            <a:prstDash val="solid"/>
          </a:ln>
        </p:spPr>
      </p:sp>
      <p:sp>
        <p:nvSpPr>
          <p:cNvPr id="105" name="Shape 103"/>
          <p:cNvSpPr/>
          <p:nvPr/>
        </p:nvSpPr>
        <p:spPr>
          <a:xfrm>
            <a:off x="7786116" y="1849374"/>
            <a:ext cx="64008" cy="64008"/>
          </a:xfrm>
          <a:prstGeom prst="ellipse">
            <a:avLst/>
          </a:prstGeom>
          <a:solidFill>
            <a:srgbClr val="0B1F3A"/>
          </a:solidFill>
          <a:ln w="12700">
            <a:solidFill>
              <a:srgbClr val="0B1F3A"/>
            </a:solidFill>
            <a:prstDash val="solid"/>
          </a:ln>
        </p:spPr>
      </p:sp>
      <p:sp>
        <p:nvSpPr>
          <p:cNvPr id="106" name="Shape 104"/>
          <p:cNvSpPr/>
          <p:nvPr/>
        </p:nvSpPr>
        <p:spPr>
          <a:xfrm>
            <a:off x="7786116" y="2635758"/>
            <a:ext cx="64008" cy="64008"/>
          </a:xfrm>
          <a:prstGeom prst="ellipse">
            <a:avLst/>
          </a:prstGeom>
          <a:solidFill>
            <a:srgbClr val="0B1F3A"/>
          </a:solidFill>
          <a:ln w="12700">
            <a:solidFill>
              <a:srgbClr val="0B1F3A"/>
            </a:solidFill>
            <a:prstDash val="solid"/>
          </a:ln>
        </p:spPr>
      </p:sp>
      <p:sp>
        <p:nvSpPr>
          <p:cNvPr id="107" name="Text 105"/>
          <p:cNvSpPr txBox="1"/>
          <p:nvPr/>
        </p:nvSpPr>
        <p:spPr>
          <a:xfrm>
            <a:off x="5672328" y="2466594"/>
            <a:ext cx="365760" cy="182880"/>
          </a:xfrm>
          <a:prstGeom prst="rect">
            <a:avLst/>
          </a:prstGeom>
          <a:noFill/>
          <a:ln/>
        </p:spPr>
        <p:txBody>
          <a:bodyPr wrap="square" lIns="0" tIns="0" rIns="0" bIns="0" rtlCol="0" anchor="ctr"/>
          <a:lstStyle/>
          <a:p>
            <a:pPr algn="l" indent="0" marL="0">
              <a:buNone/>
            </a:pPr>
            <a:r>
              <a:rPr lang="en-US" sz="800" b="1" dirty="0">
                <a:solidFill>
                  <a:srgbClr val="E76F51"/>
                </a:solidFill>
                <a:latin typeface="Cambria" pitchFamily="34" charset="0"/>
                <a:ea typeface="Cambria" pitchFamily="34" charset="-122"/>
                <a:cs typeface="Cambria" pitchFamily="34" charset="-120"/>
              </a:rPr>
              <a:t>W₈²</a:t>
            </a:r>
            <a:endParaRPr lang="en-US" sz="800" dirty="0"/>
          </a:p>
        </p:txBody>
      </p:sp>
      <p:sp>
        <p:nvSpPr>
          <p:cNvPr id="108" name="Shape 106"/>
          <p:cNvSpPr/>
          <p:nvPr/>
        </p:nvSpPr>
        <p:spPr>
          <a:xfrm>
            <a:off x="5654040" y="2077974"/>
            <a:ext cx="2164080" cy="0"/>
          </a:xfrm>
          <a:prstGeom prst="line">
            <a:avLst/>
          </a:prstGeom>
          <a:noFill/>
          <a:ln w="15875">
            <a:solidFill>
              <a:srgbClr val="0B1F3A"/>
            </a:solidFill>
            <a:prstDash val="solid"/>
          </a:ln>
        </p:spPr>
      </p:sp>
      <p:sp>
        <p:nvSpPr>
          <p:cNvPr id="109" name="Shape 107"/>
          <p:cNvSpPr/>
          <p:nvPr/>
        </p:nvSpPr>
        <p:spPr>
          <a:xfrm>
            <a:off x="5654040" y="2864358"/>
            <a:ext cx="2164080" cy="0"/>
          </a:xfrm>
          <a:prstGeom prst="line">
            <a:avLst/>
          </a:prstGeom>
          <a:noFill/>
          <a:ln w="15875">
            <a:solidFill>
              <a:srgbClr val="0B1F3A"/>
            </a:solidFill>
            <a:prstDash val="solid"/>
          </a:ln>
        </p:spPr>
      </p:sp>
      <p:sp>
        <p:nvSpPr>
          <p:cNvPr id="110" name="Shape 108"/>
          <p:cNvSpPr/>
          <p:nvPr/>
        </p:nvSpPr>
        <p:spPr>
          <a:xfrm>
            <a:off x="5654040" y="2077974"/>
            <a:ext cx="2164080" cy="786384"/>
          </a:xfrm>
          <a:prstGeom prst="line">
            <a:avLst/>
          </a:prstGeom>
          <a:noFill/>
          <a:ln w="15875">
            <a:solidFill>
              <a:srgbClr val="E76F51"/>
            </a:solidFill>
            <a:prstDash val="solid"/>
          </a:ln>
        </p:spPr>
      </p:sp>
      <p:sp>
        <p:nvSpPr>
          <p:cNvPr id="111" name="Shape 109"/>
          <p:cNvSpPr/>
          <p:nvPr/>
        </p:nvSpPr>
        <p:spPr>
          <a:xfrm flipV="1">
            <a:off x="5654040" y="2077974"/>
            <a:ext cx="2164080" cy="786384"/>
          </a:xfrm>
          <a:prstGeom prst="line">
            <a:avLst/>
          </a:prstGeom>
          <a:noFill/>
          <a:ln w="15875">
            <a:solidFill>
              <a:srgbClr val="E76F51"/>
            </a:solidFill>
            <a:prstDash val="solid"/>
          </a:ln>
        </p:spPr>
      </p:sp>
      <p:sp>
        <p:nvSpPr>
          <p:cNvPr id="112" name="Shape 110"/>
          <p:cNvSpPr/>
          <p:nvPr/>
        </p:nvSpPr>
        <p:spPr>
          <a:xfrm>
            <a:off x="7786116" y="2045970"/>
            <a:ext cx="64008" cy="64008"/>
          </a:xfrm>
          <a:prstGeom prst="ellipse">
            <a:avLst/>
          </a:prstGeom>
          <a:solidFill>
            <a:srgbClr val="0B1F3A"/>
          </a:solidFill>
          <a:ln w="12700">
            <a:solidFill>
              <a:srgbClr val="0B1F3A"/>
            </a:solidFill>
            <a:prstDash val="solid"/>
          </a:ln>
        </p:spPr>
      </p:sp>
      <p:sp>
        <p:nvSpPr>
          <p:cNvPr id="113" name="Shape 111"/>
          <p:cNvSpPr/>
          <p:nvPr/>
        </p:nvSpPr>
        <p:spPr>
          <a:xfrm>
            <a:off x="7786116" y="2832354"/>
            <a:ext cx="64008" cy="64008"/>
          </a:xfrm>
          <a:prstGeom prst="ellipse">
            <a:avLst/>
          </a:prstGeom>
          <a:solidFill>
            <a:srgbClr val="0B1F3A"/>
          </a:solidFill>
          <a:ln w="12700">
            <a:solidFill>
              <a:srgbClr val="0B1F3A"/>
            </a:solidFill>
            <a:prstDash val="solid"/>
          </a:ln>
        </p:spPr>
      </p:sp>
      <p:sp>
        <p:nvSpPr>
          <p:cNvPr id="114" name="Text 112"/>
          <p:cNvSpPr txBox="1"/>
          <p:nvPr/>
        </p:nvSpPr>
        <p:spPr>
          <a:xfrm>
            <a:off x="5672328" y="2663190"/>
            <a:ext cx="365760" cy="182880"/>
          </a:xfrm>
          <a:prstGeom prst="rect">
            <a:avLst/>
          </a:prstGeom>
          <a:noFill/>
          <a:ln/>
        </p:spPr>
        <p:txBody>
          <a:bodyPr wrap="square" lIns="0" tIns="0" rIns="0" bIns="0" rtlCol="0" anchor="ctr"/>
          <a:lstStyle/>
          <a:p>
            <a:pPr algn="l" indent="0" marL="0">
              <a:buNone/>
            </a:pPr>
            <a:r>
              <a:rPr lang="en-US" sz="800" b="1" dirty="0">
                <a:solidFill>
                  <a:srgbClr val="E76F51"/>
                </a:solidFill>
                <a:latin typeface="Cambria" pitchFamily="34" charset="0"/>
                <a:ea typeface="Cambria" pitchFamily="34" charset="-122"/>
                <a:cs typeface="Cambria" pitchFamily="34" charset="-120"/>
              </a:rPr>
              <a:t>W₈³</a:t>
            </a:r>
            <a:endParaRPr lang="en-US" sz="800" dirty="0"/>
          </a:p>
        </p:txBody>
      </p:sp>
      <p:sp>
        <p:nvSpPr>
          <p:cNvPr id="115" name="Text 113"/>
          <p:cNvSpPr txBox="1"/>
          <p:nvPr/>
        </p:nvSpPr>
        <p:spPr>
          <a:xfrm>
            <a:off x="5654040" y="1133856"/>
            <a:ext cx="2164080" cy="228600"/>
          </a:xfrm>
          <a:prstGeom prst="rect">
            <a:avLst/>
          </a:prstGeom>
          <a:noFill/>
          <a:ln/>
        </p:spPr>
        <p:txBody>
          <a:bodyPr wrap="square" lIns="0" tIns="0" rIns="0" bIns="0" rtlCol="0" anchor="ctr"/>
          <a:lstStyle/>
          <a:p>
            <a:pPr algn="ctr" indent="0" marL="0">
              <a:buNone/>
            </a:pPr>
            <a:r>
              <a:rPr lang="en-US" sz="900" b="1" dirty="0">
                <a:solidFill>
                  <a:srgbClr val="E76F51"/>
                </a:solidFill>
                <a:latin typeface="Calibri" pitchFamily="34" charset="0"/>
                <a:ea typeface="Calibri" pitchFamily="34" charset="-122"/>
                <a:cs typeface="Calibri" pitchFamily="34" charset="-120"/>
              </a:rPr>
              <a:t>Stage 3: 8-point</a:t>
            </a:r>
            <a:endParaRPr lang="en-US" sz="900" dirty="0"/>
          </a:p>
        </p:txBody>
      </p:sp>
      <p:sp>
        <p:nvSpPr>
          <p:cNvPr id="116" name="Text 114"/>
          <p:cNvSpPr txBox="1"/>
          <p:nvPr/>
        </p:nvSpPr>
        <p:spPr>
          <a:xfrm>
            <a:off x="548640" y="1133856"/>
            <a:ext cx="777240" cy="228600"/>
          </a:xfrm>
          <a:prstGeom prst="rect">
            <a:avLst/>
          </a:prstGeom>
          <a:noFill/>
          <a:ln/>
        </p:spPr>
        <p:txBody>
          <a:bodyPr wrap="square" lIns="0" tIns="0" rIns="0" bIns="0" rtlCol="0" anchor="ctr"/>
          <a:lstStyle/>
          <a:p>
            <a:pPr algn="ctr" indent="0" marL="0">
              <a:buNone/>
            </a:pPr>
            <a:r>
              <a:rPr lang="en-US" sz="800" i="1" dirty="0">
                <a:solidFill>
                  <a:srgbClr val="5B6B7F"/>
                </a:solidFill>
                <a:latin typeface="Calibri" pitchFamily="34" charset="0"/>
                <a:ea typeface="Calibri" pitchFamily="34" charset="-122"/>
                <a:cs typeface="Calibri" pitchFamily="34" charset="-120"/>
              </a:rPr>
              <a:t>bit-reversed in</a:t>
            </a:r>
            <a:endParaRPr lang="en-US" sz="800" dirty="0"/>
          </a:p>
        </p:txBody>
      </p:sp>
      <p:sp>
        <p:nvSpPr>
          <p:cNvPr id="117" name="Text 115"/>
          <p:cNvSpPr txBox="1"/>
          <p:nvPr/>
        </p:nvSpPr>
        <p:spPr>
          <a:xfrm>
            <a:off x="7818120" y="1133856"/>
            <a:ext cx="777240" cy="228600"/>
          </a:xfrm>
          <a:prstGeom prst="rect">
            <a:avLst/>
          </a:prstGeom>
          <a:noFill/>
          <a:ln/>
        </p:spPr>
        <p:txBody>
          <a:bodyPr wrap="square" lIns="0" tIns="0" rIns="0" bIns="0" rtlCol="0" anchor="ctr"/>
          <a:lstStyle/>
          <a:p>
            <a:pPr algn="ctr" indent="0" marL="0">
              <a:buNone/>
            </a:pPr>
            <a:r>
              <a:rPr lang="en-US" sz="800" i="1" dirty="0">
                <a:solidFill>
                  <a:srgbClr val="5B6B7F"/>
                </a:solidFill>
                <a:latin typeface="Calibri" pitchFamily="34" charset="0"/>
                <a:ea typeface="Calibri" pitchFamily="34" charset="-122"/>
                <a:cs typeface="Calibri" pitchFamily="34" charset="-120"/>
              </a:rPr>
              <a:t>natural order out</a:t>
            </a:r>
            <a:endParaRPr lang="en-US" sz="800" dirty="0"/>
          </a:p>
        </p:txBody>
      </p:sp>
      <p:sp>
        <p:nvSpPr>
          <p:cNvPr id="118" name="Text 116"/>
          <p:cNvSpPr txBox="1"/>
          <p:nvPr/>
        </p:nvSpPr>
        <p:spPr>
          <a:xfrm>
            <a:off x="457200" y="3072384"/>
            <a:ext cx="8229600" cy="457200"/>
          </a:xfrm>
          <a:prstGeom prst="rect">
            <a:avLst/>
          </a:prstGeom>
          <a:noFill/>
          <a:ln/>
        </p:spPr>
        <p:txBody>
          <a:bodyPr wrap="square" lIns="0" tIns="0" rIns="0" bIns="0" rtlCol="0" anchor="t"/>
          <a:lstStyle/>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Inputs enter in a shuffled order (bit-reversed): x[0], x[4], x[2], x[6], x[1], x[5], x[3], x[7]</a:t>
            </a:r>
            <a:endParaRPr lang="en-US" sz="1000" dirty="0"/>
          </a:p>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Three rounds of butterflies (teal, amber, coral), four butterflies per round</a:t>
            </a:r>
            <a:endParaRPr lang="en-US" sz="1000" dirty="0"/>
          </a:p>
          <a:p>
            <a:pPr marL="342900" indent="-342900">
              <a:buSzPct val="100000"/>
              <a:buChar char="•"/>
            </a:pPr>
            <a:r>
              <a:rPr lang="en-US" sz="1000" dirty="0">
                <a:solidFill>
                  <a:srgbClr val="14213D"/>
                </a:solidFill>
                <a:latin typeface="Calibri" pitchFamily="34" charset="0"/>
                <a:ea typeface="Calibri" pitchFamily="34" charset="-122"/>
                <a:cs typeface="Calibri" pitchFamily="34" charset="-120"/>
              </a:rPr>
              <a:t>Outputs X[0] … X[7] come out in normal order</a:t>
            </a:r>
            <a:endParaRPr lang="en-US" sz="1000" dirty="0"/>
          </a:p>
        </p:txBody>
      </p:sp>
      <p:sp>
        <p:nvSpPr>
          <p:cNvPr id="119" name="Shape 117"/>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20" name="Shape 118"/>
          <p:cNvSpPr/>
          <p:nvPr/>
        </p:nvSpPr>
        <p:spPr>
          <a:xfrm>
            <a:off x="566928" y="3776472"/>
            <a:ext cx="237744" cy="237744"/>
          </a:xfrm>
          <a:prstGeom prst="ellipse">
            <a:avLst/>
          </a:prstGeom>
          <a:solidFill>
            <a:srgbClr val="2EC4B6"/>
          </a:solidFill>
          <a:ln w="12700">
            <a:solidFill>
              <a:srgbClr val="2EC4B6"/>
            </a:solidFill>
            <a:prstDash val="solid"/>
          </a:ln>
        </p:spPr>
      </p:sp>
      <p:sp>
        <p:nvSpPr>
          <p:cNvPr id="121" name="Text 119"/>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22" name="Text 120"/>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A knockout tournament in reverse: pairs are combined in round 1, pairs of pairs in round 2, and everything in round 3. Three rounds are enough for 8 players because 2³ = 8.</a:t>
            </a:r>
            <a:endParaRPr lang="en-US" sz="1050" dirty="0"/>
          </a:p>
        </p:txBody>
      </p:sp>
      <p:sp>
        <p:nvSpPr>
          <p:cNvPr id="123" name="Shape 121"/>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24" name="Shape 122"/>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25" name="Text 123"/>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26" name="Text 124"/>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Count the work</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3 rounds × 4 butterflies = 12 butterflies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The plain DFT would need 8 × 8 = 64 multiplies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The shuffle: index 1 = 001, reversed = 100 = 4, so x[4] is 2nd</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0B1F3A"/>
                </a:solidFill>
                <a:latin typeface="Cambria" pitchFamily="34" charset="0"/>
                <a:ea typeface="Cambria" pitchFamily="34" charset="-122"/>
                <a:cs typeface="Cambria" pitchFamily="34" charset="-120"/>
              </a:rPr>
              <a:t>Windowing: fixing the seam</a:t>
            </a:r>
            <a:endParaRPr lang="en-US" sz="2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38</a:t>
            </a:r>
            <a:endParaRPr lang="en-US" sz="900" dirty="0"/>
          </a:p>
        </p:txBody>
      </p:sp>
      <p:sp>
        <p:nvSpPr>
          <p:cNvPr id="5" name="Shape 3"/>
          <p:cNvSpPr/>
          <p:nvPr/>
        </p:nvSpPr>
        <p:spPr>
          <a:xfrm>
            <a:off x="457200" y="1024128"/>
            <a:ext cx="4023360" cy="731520"/>
          </a:xfrm>
          <a:prstGeom prst="roundRect">
            <a:avLst>
              <a:gd name="adj" fmla="val 10000"/>
            </a:avLst>
          </a:prstGeom>
          <a:solidFill>
            <a:srgbClr val="EEF3F8"/>
          </a:solidFill>
          <a:ln w="12700">
            <a:solidFill>
              <a:srgbClr val="EEF3F8"/>
            </a:solidFill>
            <a:prstDash val="solid"/>
          </a:ln>
        </p:spPr>
      </p:sp>
      <p:sp>
        <p:nvSpPr>
          <p:cNvPr id="6" name="Text 4"/>
          <p:cNvSpPr txBox="1"/>
          <p:nvPr/>
        </p:nvSpPr>
        <p:spPr>
          <a:xfrm>
            <a:off x="594360" y="1024128"/>
            <a:ext cx="3749040" cy="475488"/>
          </a:xfrm>
          <a:prstGeom prst="rect">
            <a:avLst/>
          </a:prstGeom>
          <a:noFill/>
          <a:ln/>
        </p:spPr>
        <p:txBody>
          <a:bodyPr wrap="square" lIns="0" tIns="0" rIns="0" bIns="0" rtlCol="0" anchor="ctr"/>
          <a:lstStyle/>
          <a:p>
            <a:pPr algn="ctr" indent="0" marL="0">
              <a:buNone/>
            </a:pPr>
            <a:r>
              <a:rPr lang="en-US" sz="1300" dirty="0">
                <a:solidFill>
                  <a:srgbClr val="0B1F3A"/>
                </a:solidFill>
                <a:latin typeface="Cambria" pitchFamily="34" charset="0"/>
                <a:ea typeface="Cambria" pitchFamily="34" charset="-122"/>
                <a:cs typeface="Cambria" pitchFamily="34" charset="-120"/>
              </a:rPr>
              <a:t>Hann:   w[n] = 0.5 · ( 1 − cos(2πn/N) )</a:t>
            </a:r>
            <a:endParaRPr lang="en-US" sz="1300" dirty="0"/>
          </a:p>
        </p:txBody>
      </p:sp>
      <p:sp>
        <p:nvSpPr>
          <p:cNvPr id="7" name="Text 5"/>
          <p:cNvSpPr txBox="1"/>
          <p:nvPr/>
        </p:nvSpPr>
        <p:spPr>
          <a:xfrm>
            <a:off x="594360" y="1453896"/>
            <a:ext cx="374904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Multiply the readings by this gentle hump before the FFT</a:t>
            </a:r>
            <a:endParaRPr lang="en-US" sz="1000" dirty="0"/>
          </a:p>
        </p:txBody>
      </p:sp>
      <p:sp>
        <p:nvSpPr>
          <p:cNvPr id="8" name="Text 6"/>
          <p:cNvSpPr txBox="1"/>
          <p:nvPr/>
        </p:nvSpPr>
        <p:spPr>
          <a:xfrm>
            <a:off x="457200" y="1828800"/>
            <a:ext cx="4023360" cy="1719072"/>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The FFT quietly assumes the recording repeats forever; a tone that does not finish a whole wiggle has a jump where the copies meet</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That jump spreads energy over every bin (coral): spectral leakage</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Fading the recording in and out (teal, Hann window) removes the jump; the skirts drop by about 20 dB</a:t>
            </a:r>
            <a:endParaRPr lang="en-US" sz="1100" dirty="0"/>
          </a:p>
        </p:txBody>
      </p:sp>
      <p:graphicFrame>
        <p:nvGraphicFramePr>
          <p:cNvPr id="9" name="Chart 0" descr=""/>
          <p:cNvGraphicFramePr/>
          <p:nvPr/>
        </p:nvGraphicFramePr>
        <p:xfrm>
          <a:off x="4663440" y="1024128"/>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1" name="Shape 8"/>
          <p:cNvSpPr/>
          <p:nvPr/>
        </p:nvSpPr>
        <p:spPr>
          <a:xfrm>
            <a:off x="566928" y="3776472"/>
            <a:ext cx="237744" cy="237744"/>
          </a:xfrm>
          <a:prstGeom prst="ellipse">
            <a:avLst/>
          </a:prstGeom>
          <a:solidFill>
            <a:srgbClr val="2EC4B6"/>
          </a:solidFill>
          <a:ln w="12700">
            <a:solidFill>
              <a:srgbClr val="2EC4B6"/>
            </a:solidFill>
            <a:prstDash val="solid"/>
          </a:ln>
        </p:spPr>
      </p:sp>
      <p:sp>
        <p:nvSpPr>
          <p:cNvPr id="12" name="Text 9"/>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3" name="Text 10"/>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Cutting a strip from a roll of patterned wallpaper and gluing the ends together. If the pattern does not line up you get an ugly seam. A window fades the pattern out at the ends so no seam shows.</a:t>
            </a:r>
            <a:endParaRPr lang="en-US" sz="1050" dirty="0"/>
          </a:p>
        </p:txBody>
      </p:sp>
      <p:sp>
        <p:nvSpPr>
          <p:cNvPr id="14" name="Shape 11"/>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15" name="Shape 12"/>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16" name="Text 13"/>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17" name="Text 14"/>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Chart settings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128 readings, tone at 20.5: between two buckets, worst case</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No window: skirts at −30 dB would hide a weak neighbour</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Hann: skirts below −80 dB nearby; peak 2 buckets wide, not 1</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IFFT: from frequencies back to readings</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4 · FFT and IFFT</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39</a:t>
            </a:r>
            <a:endParaRPr lang="en-US" sz="900" dirty="0"/>
          </a:p>
        </p:txBody>
      </p:sp>
      <p:sp>
        <p:nvSpPr>
          <p:cNvPr id="5" name="Shape 3"/>
          <p:cNvSpPr/>
          <p:nvPr/>
        </p:nvSpPr>
        <p:spPr>
          <a:xfrm>
            <a:off x="457200" y="1024128"/>
            <a:ext cx="4389120" cy="640080"/>
          </a:xfrm>
          <a:prstGeom prst="roundRect">
            <a:avLst>
              <a:gd name="adj" fmla="val 11429"/>
            </a:avLst>
          </a:prstGeom>
          <a:solidFill>
            <a:srgbClr val="EEF3F8"/>
          </a:solidFill>
          <a:ln w="12700">
            <a:solidFill>
              <a:srgbClr val="EEF3F8"/>
            </a:solidFill>
            <a:prstDash val="solid"/>
          </a:ln>
        </p:spPr>
      </p:sp>
      <p:sp>
        <p:nvSpPr>
          <p:cNvPr id="6" name="Text 4"/>
          <p:cNvSpPr txBox="1"/>
          <p:nvPr/>
        </p:nvSpPr>
        <p:spPr>
          <a:xfrm>
            <a:off x="594360" y="1024128"/>
            <a:ext cx="4114800" cy="384048"/>
          </a:xfrm>
          <a:prstGeom prst="rect">
            <a:avLst/>
          </a:prstGeom>
          <a:noFill/>
          <a:ln/>
        </p:spPr>
        <p:txBody>
          <a:bodyPr wrap="square" lIns="0" tIns="0" rIns="0" bIns="0" rtlCol="0" anchor="ctr"/>
          <a:lstStyle/>
          <a:p>
            <a:pPr algn="ctr" indent="0" marL="0">
              <a:buNone/>
            </a:pPr>
            <a:r>
              <a:rPr lang="en-US" sz="1300" dirty="0">
                <a:solidFill>
                  <a:srgbClr val="0B1F3A"/>
                </a:solidFill>
                <a:latin typeface="Cambria" pitchFamily="34" charset="0"/>
                <a:ea typeface="Cambria" pitchFamily="34" charset="-122"/>
                <a:cs typeface="Cambria" pitchFamily="34" charset="-120"/>
              </a:rPr>
              <a:t>x[n] = (1/N) · Σₖ₌₀ᴺ⁻¹ X[k] · e^{+j2πkn/N}</a:t>
            </a:r>
            <a:endParaRPr lang="en-US" sz="1300" dirty="0"/>
          </a:p>
        </p:txBody>
      </p:sp>
      <p:sp>
        <p:nvSpPr>
          <p:cNvPr id="7" name="Text 5"/>
          <p:cNvSpPr txBox="1"/>
          <p:nvPr/>
        </p:nvSpPr>
        <p:spPr>
          <a:xfrm>
            <a:off x="594360" y="1362456"/>
            <a:ext cx="41148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Same shape as the DFT: plus sign in the exponent, divide by N</a:t>
            </a:r>
            <a:endParaRPr lang="en-US" sz="1000" dirty="0"/>
          </a:p>
        </p:txBody>
      </p:sp>
      <p:sp>
        <p:nvSpPr>
          <p:cNvPr id="8" name="Shape 6"/>
          <p:cNvSpPr/>
          <p:nvPr/>
        </p:nvSpPr>
        <p:spPr>
          <a:xfrm>
            <a:off x="457200" y="1755648"/>
            <a:ext cx="4389120" cy="640080"/>
          </a:xfrm>
          <a:prstGeom prst="roundRect">
            <a:avLst>
              <a:gd name="adj" fmla="val 11429"/>
            </a:avLst>
          </a:prstGeom>
          <a:solidFill>
            <a:srgbClr val="EEF3F8"/>
          </a:solidFill>
          <a:ln w="12700">
            <a:solidFill>
              <a:srgbClr val="EEF3F8"/>
            </a:solidFill>
            <a:prstDash val="solid"/>
          </a:ln>
        </p:spPr>
      </p:sp>
      <p:sp>
        <p:nvSpPr>
          <p:cNvPr id="9" name="Text 7"/>
          <p:cNvSpPr txBox="1"/>
          <p:nvPr/>
        </p:nvSpPr>
        <p:spPr>
          <a:xfrm>
            <a:off x="594360" y="1755648"/>
            <a:ext cx="4114800" cy="384048"/>
          </a:xfrm>
          <a:prstGeom prst="rect">
            <a:avLst/>
          </a:prstGeom>
          <a:noFill/>
          <a:ln/>
        </p:spPr>
        <p:txBody>
          <a:bodyPr wrap="square" lIns="0" tIns="0" rIns="0" bIns="0" rtlCol="0" anchor="ctr"/>
          <a:lstStyle/>
          <a:p>
            <a:pPr algn="ctr" indent="0" marL="0">
              <a:buNone/>
            </a:pPr>
            <a:r>
              <a:rPr lang="en-US" sz="1500" dirty="0">
                <a:solidFill>
                  <a:srgbClr val="0B1F3A"/>
                </a:solidFill>
                <a:latin typeface="Cambria" pitchFamily="34" charset="0"/>
                <a:ea typeface="Cambria" pitchFamily="34" charset="-122"/>
                <a:cs typeface="Cambria" pitchFamily="34" charset="-120"/>
              </a:rPr>
              <a:t>IFFT(X) = conj( FFT( conj(X) ) ) / N</a:t>
            </a:r>
            <a:endParaRPr lang="en-US" sz="1500" dirty="0"/>
          </a:p>
        </p:txBody>
      </p:sp>
      <p:sp>
        <p:nvSpPr>
          <p:cNvPr id="10" name="Text 8"/>
          <p:cNvSpPr txBox="1"/>
          <p:nvPr/>
        </p:nvSpPr>
        <p:spPr>
          <a:xfrm>
            <a:off x="594360" y="2093976"/>
            <a:ext cx="411480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So one FFT engine can run in both directions</a:t>
            </a:r>
            <a:endParaRPr lang="en-US" sz="1000" dirty="0"/>
          </a:p>
        </p:txBody>
      </p:sp>
      <p:sp>
        <p:nvSpPr>
          <p:cNvPr id="11" name="Text 9"/>
          <p:cNvSpPr txBox="1"/>
          <p:nvPr/>
        </p:nvSpPr>
        <p:spPr>
          <a:xfrm>
            <a:off x="457200" y="2487168"/>
            <a:ext cx="43891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Chart: 64 readings and the IFFT of their FFT lie exactly on top of each other</a:t>
            </a:r>
            <a:endParaRPr lang="en-US" sz="1100" dirty="0"/>
          </a:p>
          <a:p>
            <a:pPr marL="342900" indent="-342900">
              <a:spcAft>
                <a:spcPts val="300"/>
              </a:spcAft>
              <a:buSzPct val="100000"/>
              <a:buChar char="•"/>
            </a:pPr>
            <a:r>
              <a:rPr lang="en-US" sz="1100" dirty="0">
                <a:solidFill>
                  <a:srgbClr val="14213D"/>
                </a:solidFill>
                <a:latin typeface="Calibri" pitchFamily="34" charset="0"/>
                <a:ea typeface="Calibri" pitchFamily="34" charset="-122"/>
                <a:cs typeface="Calibri" pitchFamily="34" charset="-120"/>
              </a:rPr>
              <a:t>Change some buckets in between (for example set a few to zero) and you have built a filter</a:t>
            </a:r>
            <a:endParaRPr lang="en-US" sz="1100" dirty="0"/>
          </a:p>
        </p:txBody>
      </p:sp>
      <p:graphicFrame>
        <p:nvGraphicFramePr>
          <p:cNvPr id="12" name="Chart 0" descr=""/>
          <p:cNvGraphicFramePr/>
          <p:nvPr/>
        </p:nvGraphicFramePr>
        <p:xfrm>
          <a:off x="5120640" y="1024128"/>
          <a:ext cx="3566160" cy="178308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5120640" y="2834640"/>
            <a:ext cx="3566160" cy="442204"/>
          </a:xfrm>
          <a:prstGeom prst="rect">
            <a:avLst/>
          </a:prstGeom>
          <a:noFill/>
          <a:ln/>
        </p:spPr>
        <p:txBody>
          <a:bodyPr wrap="square" lIns="0" tIns="0" rIns="0" bIns="0" rtlCol="0" anchor="b"/>
          <a:lstStyle/>
          <a:p>
            <a:pPr algn="ctr" indent="0" marL="0">
              <a:buNone/>
            </a:pPr>
            <a:r>
              <a:rPr lang="en-US" sz="2400" b="1" dirty="0">
                <a:solidFill>
                  <a:srgbClr val="2EC4B6"/>
                </a:solidFill>
                <a:latin typeface="Cambria" pitchFamily="34" charset="0"/>
                <a:ea typeface="Cambria" pitchFamily="34" charset="-122"/>
                <a:cs typeface="Cambria" pitchFamily="34" charset="-120"/>
              </a:rPr>
              <a:t>5.6e-16</a:t>
            </a:r>
            <a:endParaRPr lang="en-US" sz="2400" dirty="0"/>
          </a:p>
        </p:txBody>
      </p:sp>
      <p:sp>
        <p:nvSpPr>
          <p:cNvPr id="14" name="Text 11"/>
          <p:cNvSpPr txBox="1"/>
          <p:nvPr/>
        </p:nvSpPr>
        <p:spPr>
          <a:xfrm>
            <a:off x="5120640" y="3276844"/>
            <a:ext cx="3566160" cy="271028"/>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biggest difference after the round trip, measured by this build</a:t>
            </a:r>
            <a:endParaRPr lang="en-US" sz="1100" dirty="0"/>
          </a:p>
        </p:txBody>
      </p:sp>
      <p:sp>
        <p:nvSpPr>
          <p:cNvPr id="15" name="Shape 12"/>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16" name="Shape 13"/>
          <p:cNvSpPr/>
          <p:nvPr/>
        </p:nvSpPr>
        <p:spPr>
          <a:xfrm>
            <a:off x="566928" y="3776472"/>
            <a:ext cx="237744" cy="237744"/>
          </a:xfrm>
          <a:prstGeom prst="ellipse">
            <a:avLst/>
          </a:prstGeom>
          <a:solidFill>
            <a:srgbClr val="2EC4B6"/>
          </a:solidFill>
          <a:ln w="12700">
            <a:solidFill>
              <a:srgbClr val="2EC4B6"/>
            </a:solidFill>
            <a:prstDash val="solid"/>
          </a:ln>
        </p:spPr>
      </p:sp>
      <p:sp>
        <p:nvSpPr>
          <p:cNvPr id="17" name="Text 14"/>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18" name="Text 15"/>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If the FFT is the recipe that lists how much of each ingredient is in a cake, the IFFT bakes the cake again from the recipe. Nothing is lost in either direction.</a:t>
            </a:r>
            <a:endParaRPr lang="en-US" sz="1050" dirty="0"/>
          </a:p>
        </p:txBody>
      </p:sp>
      <p:sp>
        <p:nvSpPr>
          <p:cNvPr id="19" name="Shape 16"/>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20" name="Shape 17"/>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21" name="Text 18"/>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22" name="Text 19"/>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1000" b="1" dirty="0">
                <a:solidFill>
                  <a:srgbClr val="0B1F3A"/>
                </a:solidFill>
                <a:latin typeface="Calibri" pitchFamily="34" charset="0"/>
                <a:ea typeface="Calibri" pitchFamily="34" charset="-122"/>
                <a:cs typeface="Calibri" pitchFamily="34" charset="-120"/>
              </a:rPr>
              <a:t>Remove a hum with FFT + IFFT</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Recording has a 50 Hz mains hum on top of speech</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FFT, set the 50 Hz bucket to zero, IFFT</a:t>
            </a:r>
            <a:endParaRPr lang="en-US" sz="1000" dirty="0"/>
          </a:p>
          <a:p>
            <a:pPr marL="114300" indent="-114300">
              <a:spcAft>
                <a:spcPts val="100"/>
              </a:spcAft>
              <a:buSzPct val="100000"/>
              <a:buChar char="•"/>
            </a:pPr>
            <a:r>
              <a:rPr lang="en-US" sz="1000" dirty="0">
                <a:solidFill>
                  <a:srgbClr val="14213D"/>
                </a:solidFill>
                <a:latin typeface="Cambria" pitchFamily="34" charset="0"/>
                <a:ea typeface="Cambria" pitchFamily="34" charset="-122"/>
                <a:cs typeface="Cambria" pitchFamily="34" charset="-120"/>
              </a:rPr>
              <a:t>Speech comes back hum-free; round-trip error near 10⁻¹⁶</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Recap · Part 4</a:t>
            </a:r>
            <a:endParaRPr lang="en-US" sz="3000" dirty="0"/>
          </a:p>
        </p:txBody>
      </p:sp>
      <p:sp>
        <p:nvSpPr>
          <p:cNvPr id="3" name="Shape 1"/>
          <p:cNvSpPr/>
          <p:nvPr/>
        </p:nvSpPr>
        <p:spPr>
          <a:xfrm>
            <a:off x="457200" y="1325880"/>
            <a:ext cx="274320" cy="274320"/>
          </a:xfrm>
          <a:prstGeom prst="ellipse">
            <a:avLst/>
          </a:prstGeom>
          <a:solidFill>
            <a:srgbClr val="2EC4B6"/>
          </a:solidFill>
          <a:ln w="12700">
            <a:solidFill>
              <a:srgbClr val="2EC4B6"/>
            </a:solidFill>
            <a:prstDash val="solid"/>
          </a:ln>
        </p:spPr>
      </p:sp>
      <p:sp>
        <p:nvSpPr>
          <p:cNvPr id="4" name="Text 2"/>
          <p:cNvSpPr txBox="1"/>
          <p:nvPr/>
        </p:nvSpPr>
        <p:spPr>
          <a:xfrm>
            <a:off x="457200" y="1325880"/>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5" name="Text 3"/>
          <p:cNvSpPr txBox="1"/>
          <p:nvPr/>
        </p:nvSpPr>
        <p:spPr>
          <a:xfrm>
            <a:off x="868680" y="1234440"/>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The DFT sorts N readings into N frequency buckets; bucket k is at k × f_s / N</a:t>
            </a:r>
            <a:endParaRPr lang="en-US" sz="1600" dirty="0"/>
          </a:p>
        </p:txBody>
      </p:sp>
      <p:sp>
        <p:nvSpPr>
          <p:cNvPr id="6" name="Shape 4"/>
          <p:cNvSpPr/>
          <p:nvPr/>
        </p:nvSpPr>
        <p:spPr>
          <a:xfrm>
            <a:off x="457200" y="1892808"/>
            <a:ext cx="274320" cy="274320"/>
          </a:xfrm>
          <a:prstGeom prst="ellipse">
            <a:avLst/>
          </a:prstGeom>
          <a:solidFill>
            <a:srgbClr val="2EC4B6"/>
          </a:solidFill>
          <a:ln w="12700">
            <a:solidFill>
              <a:srgbClr val="2EC4B6"/>
            </a:solidFill>
            <a:prstDash val="solid"/>
          </a:ln>
        </p:spPr>
      </p:sp>
      <p:sp>
        <p:nvSpPr>
          <p:cNvPr id="7" name="Text 5"/>
          <p:cNvSpPr txBox="1"/>
          <p:nvPr/>
        </p:nvSpPr>
        <p:spPr>
          <a:xfrm>
            <a:off x="457200" y="1892808"/>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8" name="Text 6"/>
          <p:cNvSpPr txBox="1"/>
          <p:nvPr/>
        </p:nvSpPr>
        <p:spPr>
          <a:xfrm>
            <a:off x="868680" y="1801368"/>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Each bucket is a comparison with one test cosine and one test sine</a:t>
            </a:r>
            <a:endParaRPr lang="en-US" sz="1600" dirty="0"/>
          </a:p>
        </p:txBody>
      </p:sp>
      <p:sp>
        <p:nvSpPr>
          <p:cNvPr id="9" name="Shape 7"/>
          <p:cNvSpPr/>
          <p:nvPr/>
        </p:nvSpPr>
        <p:spPr>
          <a:xfrm>
            <a:off x="457200" y="2459736"/>
            <a:ext cx="274320" cy="274320"/>
          </a:xfrm>
          <a:prstGeom prst="ellipse">
            <a:avLst/>
          </a:prstGeom>
          <a:solidFill>
            <a:srgbClr val="2EC4B6"/>
          </a:solidFill>
          <a:ln w="12700">
            <a:solidFill>
              <a:srgbClr val="2EC4B6"/>
            </a:solidFill>
            <a:prstDash val="solid"/>
          </a:ln>
        </p:spPr>
      </p:sp>
      <p:sp>
        <p:nvSpPr>
          <p:cNvPr id="10" name="Text 8"/>
          <p:cNvSpPr txBox="1"/>
          <p:nvPr/>
        </p:nvSpPr>
        <p:spPr>
          <a:xfrm>
            <a:off x="457200" y="2459736"/>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1" name="Text 9"/>
          <p:cNvSpPr txBox="1"/>
          <p:nvPr/>
        </p:nvSpPr>
        <p:spPr>
          <a:xfrm>
            <a:off x="868680" y="2368296"/>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The FFT is the same answer with (N/2) log₂N butterflies instead of N² multiplies</a:t>
            </a:r>
            <a:endParaRPr lang="en-US" sz="1600" dirty="0"/>
          </a:p>
        </p:txBody>
      </p:sp>
      <p:sp>
        <p:nvSpPr>
          <p:cNvPr id="12" name="Shape 10"/>
          <p:cNvSpPr/>
          <p:nvPr/>
        </p:nvSpPr>
        <p:spPr>
          <a:xfrm>
            <a:off x="457200" y="3026664"/>
            <a:ext cx="274320" cy="274320"/>
          </a:xfrm>
          <a:prstGeom prst="ellipse">
            <a:avLst/>
          </a:prstGeom>
          <a:solidFill>
            <a:srgbClr val="2EC4B6"/>
          </a:solidFill>
          <a:ln w="12700">
            <a:solidFill>
              <a:srgbClr val="2EC4B6"/>
            </a:solidFill>
            <a:prstDash val="solid"/>
          </a:ln>
        </p:spPr>
      </p:sp>
      <p:sp>
        <p:nvSpPr>
          <p:cNvPr id="13" name="Text 11"/>
          <p:cNvSpPr txBox="1"/>
          <p:nvPr/>
        </p:nvSpPr>
        <p:spPr>
          <a:xfrm>
            <a:off x="457200" y="3026664"/>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4" name="Text 12"/>
          <p:cNvSpPr txBox="1"/>
          <p:nvPr/>
        </p:nvSpPr>
        <p:spPr>
          <a:xfrm>
            <a:off x="868680" y="2935224"/>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Fade the recording in and out (window) before the FFT, or the seam smears the spectrum</a:t>
            </a:r>
            <a:endParaRPr lang="en-US" sz="1600" dirty="0"/>
          </a:p>
        </p:txBody>
      </p:sp>
      <p:sp>
        <p:nvSpPr>
          <p:cNvPr id="15" name="Shape 13"/>
          <p:cNvSpPr/>
          <p:nvPr/>
        </p:nvSpPr>
        <p:spPr>
          <a:xfrm>
            <a:off x="457200" y="3593592"/>
            <a:ext cx="274320" cy="274320"/>
          </a:xfrm>
          <a:prstGeom prst="ellipse">
            <a:avLst/>
          </a:prstGeom>
          <a:solidFill>
            <a:srgbClr val="2EC4B6"/>
          </a:solidFill>
          <a:ln w="12700">
            <a:solidFill>
              <a:srgbClr val="2EC4B6"/>
            </a:solidFill>
            <a:prstDash val="solid"/>
          </a:ln>
        </p:spPr>
      </p:sp>
      <p:sp>
        <p:nvSpPr>
          <p:cNvPr id="16" name="Text 14"/>
          <p:cNvSpPr txBox="1"/>
          <p:nvPr/>
        </p:nvSpPr>
        <p:spPr>
          <a:xfrm>
            <a:off x="457200" y="3593592"/>
            <a:ext cx="274320" cy="274320"/>
          </a:xfrm>
          <a:prstGeom prst="rect">
            <a:avLst/>
          </a:prstGeom>
          <a:noFill/>
          <a:ln/>
        </p:spPr>
        <p:txBody>
          <a:bodyPr wrap="square" lIns="0" tIns="0" rIns="0" bIns="0" rtlCol="0" anchor="ctr"/>
          <a:lstStyle/>
          <a:p>
            <a:pPr algn="ctr" indent="0" marL="0">
              <a:buNone/>
            </a:pPr>
            <a:r>
              <a:rPr lang="en-US" sz="1200" b="1" dirty="0">
                <a:solidFill>
                  <a:srgbClr val="0B1F3A"/>
                </a:solidFill>
              </a:rPr>
              <a:t>✓</a:t>
            </a:r>
            <a:endParaRPr lang="en-US" sz="1200" dirty="0"/>
          </a:p>
        </p:txBody>
      </p:sp>
      <p:sp>
        <p:nvSpPr>
          <p:cNvPr id="17" name="Text 15"/>
          <p:cNvSpPr txBox="1"/>
          <p:nvPr/>
        </p:nvSpPr>
        <p:spPr>
          <a:xfrm>
            <a:off x="868680" y="3502152"/>
            <a:ext cx="781812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The IFFT goes back exactly; FFT then IFFT loses nothing</a:t>
            </a:r>
            <a:endParaRPr lang="en-US" sz="1600" dirty="0"/>
          </a:p>
        </p:txBody>
      </p:sp>
      <p:sp>
        <p:nvSpPr>
          <p:cNvPr id="18" name="Text 16"/>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1097280"/>
            <a:ext cx="5486400" cy="365760"/>
          </a:xfrm>
          <a:prstGeom prst="rect">
            <a:avLst/>
          </a:prstGeom>
          <a:noFill/>
          <a:ln/>
        </p:spPr>
        <p:txBody>
          <a:bodyPr wrap="square" lIns="0" tIns="0" rIns="0" bIns="0" rtlCol="0" anchor="ctr"/>
          <a:lstStyle/>
          <a:p>
            <a:pPr indent="0" marL="0">
              <a:buNone/>
            </a:pPr>
            <a:r>
              <a:rPr lang="en-US" sz="1400" b="1" dirty="0">
                <a:solidFill>
                  <a:srgbClr val="2EC4B6"/>
                </a:solidFill>
                <a:latin typeface="Calibri" pitchFamily="34" charset="0"/>
                <a:ea typeface="Calibri" pitchFamily="34" charset="-122"/>
                <a:cs typeface="Calibri" pitchFamily="34" charset="-120"/>
              </a:rPr>
              <a:t>Part 5</a:t>
            </a:r>
            <a:endParaRPr lang="en-US" sz="1400" dirty="0"/>
          </a:p>
        </p:txBody>
      </p:sp>
      <p:sp>
        <p:nvSpPr>
          <p:cNvPr id="3" name="Text 1"/>
          <p:cNvSpPr txBox="1"/>
          <p:nvPr/>
        </p:nvSpPr>
        <p:spPr>
          <a:xfrm>
            <a:off x="45720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Putting it together</a:t>
            </a:r>
            <a:endParaRPr lang="en-US" sz="4000" dirty="0"/>
          </a:p>
        </p:txBody>
      </p:sp>
      <p:sp>
        <p:nvSpPr>
          <p:cNvPr id="4" name="Text 2"/>
          <p:cNvSpPr txBox="1"/>
          <p:nvPr/>
        </p:nvSpPr>
        <p:spPr>
          <a:xfrm>
            <a:off x="457200" y="2423160"/>
            <a:ext cx="8229600" cy="457200"/>
          </a:xfrm>
          <a:prstGeom prst="rect">
            <a:avLst/>
          </a:prstGeom>
          <a:noFill/>
          <a:ln/>
        </p:spPr>
        <p:txBody>
          <a:bodyPr wrap="square" lIns="0" tIns="0" rIns="0" bIns="0" rtlCol="0" anchor="ctr"/>
          <a:lstStyle/>
          <a:p>
            <a:pPr indent="0" marL="0">
              <a:buNone/>
            </a:pPr>
            <a:r>
              <a:rPr lang="en-US" sz="1600" dirty="0">
                <a:solidFill>
                  <a:srgbClr val="D7DEE8"/>
                </a:solidFill>
                <a:latin typeface="Calibri" pitchFamily="34" charset="0"/>
                <a:ea typeface="Calibri" pitchFamily="34" charset="-122"/>
                <a:cs typeface="Calibri" pitchFamily="34" charset="-120"/>
              </a:rPr>
              <a:t>One complete example, where Wi-Fi and 5G use the FFT, and the classic mistakes</a:t>
            </a:r>
            <a:endParaRPr lang="en-US" sz="1600" dirty="0"/>
          </a:p>
        </p:txBody>
      </p:sp>
      <p:sp>
        <p:nvSpPr>
          <p:cNvPr id="5" name="Text 3"/>
          <p:cNvSpPr txBox="1"/>
          <p:nvPr/>
        </p:nvSpPr>
        <p:spPr>
          <a:xfrm>
            <a:off x="457200" y="2926080"/>
            <a:ext cx="3657600" cy="274320"/>
          </a:xfrm>
          <a:prstGeom prst="rect">
            <a:avLst/>
          </a:prstGeom>
          <a:noFill/>
          <a:ln/>
        </p:spPr>
        <p:txBody>
          <a:bodyPr wrap="square" lIns="0" tIns="0" rIns="0" bIns="0" rtlCol="0" anchor="ctr"/>
          <a:lstStyle/>
          <a:p>
            <a:pPr indent="0" marL="0">
              <a:buNone/>
            </a:pPr>
            <a:r>
              <a:rPr lang="en-US" sz="1100" dirty="0">
                <a:solidFill>
                  <a:srgbClr val="B8C4D6"/>
                </a:solidFill>
                <a:latin typeface="Calibri" pitchFamily="34" charset="0"/>
                <a:ea typeface="Calibri" pitchFamily="34" charset="-122"/>
                <a:cs typeface="Calibri" pitchFamily="34" charset="-120"/>
              </a:rPr>
              <a:t>12 minutes</a:t>
            </a:r>
            <a:endParaRPr lang="en-US" sz="1100" dirty="0"/>
          </a:p>
        </p:txBody>
      </p:sp>
      <p:sp>
        <p:nvSpPr>
          <p:cNvPr id="6" name="Text 4"/>
          <p:cNvSpPr txBox="1"/>
          <p:nvPr/>
        </p:nvSpPr>
        <p:spPr>
          <a:xfrm>
            <a:off x="457200" y="3611880"/>
            <a:ext cx="2743200" cy="228600"/>
          </a:xfrm>
          <a:prstGeom prst="rect">
            <a:avLst/>
          </a:prstGeom>
          <a:noFill/>
          <a:ln/>
        </p:spPr>
        <p:txBody>
          <a:bodyPr wrap="square" lIns="0" tIns="0" rIns="0" bIns="0" rtlCol="0" anchor="ctr"/>
          <a:lstStyle/>
          <a:p>
            <a:pPr indent="0" marL="0">
              <a:buNone/>
            </a:pPr>
            <a:r>
              <a:rPr lang="en-US" sz="900" i="1" dirty="0">
                <a:solidFill>
                  <a:srgbClr val="B8C4D6"/>
                </a:solidFill>
                <a:latin typeface="Calibri" pitchFamily="34" charset="0"/>
                <a:ea typeface="Calibri" pitchFamily="34" charset="-122"/>
                <a:cs typeface="Calibri" pitchFamily="34" charset="-120"/>
              </a:rPr>
              <a:t>You are here</a:t>
            </a:r>
            <a:endParaRPr lang="en-US" sz="900" dirty="0"/>
          </a:p>
        </p:txBody>
      </p:sp>
      <p:sp>
        <p:nvSpPr>
          <p:cNvPr id="7" name="Text 5"/>
          <p:cNvSpPr txBox="1"/>
          <p:nvPr/>
        </p:nvSpPr>
        <p:spPr>
          <a:xfrm>
            <a:off x="457200"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Antenna</a:t>
            </a:r>
            <a:endParaRPr lang="en-US" sz="1000" dirty="0"/>
          </a:p>
        </p:txBody>
      </p:sp>
      <p:sp>
        <p:nvSpPr>
          <p:cNvPr id="8" name="Shape 6"/>
          <p:cNvSpPr/>
          <p:nvPr/>
        </p:nvSpPr>
        <p:spPr>
          <a:xfrm>
            <a:off x="1460427" y="4091940"/>
            <a:ext cx="201168" cy="0"/>
          </a:xfrm>
          <a:prstGeom prst="line">
            <a:avLst/>
          </a:prstGeom>
          <a:noFill/>
          <a:ln w="15875">
            <a:solidFill>
              <a:srgbClr val="8FA3BF"/>
            </a:solidFill>
            <a:prstDash val="solid"/>
            <a:tailEnd type="triangle"/>
          </a:ln>
        </p:spPr>
      </p:sp>
      <p:sp>
        <p:nvSpPr>
          <p:cNvPr id="9" name="Text 7"/>
          <p:cNvSpPr txBox="1"/>
          <p:nvPr/>
        </p:nvSpPr>
        <p:spPr>
          <a:xfrm>
            <a:off x="1661595"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LNA</a:t>
            </a:r>
            <a:endParaRPr lang="en-US" sz="1000" dirty="0"/>
          </a:p>
        </p:txBody>
      </p:sp>
      <p:sp>
        <p:nvSpPr>
          <p:cNvPr id="10" name="Shape 8"/>
          <p:cNvSpPr/>
          <p:nvPr/>
        </p:nvSpPr>
        <p:spPr>
          <a:xfrm>
            <a:off x="2664823" y="4091940"/>
            <a:ext cx="201168" cy="0"/>
          </a:xfrm>
          <a:prstGeom prst="line">
            <a:avLst/>
          </a:prstGeom>
          <a:noFill/>
          <a:ln w="15875">
            <a:solidFill>
              <a:srgbClr val="8FA3BF"/>
            </a:solidFill>
            <a:prstDash val="solid"/>
            <a:tailEnd type="triangle"/>
          </a:ln>
        </p:spPr>
      </p:sp>
      <p:sp>
        <p:nvSpPr>
          <p:cNvPr id="11" name="Text 9"/>
          <p:cNvSpPr txBox="1"/>
          <p:nvPr/>
        </p:nvSpPr>
        <p:spPr>
          <a:xfrm>
            <a:off x="2865991"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Mixer</a:t>
            </a:r>
            <a:endParaRPr lang="en-US" sz="1000" dirty="0"/>
          </a:p>
        </p:txBody>
      </p:sp>
      <p:sp>
        <p:nvSpPr>
          <p:cNvPr id="12" name="Shape 10"/>
          <p:cNvSpPr/>
          <p:nvPr/>
        </p:nvSpPr>
        <p:spPr>
          <a:xfrm>
            <a:off x="3869218" y="4091940"/>
            <a:ext cx="201168" cy="0"/>
          </a:xfrm>
          <a:prstGeom prst="line">
            <a:avLst/>
          </a:prstGeom>
          <a:noFill/>
          <a:ln w="15875">
            <a:solidFill>
              <a:srgbClr val="8FA3BF"/>
            </a:solidFill>
            <a:prstDash val="solid"/>
            <a:tailEnd type="triangle"/>
          </a:ln>
        </p:spPr>
      </p:sp>
      <p:sp>
        <p:nvSpPr>
          <p:cNvPr id="13" name="Text 11"/>
          <p:cNvSpPr txBox="1"/>
          <p:nvPr/>
        </p:nvSpPr>
        <p:spPr>
          <a:xfrm>
            <a:off x="4070386"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Filter</a:t>
            </a:r>
            <a:endParaRPr lang="en-US" sz="1000" dirty="0"/>
          </a:p>
        </p:txBody>
      </p:sp>
      <p:sp>
        <p:nvSpPr>
          <p:cNvPr id="14" name="Shape 12"/>
          <p:cNvSpPr/>
          <p:nvPr/>
        </p:nvSpPr>
        <p:spPr>
          <a:xfrm>
            <a:off x="5073614" y="4091940"/>
            <a:ext cx="201168" cy="0"/>
          </a:xfrm>
          <a:prstGeom prst="line">
            <a:avLst/>
          </a:prstGeom>
          <a:noFill/>
          <a:ln w="15875">
            <a:solidFill>
              <a:srgbClr val="8FA3BF"/>
            </a:solidFill>
            <a:prstDash val="solid"/>
            <a:tailEnd type="triangle"/>
          </a:ln>
        </p:spPr>
      </p:sp>
      <p:sp>
        <p:nvSpPr>
          <p:cNvPr id="15" name="Text 13"/>
          <p:cNvSpPr txBox="1"/>
          <p:nvPr/>
        </p:nvSpPr>
        <p:spPr>
          <a:xfrm>
            <a:off x="5274782"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ADC</a:t>
            </a:r>
            <a:endParaRPr lang="en-US" sz="1000" dirty="0"/>
          </a:p>
        </p:txBody>
      </p:sp>
      <p:sp>
        <p:nvSpPr>
          <p:cNvPr id="16" name="Shape 14"/>
          <p:cNvSpPr/>
          <p:nvPr/>
        </p:nvSpPr>
        <p:spPr>
          <a:xfrm>
            <a:off x="6278009" y="4091940"/>
            <a:ext cx="201168" cy="0"/>
          </a:xfrm>
          <a:prstGeom prst="line">
            <a:avLst/>
          </a:prstGeom>
          <a:noFill/>
          <a:ln w="15875">
            <a:solidFill>
              <a:srgbClr val="8FA3BF"/>
            </a:solidFill>
            <a:prstDash val="solid"/>
            <a:tailEnd type="triangle"/>
          </a:ln>
        </p:spPr>
      </p:sp>
      <p:sp>
        <p:nvSpPr>
          <p:cNvPr id="17" name="Text 15"/>
          <p:cNvSpPr txBox="1"/>
          <p:nvPr/>
        </p:nvSpPr>
        <p:spPr>
          <a:xfrm>
            <a:off x="6479177" y="3840480"/>
            <a:ext cx="1003227" cy="502920"/>
          </a:xfrm>
          <a:prstGeom prst="roundRect">
            <a:avLst>
              <a:gd name="adj" fmla="val 10909"/>
            </a:avLst>
          </a:prstGeom>
          <a:solidFill>
            <a:srgbClr val="13294B"/>
          </a:solidFill>
          <a:ln w="9525">
            <a:solidFill>
              <a:srgbClr val="13294B"/>
            </a:solidFill>
          </a:ln>
        </p:spPr>
        <p:txBody>
          <a:bodyPr wrap="square" lIns="254" tIns="254" rIns="254" bIns="254"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DSP</a:t>
            </a:r>
            <a:endParaRPr lang="en-US" sz="1000" dirty="0"/>
          </a:p>
        </p:txBody>
      </p:sp>
      <p:sp>
        <p:nvSpPr>
          <p:cNvPr id="18" name="Shape 16"/>
          <p:cNvSpPr/>
          <p:nvPr/>
        </p:nvSpPr>
        <p:spPr>
          <a:xfrm>
            <a:off x="7482405" y="4091940"/>
            <a:ext cx="201168" cy="0"/>
          </a:xfrm>
          <a:prstGeom prst="line">
            <a:avLst/>
          </a:prstGeom>
          <a:noFill/>
          <a:ln w="15875">
            <a:solidFill>
              <a:srgbClr val="8FA3BF"/>
            </a:solidFill>
            <a:prstDash val="solid"/>
            <a:tailEnd type="triangle"/>
          </a:ln>
        </p:spPr>
      </p:sp>
      <p:sp>
        <p:nvSpPr>
          <p:cNvPr id="19" name="Text 17"/>
          <p:cNvSpPr txBox="1"/>
          <p:nvPr/>
        </p:nvSpPr>
        <p:spPr>
          <a:xfrm>
            <a:off x="7683573" y="3840480"/>
            <a:ext cx="1003227" cy="502920"/>
          </a:xfrm>
          <a:prstGeom prst="roundRect">
            <a:avLst>
              <a:gd name="adj" fmla="val 10909"/>
            </a:avLst>
          </a:prstGeom>
          <a:solidFill>
            <a:srgbClr val="2EC4B6"/>
          </a:solidFill>
          <a:ln w="9525">
            <a:solidFill>
              <a:srgbClr val="2EC4B6"/>
            </a:solidFill>
          </a:ln>
        </p:spPr>
        <p:txBody>
          <a:bodyPr wrap="square" lIns="254" tIns="254" rIns="254" bIns="254"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Data</a:t>
            </a:r>
            <a:endParaRPr lang="en-US" sz="1000" dirty="0"/>
          </a:p>
        </p:txBody>
      </p:sp>
      <p:sp>
        <p:nvSpPr>
          <p:cNvPr id="20" name="Text 18"/>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One complete example: 2.4 GHz tone to an FFT bucket</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5 · Putting it together</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42</a:t>
            </a:r>
            <a:endParaRPr lang="en-US" sz="900" dirty="0"/>
          </a:p>
        </p:txBody>
      </p:sp>
      <p:sp>
        <p:nvSpPr>
          <p:cNvPr id="5" name="Shape 3"/>
          <p:cNvSpPr/>
          <p:nvPr/>
        </p:nvSpPr>
        <p:spPr>
          <a:xfrm>
            <a:off x="457200" y="1097280"/>
            <a:ext cx="274320" cy="274320"/>
          </a:xfrm>
          <a:prstGeom prst="ellipse">
            <a:avLst/>
          </a:prstGeom>
          <a:solidFill>
            <a:srgbClr val="0B1F3A"/>
          </a:solidFill>
          <a:ln w="12700">
            <a:solidFill>
              <a:srgbClr val="0B1F3A"/>
            </a:solidFill>
            <a:prstDash val="solid"/>
          </a:ln>
        </p:spPr>
      </p:sp>
      <p:sp>
        <p:nvSpPr>
          <p:cNvPr id="6" name="Text 4"/>
          <p:cNvSpPr txBox="1"/>
          <p:nvPr/>
        </p:nvSpPr>
        <p:spPr>
          <a:xfrm>
            <a:off x="457200" y="10972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5"/>
          <p:cNvSpPr txBox="1"/>
          <p:nvPr/>
        </p:nvSpPr>
        <p:spPr>
          <a:xfrm>
            <a:off x="841248" y="1024128"/>
            <a:ext cx="5394960" cy="420624"/>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Radio input</a:t>
            </a:r>
            <a:endParaRPr lang="en-US" sz="1100" dirty="0"/>
          </a:p>
          <a:p>
            <a:pPr indent="0" marL="0">
              <a:buNone/>
            </a:pPr>
            <a:r>
              <a:rPr lang="en-US" sz="950" dirty="0">
                <a:solidFill>
                  <a:srgbClr val="14213D"/>
                </a:solidFill>
                <a:latin typeface="Cambria" pitchFamily="34" charset="0"/>
                <a:ea typeface="Cambria" pitchFamily="34" charset="-122"/>
                <a:cs typeface="Cambria" pitchFamily="34" charset="-120"/>
              </a:rPr>
              <a:t>A 2.400 GHz tone reaches the ADC at −60 dBm after LNA and mixer</a:t>
            </a:r>
            <a:endParaRPr lang="en-US" sz="1100" dirty="0"/>
          </a:p>
        </p:txBody>
      </p:sp>
      <p:sp>
        <p:nvSpPr>
          <p:cNvPr id="8" name="Shape 6"/>
          <p:cNvSpPr/>
          <p:nvPr/>
        </p:nvSpPr>
        <p:spPr>
          <a:xfrm>
            <a:off x="457200" y="1517904"/>
            <a:ext cx="274320" cy="274320"/>
          </a:xfrm>
          <a:prstGeom prst="ellipse">
            <a:avLst/>
          </a:prstGeom>
          <a:solidFill>
            <a:srgbClr val="0B1F3A"/>
          </a:solidFill>
          <a:ln w="12700">
            <a:solidFill>
              <a:srgbClr val="0B1F3A"/>
            </a:solidFill>
            <a:prstDash val="solid"/>
          </a:ln>
        </p:spPr>
      </p:sp>
      <p:sp>
        <p:nvSpPr>
          <p:cNvPr id="9" name="Text 7"/>
          <p:cNvSpPr txBox="1"/>
          <p:nvPr/>
        </p:nvSpPr>
        <p:spPr>
          <a:xfrm>
            <a:off x="457200" y="151790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8"/>
          <p:cNvSpPr txBox="1"/>
          <p:nvPr/>
        </p:nvSpPr>
        <p:spPr>
          <a:xfrm>
            <a:off x="841248" y="1444752"/>
            <a:ext cx="5394960" cy="420624"/>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Mix down</a:t>
            </a:r>
            <a:endParaRPr lang="en-US" sz="1100" dirty="0"/>
          </a:p>
          <a:p>
            <a:pPr indent="0" marL="0">
              <a:buNone/>
            </a:pPr>
            <a:r>
              <a:rPr lang="en-US" sz="950" dirty="0">
                <a:solidFill>
                  <a:srgbClr val="14213D"/>
                </a:solidFill>
                <a:latin typeface="Cambria" pitchFamily="34" charset="0"/>
                <a:ea typeface="Cambria" pitchFamily="34" charset="-122"/>
                <a:cs typeface="Cambria" pitchFamily="34" charset="-120"/>
              </a:rPr>
              <a:t>Local oscillator 2.390 GHz → tone now at 10 MHz; filter passes 5–15 MHz</a:t>
            </a:r>
            <a:endParaRPr lang="en-US" sz="1100" dirty="0"/>
          </a:p>
        </p:txBody>
      </p:sp>
      <p:sp>
        <p:nvSpPr>
          <p:cNvPr id="11" name="Shape 9"/>
          <p:cNvSpPr/>
          <p:nvPr/>
        </p:nvSpPr>
        <p:spPr>
          <a:xfrm>
            <a:off x="457200" y="1938528"/>
            <a:ext cx="274320" cy="274320"/>
          </a:xfrm>
          <a:prstGeom prst="ellipse">
            <a:avLst/>
          </a:prstGeom>
          <a:solidFill>
            <a:srgbClr val="0B1F3A"/>
          </a:solidFill>
          <a:ln w="12700">
            <a:solidFill>
              <a:srgbClr val="0B1F3A"/>
            </a:solidFill>
            <a:prstDash val="solid"/>
          </a:ln>
        </p:spPr>
      </p:sp>
      <p:sp>
        <p:nvSpPr>
          <p:cNvPr id="12" name="Text 10"/>
          <p:cNvSpPr txBox="1"/>
          <p:nvPr/>
        </p:nvSpPr>
        <p:spPr>
          <a:xfrm>
            <a:off x="457200" y="193852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1"/>
          <p:cNvSpPr txBox="1"/>
          <p:nvPr/>
        </p:nvSpPr>
        <p:spPr>
          <a:xfrm>
            <a:off x="841248" y="1865376"/>
            <a:ext cx="5394960" cy="420624"/>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Sample</a:t>
            </a:r>
            <a:endParaRPr lang="en-US" sz="1100" dirty="0"/>
          </a:p>
          <a:p>
            <a:pPr indent="0" marL="0">
              <a:buNone/>
            </a:pPr>
            <a:r>
              <a:rPr lang="en-US" sz="950" dirty="0">
                <a:solidFill>
                  <a:srgbClr val="14213D"/>
                </a:solidFill>
                <a:latin typeface="Cambria" pitchFamily="34" charset="0"/>
                <a:ea typeface="Cambria" pitchFamily="34" charset="-122"/>
                <a:cs typeface="Cambria" pitchFamily="34" charset="-120"/>
              </a:rPr>
              <a:t>40 MSPS (more than 2 × 15 MHz), 12 bits → ideal SNR 74 dB</a:t>
            </a:r>
            <a:endParaRPr lang="en-US" sz="1100" dirty="0"/>
          </a:p>
        </p:txBody>
      </p:sp>
      <p:sp>
        <p:nvSpPr>
          <p:cNvPr id="14" name="Shape 12"/>
          <p:cNvSpPr/>
          <p:nvPr/>
        </p:nvSpPr>
        <p:spPr>
          <a:xfrm>
            <a:off x="457200" y="2359152"/>
            <a:ext cx="274320" cy="274320"/>
          </a:xfrm>
          <a:prstGeom prst="ellipse">
            <a:avLst/>
          </a:prstGeom>
          <a:solidFill>
            <a:srgbClr val="0B1F3A"/>
          </a:solidFill>
          <a:ln w="12700">
            <a:solidFill>
              <a:srgbClr val="0B1F3A"/>
            </a:solidFill>
            <a:prstDash val="solid"/>
          </a:ln>
        </p:spPr>
      </p:sp>
      <p:sp>
        <p:nvSpPr>
          <p:cNvPr id="15" name="Text 13"/>
          <p:cNvSpPr txBox="1"/>
          <p:nvPr/>
        </p:nvSpPr>
        <p:spPr>
          <a:xfrm>
            <a:off x="457200" y="23591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4"/>
          <p:cNvSpPr txBox="1"/>
          <p:nvPr/>
        </p:nvSpPr>
        <p:spPr>
          <a:xfrm>
            <a:off x="841248" y="2286000"/>
            <a:ext cx="5394960" cy="420624"/>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FFT</a:t>
            </a:r>
            <a:endParaRPr lang="en-US" sz="1100" dirty="0"/>
          </a:p>
          <a:p>
            <a:pPr indent="0" marL="0">
              <a:buNone/>
            </a:pPr>
            <a:r>
              <a:rPr lang="en-US" sz="950" dirty="0">
                <a:solidFill>
                  <a:srgbClr val="14213D"/>
                </a:solidFill>
                <a:latin typeface="Cambria" pitchFamily="34" charset="0"/>
                <a:ea typeface="Cambria" pitchFamily="34" charset="-122"/>
                <a:cs typeface="Cambria" pitchFamily="34" charset="-120"/>
              </a:rPr>
              <a:t>Bucket width 40e6 / 1024 = 39.06 kHz; tone in bucket 10e6 / 39 062.5 = 256</a:t>
            </a:r>
            <a:endParaRPr lang="en-US" sz="1100" dirty="0"/>
          </a:p>
        </p:txBody>
      </p:sp>
      <p:sp>
        <p:nvSpPr>
          <p:cNvPr id="17" name="Shape 15"/>
          <p:cNvSpPr/>
          <p:nvPr/>
        </p:nvSpPr>
        <p:spPr>
          <a:xfrm>
            <a:off x="457200" y="2779776"/>
            <a:ext cx="274320" cy="274320"/>
          </a:xfrm>
          <a:prstGeom prst="ellipse">
            <a:avLst/>
          </a:prstGeom>
          <a:solidFill>
            <a:srgbClr val="0B1F3A"/>
          </a:solidFill>
          <a:ln w="12700">
            <a:solidFill>
              <a:srgbClr val="0B1F3A"/>
            </a:solidFill>
            <a:prstDash val="solid"/>
          </a:ln>
        </p:spPr>
      </p:sp>
      <p:sp>
        <p:nvSpPr>
          <p:cNvPr id="18" name="Text 16"/>
          <p:cNvSpPr txBox="1"/>
          <p:nvPr/>
        </p:nvSpPr>
        <p:spPr>
          <a:xfrm>
            <a:off x="457200" y="277977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7"/>
          <p:cNvSpPr txBox="1"/>
          <p:nvPr/>
        </p:nvSpPr>
        <p:spPr>
          <a:xfrm>
            <a:off x="841248" y="2706624"/>
            <a:ext cx="5394960" cy="420624"/>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Noise floor</a:t>
            </a:r>
            <a:endParaRPr lang="en-US" sz="1100" dirty="0"/>
          </a:p>
          <a:p>
            <a:pPr indent="0" marL="0">
              <a:buNone/>
            </a:pPr>
            <a:r>
              <a:rPr lang="en-US" sz="950" dirty="0">
                <a:solidFill>
                  <a:srgbClr val="14213D"/>
                </a:solidFill>
                <a:latin typeface="Cambria" pitchFamily="34" charset="0"/>
                <a:ea typeface="Cambria" pitchFamily="34" charset="-122"/>
                <a:cs typeface="Cambria" pitchFamily="34" charset="-120"/>
              </a:rPr>
              <a:t>Hiss spread over 512 buckets: −74 − 10 log₁₀(512) = −101 dBFS</a:t>
            </a:r>
            <a:endParaRPr lang="en-US" sz="1100" dirty="0"/>
          </a:p>
        </p:txBody>
      </p:sp>
      <p:sp>
        <p:nvSpPr>
          <p:cNvPr id="20" name="Shape 18"/>
          <p:cNvSpPr/>
          <p:nvPr/>
        </p:nvSpPr>
        <p:spPr>
          <a:xfrm>
            <a:off x="457200" y="3200400"/>
            <a:ext cx="274320" cy="274320"/>
          </a:xfrm>
          <a:prstGeom prst="ellipse">
            <a:avLst/>
          </a:prstGeom>
          <a:solidFill>
            <a:srgbClr val="2EC4B6"/>
          </a:solidFill>
          <a:ln w="12700">
            <a:solidFill>
              <a:srgbClr val="2EC4B6"/>
            </a:solidFill>
            <a:prstDash val="solid"/>
          </a:ln>
        </p:spPr>
      </p:sp>
      <p:sp>
        <p:nvSpPr>
          <p:cNvPr id="21" name="Text 19"/>
          <p:cNvSpPr txBox="1"/>
          <p:nvPr/>
        </p:nvSpPr>
        <p:spPr>
          <a:xfrm>
            <a:off x="457200" y="3200400"/>
            <a:ext cx="274320" cy="27432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6</a:t>
            </a:r>
            <a:endParaRPr lang="en-US" sz="1000" dirty="0"/>
          </a:p>
        </p:txBody>
      </p:sp>
      <p:sp>
        <p:nvSpPr>
          <p:cNvPr id="22" name="Text 20"/>
          <p:cNvSpPr txBox="1"/>
          <p:nvPr/>
        </p:nvSpPr>
        <p:spPr>
          <a:xfrm>
            <a:off x="841248" y="3127248"/>
            <a:ext cx="5394960" cy="420624"/>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Result</a:t>
            </a:r>
            <a:endParaRPr lang="en-US" sz="1100" dirty="0"/>
          </a:p>
          <a:p>
            <a:pPr indent="0" marL="0">
              <a:buNone/>
            </a:pPr>
            <a:r>
              <a:rPr lang="en-US" sz="950" dirty="0">
                <a:solidFill>
                  <a:srgbClr val="14213D"/>
                </a:solidFill>
                <a:latin typeface="Cambria" pitchFamily="34" charset="0"/>
                <a:ea typeface="Cambria" pitchFamily="34" charset="-122"/>
                <a:cs typeface="Cambria" pitchFamily="34" charset="-120"/>
              </a:rPr>
              <a:t>One peak in bucket 256, standing 101 dB above the floor</a:t>
            </a:r>
            <a:endParaRPr lang="en-US" sz="1100" dirty="0"/>
          </a:p>
        </p:txBody>
      </p:sp>
      <p:sp>
        <p:nvSpPr>
          <p:cNvPr id="23" name="Shape 21"/>
          <p:cNvSpPr/>
          <p:nvPr/>
        </p:nvSpPr>
        <p:spPr>
          <a:xfrm>
            <a:off x="5943600" y="1024128"/>
            <a:ext cx="2743200" cy="1051560"/>
          </a:xfrm>
          <a:prstGeom prst="roundRect">
            <a:avLst>
              <a:gd name="adj" fmla="val 6957"/>
            </a:avLst>
          </a:prstGeom>
          <a:solidFill>
            <a:srgbClr val="EEF3F8"/>
          </a:solidFill>
          <a:ln w="12700">
            <a:solidFill>
              <a:srgbClr val="EEF3F8"/>
            </a:solidFill>
            <a:prstDash val="solid"/>
          </a:ln>
        </p:spPr>
      </p:sp>
      <p:sp>
        <p:nvSpPr>
          <p:cNvPr id="24" name="Text 22"/>
          <p:cNvSpPr txBox="1"/>
          <p:nvPr/>
        </p:nvSpPr>
        <p:spPr>
          <a:xfrm>
            <a:off x="6080760" y="1024128"/>
            <a:ext cx="2468880" cy="795528"/>
          </a:xfrm>
          <a:prstGeom prst="rect">
            <a:avLst/>
          </a:prstGeom>
          <a:noFill/>
          <a:ln/>
        </p:spPr>
        <p:txBody>
          <a:bodyPr wrap="square" lIns="0" tIns="0" rIns="0" bIns="0" rtlCol="0" anchor="ctr"/>
          <a:lstStyle/>
          <a:p>
            <a:pPr algn="ctr" indent="0" marL="0">
              <a:buNone/>
            </a:pPr>
            <a:r>
              <a:rPr lang="en-US" sz="1200" dirty="0">
                <a:solidFill>
                  <a:srgbClr val="0B1F3A"/>
                </a:solidFill>
                <a:latin typeface="Cambria" pitchFamily="34" charset="0"/>
                <a:ea typeface="Cambria" pitchFamily="34" charset="-122"/>
                <a:cs typeface="Cambria" pitchFamily="34" charset="-120"/>
              </a:rPr>
              <a:t>FFT floor (dBFS) =</a:t>
            </a:r>
            <a:endParaRPr lang="en-US" sz="1200" dirty="0"/>
          </a:p>
          <a:p>
            <a:pPr algn="ctr" indent="0" marL="0">
              <a:buNone/>
            </a:pPr>
            <a:r>
              <a:rPr lang="en-US" sz="1200" dirty="0">
                <a:solidFill>
                  <a:srgbClr val="0B1F3A"/>
                </a:solidFill>
                <a:latin typeface="Cambria" pitchFamily="34" charset="0"/>
                <a:ea typeface="Cambria" pitchFamily="34" charset="-122"/>
                <a:cs typeface="Cambria" pitchFamily="34" charset="-120"/>
              </a:rPr>
              <a:t>−(6.02 N_bits + 1.76)</a:t>
            </a:r>
            <a:endParaRPr lang="en-US" sz="1200" dirty="0"/>
          </a:p>
          <a:p>
            <a:pPr algn="ctr" indent="0" marL="0">
              <a:buNone/>
            </a:pPr>
            <a:r>
              <a:rPr lang="en-US" sz="1200" dirty="0">
                <a:solidFill>
                  <a:srgbClr val="0B1F3A"/>
                </a:solidFill>
                <a:latin typeface="Cambria" pitchFamily="34" charset="0"/>
                <a:ea typeface="Cambria" pitchFamily="34" charset="-122"/>
                <a:cs typeface="Cambria" pitchFamily="34" charset="-120"/>
              </a:rPr>
              <a:t>− 10 log₁₀(N/2)</a:t>
            </a:r>
            <a:endParaRPr lang="en-US" sz="1200" dirty="0"/>
          </a:p>
        </p:txBody>
      </p:sp>
      <p:sp>
        <p:nvSpPr>
          <p:cNvPr id="25" name="Text 23"/>
          <p:cNvSpPr txBox="1"/>
          <p:nvPr/>
        </p:nvSpPr>
        <p:spPr>
          <a:xfrm>
            <a:off x="6080760" y="1773936"/>
            <a:ext cx="2468880" cy="256032"/>
          </a:xfrm>
          <a:prstGeom prst="rect">
            <a:avLst/>
          </a:prstGeom>
          <a:noFill/>
          <a:ln/>
        </p:spPr>
        <p:txBody>
          <a:bodyPr wrap="square" lIns="0" tIns="0" rIns="0" bIns="0" rtlCol="0" anchor="t"/>
          <a:lstStyle/>
          <a:p>
            <a:pPr algn="ctr" indent="0" marL="0">
              <a:buNone/>
            </a:pPr>
            <a:r>
              <a:rPr lang="en-US" sz="1000" dirty="0">
                <a:solidFill>
                  <a:srgbClr val="5B6B7F"/>
                </a:solidFill>
                <a:latin typeface="Calibri" pitchFamily="34" charset="0"/>
                <a:ea typeface="Calibri" pitchFamily="34" charset="-122"/>
                <a:cs typeface="Calibri" pitchFamily="34" charset="-120"/>
              </a:rPr>
              <a:t>ADC hiss spread over N/2 buckets</a:t>
            </a:r>
            <a:endParaRPr lang="en-US" sz="1000" dirty="0"/>
          </a:p>
        </p:txBody>
      </p:sp>
      <p:sp>
        <p:nvSpPr>
          <p:cNvPr id="26" name="Text 24"/>
          <p:cNvSpPr txBox="1"/>
          <p:nvPr/>
        </p:nvSpPr>
        <p:spPr>
          <a:xfrm>
            <a:off x="5943600" y="2148840"/>
            <a:ext cx="2743200" cy="408188"/>
          </a:xfrm>
          <a:prstGeom prst="rect">
            <a:avLst/>
          </a:prstGeom>
          <a:noFill/>
          <a:ln/>
        </p:spPr>
        <p:txBody>
          <a:bodyPr wrap="square" lIns="0" tIns="0" rIns="0" bIns="0" rtlCol="0" anchor="b"/>
          <a:lstStyle/>
          <a:p>
            <a:pPr algn="ctr" indent="0" marL="0">
              <a:buNone/>
            </a:pPr>
            <a:r>
              <a:rPr lang="en-US" sz="2200" b="1" dirty="0">
                <a:solidFill>
                  <a:srgbClr val="2EC4B6"/>
                </a:solidFill>
                <a:latin typeface="Cambria" pitchFamily="34" charset="0"/>
                <a:ea typeface="Cambria" pitchFamily="34" charset="-122"/>
                <a:cs typeface="Cambria" pitchFamily="34" charset="-120"/>
              </a:rPr>
              <a:t>bucket 256</a:t>
            </a:r>
            <a:endParaRPr lang="en-US" sz="2200" dirty="0"/>
          </a:p>
        </p:txBody>
      </p:sp>
      <p:sp>
        <p:nvSpPr>
          <p:cNvPr id="27" name="Text 25"/>
          <p:cNvSpPr txBox="1"/>
          <p:nvPr/>
        </p:nvSpPr>
        <p:spPr>
          <a:xfrm>
            <a:off x="5943600" y="2557028"/>
            <a:ext cx="2743200" cy="250180"/>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10 MHz ÷ 39.06 kHz</a:t>
            </a:r>
            <a:endParaRPr lang="en-US" sz="1100" dirty="0"/>
          </a:p>
        </p:txBody>
      </p:sp>
      <p:sp>
        <p:nvSpPr>
          <p:cNvPr id="28" name="Text 26"/>
          <p:cNvSpPr txBox="1"/>
          <p:nvPr/>
        </p:nvSpPr>
        <p:spPr>
          <a:xfrm>
            <a:off x="5943600" y="2852928"/>
            <a:ext cx="1325880" cy="408188"/>
          </a:xfrm>
          <a:prstGeom prst="rect">
            <a:avLst/>
          </a:prstGeom>
          <a:noFill/>
          <a:ln/>
        </p:spPr>
        <p:txBody>
          <a:bodyPr wrap="square" lIns="0" tIns="0" rIns="0" bIns="0" rtlCol="0" anchor="b"/>
          <a:lstStyle/>
          <a:p>
            <a:pPr algn="ctr" indent="0" marL="0">
              <a:buNone/>
            </a:pPr>
            <a:r>
              <a:rPr lang="en-US" sz="1800" b="1" dirty="0">
                <a:solidFill>
                  <a:srgbClr val="0B1F3A"/>
                </a:solidFill>
                <a:latin typeface="Cambria" pitchFamily="34" charset="0"/>
                <a:ea typeface="Cambria" pitchFamily="34" charset="-122"/>
                <a:cs typeface="Cambria" pitchFamily="34" charset="-120"/>
              </a:rPr>
              <a:t>74 dB</a:t>
            </a:r>
            <a:endParaRPr lang="en-US" sz="1800" dirty="0"/>
          </a:p>
        </p:txBody>
      </p:sp>
      <p:sp>
        <p:nvSpPr>
          <p:cNvPr id="29" name="Text 27"/>
          <p:cNvSpPr txBox="1"/>
          <p:nvPr/>
        </p:nvSpPr>
        <p:spPr>
          <a:xfrm>
            <a:off x="5943600" y="3261116"/>
            <a:ext cx="1325880" cy="250180"/>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ideal 12-bit SNR</a:t>
            </a:r>
            <a:endParaRPr lang="en-US" sz="1100" dirty="0"/>
          </a:p>
        </p:txBody>
      </p:sp>
      <p:sp>
        <p:nvSpPr>
          <p:cNvPr id="30" name="Text 28"/>
          <p:cNvSpPr txBox="1"/>
          <p:nvPr/>
        </p:nvSpPr>
        <p:spPr>
          <a:xfrm>
            <a:off x="7315200" y="2852928"/>
            <a:ext cx="1371600" cy="408188"/>
          </a:xfrm>
          <a:prstGeom prst="rect">
            <a:avLst/>
          </a:prstGeom>
          <a:noFill/>
          <a:ln/>
        </p:spPr>
        <p:txBody>
          <a:bodyPr wrap="square" lIns="0" tIns="0" rIns="0" bIns="0" rtlCol="0" anchor="b"/>
          <a:lstStyle/>
          <a:p>
            <a:pPr algn="ctr" indent="0" marL="0">
              <a:buNone/>
            </a:pPr>
            <a:r>
              <a:rPr lang="en-US" sz="1800" b="1" dirty="0">
                <a:solidFill>
                  <a:srgbClr val="0B1F3A"/>
                </a:solidFill>
                <a:latin typeface="Cambria" pitchFamily="34" charset="0"/>
                <a:ea typeface="Cambria" pitchFamily="34" charset="-122"/>
                <a:cs typeface="Cambria" pitchFamily="34" charset="-120"/>
              </a:rPr>
              <a:t>−101 dBFS</a:t>
            </a:r>
            <a:endParaRPr lang="en-US" sz="1800" dirty="0"/>
          </a:p>
        </p:txBody>
      </p:sp>
      <p:sp>
        <p:nvSpPr>
          <p:cNvPr id="31" name="Text 29"/>
          <p:cNvSpPr txBox="1"/>
          <p:nvPr/>
        </p:nvSpPr>
        <p:spPr>
          <a:xfrm>
            <a:off x="7315200" y="3261116"/>
            <a:ext cx="1371600" cy="250180"/>
          </a:xfrm>
          <a:prstGeom prst="rect">
            <a:avLst/>
          </a:prstGeom>
          <a:noFill/>
          <a:ln/>
        </p:spPr>
        <p:txBody>
          <a:bodyPr wrap="square" lIns="0" tIns="0" rIns="0" bIns="0" rtlCol="0" anchor="t"/>
          <a:lstStyle/>
          <a:p>
            <a:pPr algn="ctr" indent="0" marL="0">
              <a:buNone/>
            </a:pPr>
            <a:r>
              <a:rPr lang="en-US" sz="1100" dirty="0">
                <a:solidFill>
                  <a:srgbClr val="5B6B7F"/>
                </a:solidFill>
                <a:latin typeface="Calibri" pitchFamily="34" charset="0"/>
                <a:ea typeface="Calibri" pitchFamily="34" charset="-122"/>
                <a:cs typeface="Calibri" pitchFamily="34" charset="-120"/>
              </a:rPr>
              <a:t>FFT noise floor</a:t>
            </a:r>
            <a:endParaRPr lang="en-US" sz="1100" dirty="0"/>
          </a:p>
        </p:txBody>
      </p:sp>
      <p:sp>
        <p:nvSpPr>
          <p:cNvPr id="32" name="Shape 30"/>
          <p:cNvSpPr/>
          <p:nvPr/>
        </p:nvSpPr>
        <p:spPr>
          <a:xfrm>
            <a:off x="457200" y="3703320"/>
            <a:ext cx="8229600" cy="731520"/>
          </a:xfrm>
          <a:prstGeom prst="roundRect">
            <a:avLst>
              <a:gd name="adj" fmla="val 10000"/>
            </a:avLst>
          </a:prstGeom>
          <a:solidFill>
            <a:srgbClr val="E4F7F4"/>
          </a:solidFill>
          <a:ln w="12700">
            <a:solidFill>
              <a:srgbClr val="E4F7F4"/>
            </a:solidFill>
            <a:prstDash val="solid"/>
          </a:ln>
        </p:spPr>
      </p:sp>
      <p:sp>
        <p:nvSpPr>
          <p:cNvPr id="33" name="Shape 31"/>
          <p:cNvSpPr/>
          <p:nvPr/>
        </p:nvSpPr>
        <p:spPr>
          <a:xfrm>
            <a:off x="566928" y="3803904"/>
            <a:ext cx="237744" cy="237744"/>
          </a:xfrm>
          <a:prstGeom prst="ellipse">
            <a:avLst/>
          </a:prstGeom>
          <a:solidFill>
            <a:srgbClr val="2EC4B6"/>
          </a:solidFill>
          <a:ln w="12700">
            <a:solidFill>
              <a:srgbClr val="2EC4B6"/>
            </a:solidFill>
            <a:prstDash val="solid"/>
          </a:ln>
        </p:spPr>
      </p:sp>
      <p:sp>
        <p:nvSpPr>
          <p:cNvPr id="34" name="Text 32"/>
          <p:cNvSpPr txBox="1"/>
          <p:nvPr/>
        </p:nvSpPr>
        <p:spPr>
          <a:xfrm>
            <a:off x="566928" y="3803904"/>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35" name="Text 33"/>
          <p:cNvSpPr txBox="1"/>
          <p:nvPr/>
        </p:nvSpPr>
        <p:spPr>
          <a:xfrm>
            <a:off x="877824" y="3767328"/>
            <a:ext cx="7699248" cy="603504"/>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Follow one grain of sand through the whole machine: caught, slowed, filtered, weighed, sorted into a bucket. Every number on this slide comes from a rule already shown.</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Where the FFT lives: Wi-Fi, LTE and 5G</a:t>
            </a:r>
            <a:endParaRPr lang="en-US" sz="24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5 · Putting it together</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43</a:t>
            </a:r>
            <a:endParaRPr lang="en-US" sz="900" dirty="0"/>
          </a:p>
        </p:txBody>
      </p:sp>
      <p:sp>
        <p:nvSpPr>
          <p:cNvPr id="5" name="Text 3"/>
          <p:cNvSpPr txBox="1"/>
          <p:nvPr/>
        </p:nvSpPr>
        <p:spPr>
          <a:xfrm>
            <a:off x="457200" y="1024128"/>
            <a:ext cx="457200" cy="457200"/>
          </a:xfrm>
          <a:prstGeom prst="rect">
            <a:avLst/>
          </a:prstGeom>
          <a:noFill/>
          <a:ln/>
        </p:spPr>
        <p:txBody>
          <a:bodyPr wrap="square" lIns="0" tIns="0" rIns="0" bIns="0" rtlCol="0" anchor="ctr"/>
          <a:lstStyle/>
          <a:p>
            <a:pPr algn="r" indent="0" marL="0">
              <a:buNone/>
            </a:pPr>
            <a:r>
              <a:rPr lang="en-US" sz="1000" b="1" dirty="0">
                <a:solidFill>
                  <a:srgbClr val="0B1F3A"/>
                </a:solidFill>
                <a:latin typeface="Calibri" pitchFamily="34" charset="0"/>
                <a:ea typeface="Calibri" pitchFamily="34" charset="-122"/>
                <a:cs typeface="Calibri" pitchFamily="34" charset="-120"/>
              </a:rPr>
              <a:t>TX</a:t>
            </a:r>
            <a:endParaRPr lang="en-US" sz="1000" dirty="0"/>
          </a:p>
        </p:txBody>
      </p:sp>
      <p:sp>
        <p:nvSpPr>
          <p:cNvPr id="6" name="Text 4"/>
          <p:cNvSpPr txBox="1"/>
          <p:nvPr/>
        </p:nvSpPr>
        <p:spPr>
          <a:xfrm>
            <a:off x="960120" y="102412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QAM</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symbols</a:t>
            </a:r>
            <a:endParaRPr lang="en-US" sz="900" dirty="0"/>
          </a:p>
        </p:txBody>
      </p:sp>
      <p:sp>
        <p:nvSpPr>
          <p:cNvPr id="7" name="Shape 5"/>
          <p:cNvSpPr/>
          <p:nvPr/>
        </p:nvSpPr>
        <p:spPr>
          <a:xfrm>
            <a:off x="2286000" y="1252728"/>
            <a:ext cx="274320" cy="0"/>
          </a:xfrm>
          <a:prstGeom prst="line">
            <a:avLst/>
          </a:prstGeom>
          <a:noFill/>
          <a:ln w="15875">
            <a:solidFill>
              <a:srgbClr val="5B6B7F"/>
            </a:solidFill>
            <a:prstDash val="solid"/>
            <a:tailEnd type="triangle"/>
          </a:ln>
        </p:spPr>
      </p:sp>
      <p:sp>
        <p:nvSpPr>
          <p:cNvPr id="8" name="Text 6"/>
          <p:cNvSpPr txBox="1"/>
          <p:nvPr/>
        </p:nvSpPr>
        <p:spPr>
          <a:xfrm>
            <a:off x="2560320" y="102412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Serial →</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parallel</a:t>
            </a:r>
            <a:endParaRPr lang="en-US" sz="900" dirty="0"/>
          </a:p>
        </p:txBody>
      </p:sp>
      <p:sp>
        <p:nvSpPr>
          <p:cNvPr id="9" name="Shape 7"/>
          <p:cNvSpPr/>
          <p:nvPr/>
        </p:nvSpPr>
        <p:spPr>
          <a:xfrm>
            <a:off x="3886200" y="1252728"/>
            <a:ext cx="274320" cy="0"/>
          </a:xfrm>
          <a:prstGeom prst="line">
            <a:avLst/>
          </a:prstGeom>
          <a:noFill/>
          <a:ln w="15875">
            <a:solidFill>
              <a:srgbClr val="5B6B7F"/>
            </a:solidFill>
            <a:prstDash val="solid"/>
            <a:tailEnd type="triangle"/>
          </a:ln>
        </p:spPr>
      </p:sp>
      <p:sp>
        <p:nvSpPr>
          <p:cNvPr id="10" name="Text 8"/>
          <p:cNvSpPr txBox="1"/>
          <p:nvPr/>
        </p:nvSpPr>
        <p:spPr>
          <a:xfrm>
            <a:off x="4160520" y="1024128"/>
            <a:ext cx="1325880" cy="457200"/>
          </a:xfrm>
          <a:prstGeom prst="roundRect">
            <a:avLst>
              <a:gd name="adj" fmla="val 12000"/>
            </a:avLst>
          </a:prstGeom>
          <a:solidFill>
            <a:srgbClr val="2EC4B6"/>
          </a:solidFill>
          <a:ln w="9525">
            <a:solidFill>
              <a:srgbClr val="2EC4B6"/>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IFFT</a:t>
            </a:r>
            <a:endParaRPr lang="en-US" sz="900" dirty="0"/>
          </a:p>
        </p:txBody>
      </p:sp>
      <p:sp>
        <p:nvSpPr>
          <p:cNvPr id="11" name="Shape 9"/>
          <p:cNvSpPr/>
          <p:nvPr/>
        </p:nvSpPr>
        <p:spPr>
          <a:xfrm>
            <a:off x="5486400" y="1252728"/>
            <a:ext cx="274320" cy="0"/>
          </a:xfrm>
          <a:prstGeom prst="line">
            <a:avLst/>
          </a:prstGeom>
          <a:noFill/>
          <a:ln w="15875">
            <a:solidFill>
              <a:srgbClr val="5B6B7F"/>
            </a:solidFill>
            <a:prstDash val="solid"/>
            <a:tailEnd type="triangle"/>
          </a:ln>
        </p:spPr>
      </p:sp>
      <p:sp>
        <p:nvSpPr>
          <p:cNvPr id="12" name="Text 10"/>
          <p:cNvSpPr txBox="1"/>
          <p:nvPr/>
        </p:nvSpPr>
        <p:spPr>
          <a:xfrm>
            <a:off x="5760720" y="102412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Add cyclic</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prefix</a:t>
            </a:r>
            <a:endParaRPr lang="en-US" sz="900" dirty="0"/>
          </a:p>
        </p:txBody>
      </p:sp>
      <p:sp>
        <p:nvSpPr>
          <p:cNvPr id="13" name="Shape 11"/>
          <p:cNvSpPr/>
          <p:nvPr/>
        </p:nvSpPr>
        <p:spPr>
          <a:xfrm>
            <a:off x="7086600" y="1252728"/>
            <a:ext cx="274320" cy="0"/>
          </a:xfrm>
          <a:prstGeom prst="line">
            <a:avLst/>
          </a:prstGeom>
          <a:noFill/>
          <a:ln w="15875">
            <a:solidFill>
              <a:srgbClr val="5B6B7F"/>
            </a:solidFill>
            <a:prstDash val="solid"/>
            <a:tailEnd type="triangle"/>
          </a:ln>
        </p:spPr>
      </p:sp>
      <p:sp>
        <p:nvSpPr>
          <p:cNvPr id="14" name="Text 12"/>
          <p:cNvSpPr txBox="1"/>
          <p:nvPr/>
        </p:nvSpPr>
        <p:spPr>
          <a:xfrm>
            <a:off x="7360920" y="102412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DAC + RF</a:t>
            </a:r>
            <a:endParaRPr lang="en-US" sz="900" dirty="0"/>
          </a:p>
        </p:txBody>
      </p:sp>
      <p:sp>
        <p:nvSpPr>
          <p:cNvPr id="15" name="Text 13"/>
          <p:cNvSpPr txBox="1"/>
          <p:nvPr/>
        </p:nvSpPr>
        <p:spPr>
          <a:xfrm>
            <a:off x="457200" y="1801368"/>
            <a:ext cx="457200" cy="457200"/>
          </a:xfrm>
          <a:prstGeom prst="rect">
            <a:avLst/>
          </a:prstGeom>
          <a:noFill/>
          <a:ln/>
        </p:spPr>
        <p:txBody>
          <a:bodyPr wrap="square" lIns="0" tIns="0" rIns="0" bIns="0" rtlCol="0" anchor="ctr"/>
          <a:lstStyle/>
          <a:p>
            <a:pPr algn="r" indent="0" marL="0">
              <a:buNone/>
            </a:pPr>
            <a:r>
              <a:rPr lang="en-US" sz="1000" b="1" dirty="0">
                <a:solidFill>
                  <a:srgbClr val="0B1F3A"/>
                </a:solidFill>
                <a:latin typeface="Calibri" pitchFamily="34" charset="0"/>
                <a:ea typeface="Calibri" pitchFamily="34" charset="-122"/>
                <a:cs typeface="Calibri" pitchFamily="34" charset="-120"/>
              </a:rPr>
              <a:t>RX</a:t>
            </a:r>
            <a:endParaRPr lang="en-US" sz="1000" dirty="0"/>
          </a:p>
        </p:txBody>
      </p:sp>
      <p:sp>
        <p:nvSpPr>
          <p:cNvPr id="16" name="Text 14"/>
          <p:cNvSpPr txBox="1"/>
          <p:nvPr/>
        </p:nvSpPr>
        <p:spPr>
          <a:xfrm>
            <a:off x="960120" y="180136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RF + ADC</a:t>
            </a:r>
            <a:endParaRPr lang="en-US" sz="900" dirty="0"/>
          </a:p>
        </p:txBody>
      </p:sp>
      <p:sp>
        <p:nvSpPr>
          <p:cNvPr id="17" name="Shape 15"/>
          <p:cNvSpPr/>
          <p:nvPr/>
        </p:nvSpPr>
        <p:spPr>
          <a:xfrm>
            <a:off x="2286000" y="2029968"/>
            <a:ext cx="274320" cy="0"/>
          </a:xfrm>
          <a:prstGeom prst="line">
            <a:avLst/>
          </a:prstGeom>
          <a:noFill/>
          <a:ln w="15875">
            <a:solidFill>
              <a:srgbClr val="5B6B7F"/>
            </a:solidFill>
            <a:prstDash val="solid"/>
            <a:tailEnd type="triangle"/>
          </a:ln>
        </p:spPr>
      </p:sp>
      <p:sp>
        <p:nvSpPr>
          <p:cNvPr id="18" name="Text 16"/>
          <p:cNvSpPr txBox="1"/>
          <p:nvPr/>
        </p:nvSpPr>
        <p:spPr>
          <a:xfrm>
            <a:off x="2560320" y="180136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Remove</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prefix</a:t>
            </a:r>
            <a:endParaRPr lang="en-US" sz="900" dirty="0"/>
          </a:p>
        </p:txBody>
      </p:sp>
      <p:sp>
        <p:nvSpPr>
          <p:cNvPr id="19" name="Shape 17"/>
          <p:cNvSpPr/>
          <p:nvPr/>
        </p:nvSpPr>
        <p:spPr>
          <a:xfrm>
            <a:off x="3886200" y="2029968"/>
            <a:ext cx="274320" cy="0"/>
          </a:xfrm>
          <a:prstGeom prst="line">
            <a:avLst/>
          </a:prstGeom>
          <a:noFill/>
          <a:ln w="15875">
            <a:solidFill>
              <a:srgbClr val="5B6B7F"/>
            </a:solidFill>
            <a:prstDash val="solid"/>
            <a:tailEnd type="triangle"/>
          </a:ln>
        </p:spPr>
      </p:sp>
      <p:sp>
        <p:nvSpPr>
          <p:cNvPr id="20" name="Text 18"/>
          <p:cNvSpPr txBox="1"/>
          <p:nvPr/>
        </p:nvSpPr>
        <p:spPr>
          <a:xfrm>
            <a:off x="4160520" y="1801368"/>
            <a:ext cx="1325880" cy="457200"/>
          </a:xfrm>
          <a:prstGeom prst="roundRect">
            <a:avLst>
              <a:gd name="adj" fmla="val 12000"/>
            </a:avLst>
          </a:prstGeom>
          <a:solidFill>
            <a:srgbClr val="2EC4B6"/>
          </a:solidFill>
          <a:ln w="9525">
            <a:solidFill>
              <a:srgbClr val="2EC4B6"/>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FFT</a:t>
            </a:r>
            <a:endParaRPr lang="en-US" sz="900" dirty="0"/>
          </a:p>
        </p:txBody>
      </p:sp>
      <p:sp>
        <p:nvSpPr>
          <p:cNvPr id="21" name="Shape 19"/>
          <p:cNvSpPr/>
          <p:nvPr/>
        </p:nvSpPr>
        <p:spPr>
          <a:xfrm>
            <a:off x="5486400" y="2029968"/>
            <a:ext cx="274320" cy="0"/>
          </a:xfrm>
          <a:prstGeom prst="line">
            <a:avLst/>
          </a:prstGeom>
          <a:noFill/>
          <a:ln w="15875">
            <a:solidFill>
              <a:srgbClr val="5B6B7F"/>
            </a:solidFill>
            <a:prstDash val="solid"/>
            <a:tailEnd type="triangle"/>
          </a:ln>
        </p:spPr>
      </p:sp>
      <p:sp>
        <p:nvSpPr>
          <p:cNvPr id="22" name="Text 20"/>
          <p:cNvSpPr txBox="1"/>
          <p:nvPr/>
        </p:nvSpPr>
        <p:spPr>
          <a:xfrm>
            <a:off x="5760720" y="180136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Equalise</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(1 tap/bin)</a:t>
            </a:r>
            <a:endParaRPr lang="en-US" sz="900" dirty="0"/>
          </a:p>
        </p:txBody>
      </p:sp>
      <p:sp>
        <p:nvSpPr>
          <p:cNvPr id="23" name="Shape 21"/>
          <p:cNvSpPr/>
          <p:nvPr/>
        </p:nvSpPr>
        <p:spPr>
          <a:xfrm>
            <a:off x="7086600" y="2029968"/>
            <a:ext cx="274320" cy="0"/>
          </a:xfrm>
          <a:prstGeom prst="line">
            <a:avLst/>
          </a:prstGeom>
          <a:noFill/>
          <a:ln w="15875">
            <a:solidFill>
              <a:srgbClr val="5B6B7F"/>
            </a:solidFill>
            <a:prstDash val="solid"/>
            <a:tailEnd type="triangle"/>
          </a:ln>
        </p:spPr>
      </p:sp>
      <p:sp>
        <p:nvSpPr>
          <p:cNvPr id="24" name="Text 22"/>
          <p:cNvSpPr txBox="1"/>
          <p:nvPr/>
        </p:nvSpPr>
        <p:spPr>
          <a:xfrm>
            <a:off x="7360920" y="1801368"/>
            <a:ext cx="1325880" cy="457200"/>
          </a:xfrm>
          <a:prstGeom prst="roundRect">
            <a:avLst>
              <a:gd name="adj" fmla="val 12000"/>
            </a:avLst>
          </a:prstGeom>
          <a:solidFill>
            <a:srgbClr val="EEF3F8"/>
          </a:solidFill>
          <a:ln w="9525">
            <a:solidFill>
              <a:srgbClr val="EEF3F8"/>
            </a:solidFill>
          </a:ln>
        </p:spPr>
        <p:txBody>
          <a:bodyPr wrap="square" lIns="254" tIns="254" rIns="254" bIns="254" rtlCol="0" anchor="ctr"/>
          <a:lstStyle/>
          <a:p>
            <a:pPr algn="ctr" indent="0" marL="0">
              <a:buNone/>
            </a:pPr>
            <a:r>
              <a:rPr lang="en-US" sz="900" b="1" dirty="0">
                <a:solidFill>
                  <a:srgbClr val="0B1F3A"/>
                </a:solidFill>
                <a:latin typeface="Calibri" pitchFamily="34" charset="0"/>
                <a:ea typeface="Calibri" pitchFamily="34" charset="-122"/>
                <a:cs typeface="Calibri" pitchFamily="34" charset="-120"/>
              </a:rPr>
              <a:t>QAM</a:t>
            </a:r>
            <a:endParaRPr lang="en-US" sz="900" dirty="0"/>
          </a:p>
          <a:p>
            <a:pPr algn="ctr" indent="0" marL="0">
              <a:buNone/>
            </a:pPr>
            <a:r>
              <a:rPr lang="en-US" sz="900" b="1" dirty="0">
                <a:solidFill>
                  <a:srgbClr val="0B1F3A"/>
                </a:solidFill>
                <a:latin typeface="Calibri" pitchFamily="34" charset="0"/>
                <a:ea typeface="Calibri" pitchFamily="34" charset="-122"/>
                <a:cs typeface="Calibri" pitchFamily="34" charset="-120"/>
              </a:rPr>
              <a:t>decisions</a:t>
            </a:r>
            <a:endParaRPr lang="en-US" sz="900" dirty="0"/>
          </a:p>
        </p:txBody>
      </p:sp>
      <p:sp>
        <p:nvSpPr>
          <p:cNvPr id="25" name="Shape 23"/>
          <p:cNvSpPr/>
          <p:nvPr/>
        </p:nvSpPr>
        <p:spPr>
          <a:xfrm>
            <a:off x="8023860" y="1481328"/>
            <a:ext cx="0" cy="320040"/>
          </a:xfrm>
          <a:prstGeom prst="line">
            <a:avLst/>
          </a:prstGeom>
          <a:noFill/>
          <a:ln w="15875">
            <a:solidFill>
              <a:srgbClr val="E76F51"/>
            </a:solidFill>
            <a:prstDash val="dash"/>
            <a:tailEnd type="triangle"/>
          </a:ln>
        </p:spPr>
      </p:sp>
      <p:sp>
        <p:nvSpPr>
          <p:cNvPr id="26" name="Text 24"/>
          <p:cNvSpPr txBox="1"/>
          <p:nvPr/>
        </p:nvSpPr>
        <p:spPr>
          <a:xfrm>
            <a:off x="6835140" y="1531620"/>
            <a:ext cx="1097280" cy="228600"/>
          </a:xfrm>
          <a:prstGeom prst="rect">
            <a:avLst/>
          </a:prstGeom>
          <a:noFill/>
          <a:ln/>
        </p:spPr>
        <p:txBody>
          <a:bodyPr wrap="square" lIns="0" tIns="0" rIns="0" bIns="0" rtlCol="0" anchor="ctr"/>
          <a:lstStyle/>
          <a:p>
            <a:pPr algn="r" indent="0" marL="0">
              <a:buNone/>
            </a:pPr>
            <a:r>
              <a:rPr lang="en-US" sz="900" i="1" dirty="0">
                <a:solidFill>
                  <a:srgbClr val="E76F51"/>
                </a:solidFill>
                <a:latin typeface="Calibri" pitchFamily="34" charset="0"/>
                <a:ea typeface="Calibri" pitchFamily="34" charset="-122"/>
                <a:cs typeface="Calibri" pitchFamily="34" charset="-120"/>
              </a:rPr>
              <a:t>radio channel</a:t>
            </a:r>
            <a:endParaRPr lang="en-US" sz="900" dirty="0"/>
          </a:p>
        </p:txBody>
      </p:sp>
      <p:graphicFrame>
        <p:nvGraphicFramePr>
          <p:cNvPr id="27" name="Chart 0" descr=""/>
          <p:cNvGraphicFramePr/>
          <p:nvPr/>
        </p:nvGraphicFramePr>
        <p:xfrm>
          <a:off x="457200" y="2331720"/>
          <a:ext cx="4023360" cy="1234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Chart 1" descr=""/>
          <p:cNvGraphicFramePr/>
          <p:nvPr/>
        </p:nvGraphicFramePr>
        <p:xfrm>
          <a:off x="4663440" y="2331720"/>
          <a:ext cx="4023360" cy="1234440"/>
        </p:xfrm>
        <a:graphic xmlns:a="http://schemas.openxmlformats.org/drawingml/2006/main">
          <a:graphicData uri="http://schemas.openxmlformats.org/drawingml/2006/chart">
            <c:chart xmlns:c="http://schemas.openxmlformats.org/drawingml/2006/chart" r:id="rId2"/>
          </a:graphicData>
        </a:graphic>
      </p:graphicFrame>
      <p:sp>
        <p:nvSpPr>
          <p:cNvPr id="29" name="Shape 25"/>
          <p:cNvSpPr/>
          <p:nvPr/>
        </p:nvSpPr>
        <p:spPr>
          <a:xfrm>
            <a:off x="457200" y="3675888"/>
            <a:ext cx="4023360" cy="1024128"/>
          </a:xfrm>
          <a:prstGeom prst="roundRect">
            <a:avLst>
              <a:gd name="adj" fmla="val 7143"/>
            </a:avLst>
          </a:prstGeom>
          <a:solidFill>
            <a:srgbClr val="E4F7F4"/>
          </a:solidFill>
          <a:ln w="12700">
            <a:solidFill>
              <a:srgbClr val="E4F7F4"/>
            </a:solidFill>
            <a:prstDash val="solid"/>
          </a:ln>
        </p:spPr>
      </p:sp>
      <p:sp>
        <p:nvSpPr>
          <p:cNvPr id="30" name="Shape 26"/>
          <p:cNvSpPr/>
          <p:nvPr/>
        </p:nvSpPr>
        <p:spPr>
          <a:xfrm>
            <a:off x="566928" y="3776472"/>
            <a:ext cx="237744" cy="237744"/>
          </a:xfrm>
          <a:prstGeom prst="ellipse">
            <a:avLst/>
          </a:prstGeom>
          <a:solidFill>
            <a:srgbClr val="2EC4B6"/>
          </a:solidFill>
          <a:ln w="12700">
            <a:solidFill>
              <a:srgbClr val="2EC4B6"/>
            </a:solidFill>
            <a:prstDash val="solid"/>
          </a:ln>
        </p:spPr>
      </p:sp>
      <p:sp>
        <p:nvSpPr>
          <p:cNvPr id="31" name="Text 27"/>
          <p:cNvSpPr txBox="1"/>
          <p:nvPr/>
        </p:nvSpPr>
        <p:spPr>
          <a:xfrm>
            <a:off x="566928" y="3776472"/>
            <a:ext cx="237744" cy="23774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a:t>
            </a:r>
            <a:endParaRPr lang="en-US" sz="1200" dirty="0"/>
          </a:p>
        </p:txBody>
      </p:sp>
      <p:sp>
        <p:nvSpPr>
          <p:cNvPr id="32" name="Text 28"/>
          <p:cNvSpPr txBox="1"/>
          <p:nvPr/>
        </p:nvSpPr>
        <p:spPr>
          <a:xfrm>
            <a:off x="877824" y="3739896"/>
            <a:ext cx="3493008" cy="896112"/>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Think of it like this  </a:t>
            </a:r>
            <a:pPr indent="0" marL="0">
              <a:buNone/>
            </a:pPr>
            <a:r>
              <a:rPr lang="en-US" sz="1050" dirty="0">
                <a:solidFill>
                  <a:srgbClr val="14213D"/>
                </a:solidFill>
                <a:latin typeface="Calibri" pitchFamily="34" charset="0"/>
                <a:ea typeface="Calibri" pitchFamily="34" charset="-122"/>
                <a:cs typeface="Calibri" pitchFamily="34" charset="-120"/>
              </a:rPr>
              <a:t>Instead of one lorry racing down one lane, OFDM sends many slow bicycles side by side in many narrow lanes. The IFFT packs the bicycles into one road; the FFT unpacks them at the other end.</a:t>
            </a:r>
            <a:endParaRPr lang="en-US" sz="1050" dirty="0"/>
          </a:p>
        </p:txBody>
      </p:sp>
      <p:sp>
        <p:nvSpPr>
          <p:cNvPr id="33" name="Shape 29"/>
          <p:cNvSpPr/>
          <p:nvPr/>
        </p:nvSpPr>
        <p:spPr>
          <a:xfrm>
            <a:off x="4663440" y="3675888"/>
            <a:ext cx="4023360" cy="1024128"/>
          </a:xfrm>
          <a:prstGeom prst="roundRect">
            <a:avLst>
              <a:gd name="adj" fmla="val 7143"/>
            </a:avLst>
          </a:prstGeom>
          <a:solidFill>
            <a:srgbClr val="FFFFFF"/>
          </a:solidFill>
          <a:ln w="12700">
            <a:solidFill>
              <a:srgbClr val="0B1F3A"/>
            </a:solidFill>
            <a:prstDash val="solid"/>
          </a:ln>
        </p:spPr>
      </p:sp>
      <p:sp>
        <p:nvSpPr>
          <p:cNvPr id="34" name="Shape 30"/>
          <p:cNvSpPr/>
          <p:nvPr/>
        </p:nvSpPr>
        <p:spPr>
          <a:xfrm>
            <a:off x="4773168" y="3566160"/>
            <a:ext cx="914400" cy="219456"/>
          </a:xfrm>
          <a:prstGeom prst="roundRect">
            <a:avLst>
              <a:gd name="adj" fmla="val 25000"/>
            </a:avLst>
          </a:prstGeom>
          <a:solidFill>
            <a:srgbClr val="0B1F3A"/>
          </a:solidFill>
          <a:ln w="12700">
            <a:solidFill>
              <a:srgbClr val="0B1F3A"/>
            </a:solidFill>
            <a:prstDash val="solid"/>
          </a:ln>
        </p:spPr>
      </p:sp>
      <p:sp>
        <p:nvSpPr>
          <p:cNvPr id="35" name="Text 31"/>
          <p:cNvSpPr txBox="1"/>
          <p:nvPr/>
        </p:nvSpPr>
        <p:spPr>
          <a:xfrm>
            <a:off x="4773168" y="3566160"/>
            <a:ext cx="914400" cy="219456"/>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a:t>
            </a:r>
            <a:endParaRPr lang="en-US" sz="850" dirty="0"/>
          </a:p>
        </p:txBody>
      </p:sp>
      <p:sp>
        <p:nvSpPr>
          <p:cNvPr id="36" name="Text 32"/>
          <p:cNvSpPr txBox="1"/>
          <p:nvPr/>
        </p:nvSpPr>
        <p:spPr>
          <a:xfrm>
            <a:off x="4791456" y="3813048"/>
            <a:ext cx="3803904" cy="841248"/>
          </a:xfrm>
          <a:prstGeom prst="rect">
            <a:avLst/>
          </a:prstGeom>
          <a:noFill/>
          <a:ln/>
        </p:spPr>
        <p:txBody>
          <a:bodyPr wrap="square" lIns="0" tIns="0" rIns="0" bIns="0" rtlCol="0" anchor="t"/>
          <a:lstStyle/>
          <a:p>
            <a:pPr indent="0" marL="0">
              <a:spcAft>
                <a:spcPts val="100"/>
              </a:spcAft>
              <a:buNone/>
            </a:pPr>
            <a:r>
              <a:rPr lang="en-US" sz="900" b="1" dirty="0">
                <a:solidFill>
                  <a:srgbClr val="0B1F3A"/>
                </a:solidFill>
                <a:latin typeface="Calibri" pitchFamily="34" charset="0"/>
                <a:ea typeface="Calibri" pitchFamily="34" charset="-122"/>
                <a:cs typeface="Calibri" pitchFamily="34" charset="-120"/>
              </a:rPr>
              <a:t>Wi-Fi 802.11a/g in numbers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64-point IFFT: 52 buckets carry data, 12 empty guard buckets</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Bucket spacing 20 MHz / 64 = 312.5 kHz</a:t>
            </a:r>
            <a:endParaRPr lang="en-US" sz="900" dirty="0"/>
          </a:p>
          <a:p>
            <a:pPr marL="114300" indent="-114300">
              <a:spcAft>
                <a:spcPts val="100"/>
              </a:spcAft>
              <a:buSzPct val="100000"/>
              <a:buChar char="•"/>
            </a:pPr>
            <a:r>
              <a:rPr lang="en-US" sz="900" dirty="0">
                <a:solidFill>
                  <a:srgbClr val="14213D"/>
                </a:solidFill>
                <a:latin typeface="Cambria" pitchFamily="34" charset="0"/>
                <a:ea typeface="Cambria" pitchFamily="34" charset="-122"/>
                <a:cs typeface="Cambria" pitchFamily="34" charset="-120"/>
              </a:rPr>
              <a:t>A symbol every 4 µs: 52 × 6 bits × 250 000/s = 54 Mbit/s</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1800" b="1" dirty="0">
                <a:solidFill>
                  <a:srgbClr val="0B1F3A"/>
                </a:solidFill>
                <a:latin typeface="Cambria" pitchFamily="34" charset="0"/>
                <a:ea typeface="Cambria" pitchFamily="34" charset="-122"/>
                <a:cs typeface="Cambria" pitchFamily="34" charset="-120"/>
              </a:rPr>
              <a:t>Five classic mistakes (all seen in real projects)</a:t>
            </a:r>
            <a:endParaRPr lang="en-US" sz="1800" dirty="0"/>
          </a:p>
        </p:txBody>
      </p:sp>
      <p:sp>
        <p:nvSpPr>
          <p:cNvPr id="3" name="Text 1"/>
          <p:cNvSpPr txBox="1"/>
          <p:nvPr/>
        </p:nvSpPr>
        <p:spPr>
          <a:xfrm>
            <a:off x="457200" y="4796028"/>
            <a:ext cx="4572000" cy="228600"/>
          </a:xfrm>
          <a:prstGeom prst="rect">
            <a:avLst/>
          </a:prstGeom>
          <a:noFill/>
          <a:ln/>
        </p:spPr>
        <p:txBody>
          <a:bodyPr wrap="square" lIns="0" tIns="0" rIns="0" bIns="0" rtlCol="0" anchor="ctr"/>
          <a:lstStyle/>
          <a:p>
            <a:pPr indent="0" marL="0">
              <a:buNone/>
            </a:pPr>
            <a:r>
              <a:rPr lang="en-US" sz="900" dirty="0">
                <a:solidFill>
                  <a:srgbClr val="5B6B7F"/>
                </a:solidFill>
                <a:latin typeface="Calibri" pitchFamily="34" charset="0"/>
                <a:ea typeface="Calibri" pitchFamily="34" charset="-122"/>
                <a:cs typeface="Calibri" pitchFamily="34" charset="-120"/>
              </a:rPr>
              <a:t>Part 5 · Putting it together</a:t>
            </a:r>
            <a:endParaRPr lang="en-US" sz="900" dirty="0"/>
          </a:p>
        </p:txBody>
      </p:sp>
      <p:sp>
        <p:nvSpPr>
          <p:cNvPr id="4" name="Text 2"/>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44</a:t>
            </a:r>
            <a:endParaRPr lang="en-US" sz="900" dirty="0"/>
          </a:p>
        </p:txBody>
      </p:sp>
      <p:sp>
        <p:nvSpPr>
          <p:cNvPr id="5" name="Shape 3"/>
          <p:cNvSpPr/>
          <p:nvPr/>
        </p:nvSpPr>
        <p:spPr>
          <a:xfrm>
            <a:off x="457200" y="1024128"/>
            <a:ext cx="2621280" cy="1600200"/>
          </a:xfrm>
          <a:prstGeom prst="roundRect">
            <a:avLst>
              <a:gd name="adj" fmla="val 4571"/>
            </a:avLst>
          </a:prstGeom>
          <a:solidFill>
            <a:srgbClr val="EEF3F8"/>
          </a:solidFill>
          <a:ln w="12700">
            <a:solidFill>
              <a:srgbClr val="EEF3F8"/>
            </a:solidFill>
            <a:prstDash val="solid"/>
          </a:ln>
        </p:spPr>
      </p:sp>
      <p:sp>
        <p:nvSpPr>
          <p:cNvPr id="6" name="Shape 4"/>
          <p:cNvSpPr/>
          <p:nvPr/>
        </p:nvSpPr>
        <p:spPr>
          <a:xfrm>
            <a:off x="594360" y="1161288"/>
            <a:ext cx="329184" cy="329184"/>
          </a:xfrm>
          <a:prstGeom prst="ellipse">
            <a:avLst/>
          </a:prstGeom>
          <a:solidFill>
            <a:srgbClr val="E76F51"/>
          </a:solidFill>
          <a:ln w="12700">
            <a:solidFill>
              <a:srgbClr val="E76F51"/>
            </a:solidFill>
            <a:prstDash val="solid"/>
          </a:ln>
        </p:spPr>
      </p:sp>
      <p:sp>
        <p:nvSpPr>
          <p:cNvPr id="7" name="Text 5"/>
          <p:cNvSpPr txBox="1"/>
          <p:nvPr/>
        </p:nvSpPr>
        <p:spPr>
          <a:xfrm>
            <a:off x="594360" y="116128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24128" y="1133856"/>
            <a:ext cx="1944624" cy="329184"/>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No anti-alias filter</a:t>
            </a:r>
            <a:endParaRPr lang="en-US" sz="1300" dirty="0"/>
          </a:p>
        </p:txBody>
      </p:sp>
      <p:sp>
        <p:nvSpPr>
          <p:cNvPr id="9" name="Text 7"/>
          <p:cNvSpPr txBox="1"/>
          <p:nvPr/>
        </p:nvSpPr>
        <p:spPr>
          <a:xfrm>
            <a:off x="594360" y="1499616"/>
            <a:ext cx="2346960" cy="1051560"/>
          </a:xfrm>
          <a:prstGeom prst="rect">
            <a:avLst/>
          </a:prstGeom>
          <a:noFill/>
          <a:ln/>
        </p:spPr>
        <p:txBody>
          <a:bodyPr wrap="square" lIns="0" tIns="0" rIns="0" bIns="0" rtlCol="0" anchor="t"/>
          <a:lstStyle/>
          <a:p>
            <a:pPr indent="0" marL="0">
              <a:buNone/>
            </a:pPr>
            <a:r>
              <a:rPr lang="en-US" sz="1050" dirty="0">
                <a:solidFill>
                  <a:srgbClr val="14213D"/>
                </a:solidFill>
                <a:latin typeface="Calibri" pitchFamily="34" charset="0"/>
                <a:ea typeface="Calibri" pitchFamily="34" charset="-122"/>
                <a:cs typeface="Calibri" pitchFamily="34" charset="-120"/>
              </a:rPr>
              <a:t>A 60 MHz interferer sampled at 100 MSPS appeared as a mystery signal at 40 MHz. Weeks lost. It cannot be removed after sampling.</a:t>
            </a:r>
            <a:endParaRPr lang="en-US" sz="1050" dirty="0"/>
          </a:p>
        </p:txBody>
      </p:sp>
      <p:sp>
        <p:nvSpPr>
          <p:cNvPr id="10" name="Shape 8"/>
          <p:cNvSpPr/>
          <p:nvPr/>
        </p:nvSpPr>
        <p:spPr>
          <a:xfrm>
            <a:off x="3261360" y="1024128"/>
            <a:ext cx="2621280" cy="1600200"/>
          </a:xfrm>
          <a:prstGeom prst="roundRect">
            <a:avLst>
              <a:gd name="adj" fmla="val 4571"/>
            </a:avLst>
          </a:prstGeom>
          <a:solidFill>
            <a:srgbClr val="EEF3F8"/>
          </a:solidFill>
          <a:ln w="12700">
            <a:solidFill>
              <a:srgbClr val="EEF3F8"/>
            </a:solidFill>
            <a:prstDash val="solid"/>
          </a:ln>
        </p:spPr>
      </p:sp>
      <p:sp>
        <p:nvSpPr>
          <p:cNvPr id="11" name="Shape 9"/>
          <p:cNvSpPr/>
          <p:nvPr/>
        </p:nvSpPr>
        <p:spPr>
          <a:xfrm>
            <a:off x="3398520" y="1161288"/>
            <a:ext cx="329184" cy="329184"/>
          </a:xfrm>
          <a:prstGeom prst="ellipse">
            <a:avLst/>
          </a:prstGeom>
          <a:solidFill>
            <a:srgbClr val="E76F51"/>
          </a:solidFill>
          <a:ln w="12700">
            <a:solidFill>
              <a:srgbClr val="E76F51"/>
            </a:solidFill>
            <a:prstDash val="solid"/>
          </a:ln>
        </p:spPr>
      </p:sp>
      <p:sp>
        <p:nvSpPr>
          <p:cNvPr id="12" name="Text 10"/>
          <p:cNvSpPr txBox="1"/>
          <p:nvPr/>
        </p:nvSpPr>
        <p:spPr>
          <a:xfrm>
            <a:off x="3398520" y="116128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828288" y="1133856"/>
            <a:ext cx="1944624" cy="329184"/>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Driving the ADC too hard</a:t>
            </a:r>
            <a:endParaRPr lang="en-US" sz="1300" dirty="0"/>
          </a:p>
        </p:txBody>
      </p:sp>
      <p:sp>
        <p:nvSpPr>
          <p:cNvPr id="14" name="Text 12"/>
          <p:cNvSpPr txBox="1"/>
          <p:nvPr/>
        </p:nvSpPr>
        <p:spPr>
          <a:xfrm>
            <a:off x="3398520" y="1499616"/>
            <a:ext cx="2346960" cy="1051560"/>
          </a:xfrm>
          <a:prstGeom prst="rect">
            <a:avLst/>
          </a:prstGeom>
          <a:noFill/>
          <a:ln/>
        </p:spPr>
        <p:txBody>
          <a:bodyPr wrap="square" lIns="0" tIns="0" rIns="0" bIns="0" rtlCol="0" anchor="t"/>
          <a:lstStyle/>
          <a:p>
            <a:pPr indent="0" marL="0">
              <a:buNone/>
            </a:pPr>
            <a:r>
              <a:rPr lang="en-US" sz="1050" dirty="0">
                <a:solidFill>
                  <a:srgbClr val="14213D"/>
                </a:solidFill>
                <a:latin typeface="Calibri" pitchFamily="34" charset="0"/>
                <a:ea typeface="Calibri" pitchFamily="34" charset="-122"/>
                <a:cs typeface="Calibri" pitchFamily="34" charset="-120"/>
              </a:rPr>
              <a:t>Input above full scale clips the top of the wave and sprays false tones everywhere. Leave 6 to 10 dB of headroom.</a:t>
            </a:r>
            <a:endParaRPr lang="en-US" sz="1050" dirty="0"/>
          </a:p>
        </p:txBody>
      </p:sp>
      <p:sp>
        <p:nvSpPr>
          <p:cNvPr id="15" name="Shape 13"/>
          <p:cNvSpPr/>
          <p:nvPr/>
        </p:nvSpPr>
        <p:spPr>
          <a:xfrm>
            <a:off x="6065520" y="1024128"/>
            <a:ext cx="2621280" cy="1600200"/>
          </a:xfrm>
          <a:prstGeom prst="roundRect">
            <a:avLst>
              <a:gd name="adj" fmla="val 4571"/>
            </a:avLst>
          </a:prstGeom>
          <a:solidFill>
            <a:srgbClr val="EEF3F8"/>
          </a:solidFill>
          <a:ln w="12700">
            <a:solidFill>
              <a:srgbClr val="EEF3F8"/>
            </a:solidFill>
            <a:prstDash val="solid"/>
          </a:ln>
        </p:spPr>
      </p:sp>
      <p:sp>
        <p:nvSpPr>
          <p:cNvPr id="16" name="Shape 14"/>
          <p:cNvSpPr/>
          <p:nvPr/>
        </p:nvSpPr>
        <p:spPr>
          <a:xfrm>
            <a:off x="6202680" y="1161288"/>
            <a:ext cx="329184" cy="329184"/>
          </a:xfrm>
          <a:prstGeom prst="ellipse">
            <a:avLst/>
          </a:prstGeom>
          <a:solidFill>
            <a:srgbClr val="E76F51"/>
          </a:solidFill>
          <a:ln w="12700">
            <a:solidFill>
              <a:srgbClr val="E76F51"/>
            </a:solidFill>
            <a:prstDash val="solid"/>
          </a:ln>
        </p:spPr>
      </p:sp>
      <p:sp>
        <p:nvSpPr>
          <p:cNvPr id="17" name="Text 15"/>
          <p:cNvSpPr txBox="1"/>
          <p:nvPr/>
        </p:nvSpPr>
        <p:spPr>
          <a:xfrm>
            <a:off x="6202680" y="116128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632448" y="1133856"/>
            <a:ext cx="1944624" cy="329184"/>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Forgetting the window</a:t>
            </a:r>
            <a:endParaRPr lang="en-US" sz="1300" dirty="0"/>
          </a:p>
        </p:txBody>
      </p:sp>
      <p:sp>
        <p:nvSpPr>
          <p:cNvPr id="19" name="Text 17"/>
          <p:cNvSpPr txBox="1"/>
          <p:nvPr/>
        </p:nvSpPr>
        <p:spPr>
          <a:xfrm>
            <a:off x="6202680" y="1499616"/>
            <a:ext cx="2346960" cy="1051560"/>
          </a:xfrm>
          <a:prstGeom prst="rect">
            <a:avLst/>
          </a:prstGeom>
          <a:noFill/>
          <a:ln/>
        </p:spPr>
        <p:txBody>
          <a:bodyPr wrap="square" lIns="0" tIns="0" rIns="0" bIns="0" rtlCol="0" anchor="t"/>
          <a:lstStyle/>
          <a:p>
            <a:pPr indent="0" marL="0">
              <a:buNone/>
            </a:pPr>
            <a:r>
              <a:rPr lang="en-US" sz="1050" dirty="0">
                <a:solidFill>
                  <a:srgbClr val="14213D"/>
                </a:solidFill>
                <a:latin typeface="Calibri" pitchFamily="34" charset="0"/>
                <a:ea typeface="Calibri" pitchFamily="34" charset="-122"/>
                <a:cs typeface="Calibri" pitchFamily="34" charset="-120"/>
              </a:rPr>
              <a:t>A strong carrier's leakage skirts buried the weak signal 3 buckets away. A Hann window would have shown it.</a:t>
            </a:r>
            <a:endParaRPr lang="en-US" sz="1050" dirty="0"/>
          </a:p>
        </p:txBody>
      </p:sp>
      <p:sp>
        <p:nvSpPr>
          <p:cNvPr id="20" name="Shape 18"/>
          <p:cNvSpPr/>
          <p:nvPr/>
        </p:nvSpPr>
        <p:spPr>
          <a:xfrm>
            <a:off x="1859280" y="2807208"/>
            <a:ext cx="2621280" cy="1600200"/>
          </a:xfrm>
          <a:prstGeom prst="roundRect">
            <a:avLst>
              <a:gd name="adj" fmla="val 4571"/>
            </a:avLst>
          </a:prstGeom>
          <a:solidFill>
            <a:srgbClr val="EEF3F8"/>
          </a:solidFill>
          <a:ln w="12700">
            <a:solidFill>
              <a:srgbClr val="EEF3F8"/>
            </a:solidFill>
            <a:prstDash val="solid"/>
          </a:ln>
        </p:spPr>
      </p:sp>
      <p:sp>
        <p:nvSpPr>
          <p:cNvPr id="21" name="Shape 19"/>
          <p:cNvSpPr/>
          <p:nvPr/>
        </p:nvSpPr>
        <p:spPr>
          <a:xfrm>
            <a:off x="1996440" y="2944368"/>
            <a:ext cx="329184" cy="329184"/>
          </a:xfrm>
          <a:prstGeom prst="ellipse">
            <a:avLst/>
          </a:prstGeom>
          <a:solidFill>
            <a:srgbClr val="E76F51"/>
          </a:solidFill>
          <a:ln w="12700">
            <a:solidFill>
              <a:srgbClr val="E76F51"/>
            </a:solidFill>
            <a:prstDash val="solid"/>
          </a:ln>
        </p:spPr>
      </p:sp>
      <p:sp>
        <p:nvSpPr>
          <p:cNvPr id="22" name="Text 20"/>
          <p:cNvSpPr txBox="1"/>
          <p:nvPr/>
        </p:nvSpPr>
        <p:spPr>
          <a:xfrm>
            <a:off x="1996440" y="294436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2426208" y="2916936"/>
            <a:ext cx="1944624" cy="329184"/>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Bucket arithmetic</a:t>
            </a:r>
            <a:endParaRPr lang="en-US" sz="1300" dirty="0"/>
          </a:p>
        </p:txBody>
      </p:sp>
      <p:sp>
        <p:nvSpPr>
          <p:cNvPr id="24" name="Text 22"/>
          <p:cNvSpPr txBox="1"/>
          <p:nvPr/>
        </p:nvSpPr>
        <p:spPr>
          <a:xfrm>
            <a:off x="1996440" y="3282696"/>
            <a:ext cx="2346960" cy="1051560"/>
          </a:xfrm>
          <a:prstGeom prst="rect">
            <a:avLst/>
          </a:prstGeom>
          <a:noFill/>
          <a:ln/>
        </p:spPr>
        <p:txBody>
          <a:bodyPr wrap="square" lIns="0" tIns="0" rIns="0" bIns="0" rtlCol="0" anchor="t"/>
          <a:lstStyle/>
          <a:p>
            <a:pPr indent="0" marL="0">
              <a:buNone/>
            </a:pPr>
            <a:r>
              <a:rPr lang="en-US" sz="1050" dirty="0">
                <a:solidFill>
                  <a:srgbClr val="14213D"/>
                </a:solidFill>
                <a:latin typeface="Calibri" pitchFamily="34" charset="0"/>
                <a:ea typeface="Calibri" pitchFamily="34" charset="-122"/>
                <a:cs typeface="Calibri" pitchFamily="34" charset="-120"/>
              </a:rPr>
              <a:t>Reading bucket 256 as 12.5 MHz because someone used f_s / 2N. Always write Δf = f_s / N first.</a:t>
            </a:r>
            <a:endParaRPr lang="en-US" sz="1050" dirty="0"/>
          </a:p>
        </p:txBody>
      </p:sp>
      <p:sp>
        <p:nvSpPr>
          <p:cNvPr id="25" name="Shape 23"/>
          <p:cNvSpPr/>
          <p:nvPr/>
        </p:nvSpPr>
        <p:spPr>
          <a:xfrm>
            <a:off x="4663440" y="2807208"/>
            <a:ext cx="2621280" cy="1600200"/>
          </a:xfrm>
          <a:prstGeom prst="roundRect">
            <a:avLst>
              <a:gd name="adj" fmla="val 4571"/>
            </a:avLst>
          </a:prstGeom>
          <a:solidFill>
            <a:srgbClr val="EEF3F8"/>
          </a:solidFill>
          <a:ln w="12700">
            <a:solidFill>
              <a:srgbClr val="EEF3F8"/>
            </a:solidFill>
            <a:prstDash val="solid"/>
          </a:ln>
        </p:spPr>
      </p:sp>
      <p:sp>
        <p:nvSpPr>
          <p:cNvPr id="26" name="Shape 24"/>
          <p:cNvSpPr/>
          <p:nvPr/>
        </p:nvSpPr>
        <p:spPr>
          <a:xfrm>
            <a:off x="4800600" y="2944368"/>
            <a:ext cx="329184" cy="329184"/>
          </a:xfrm>
          <a:prstGeom prst="ellipse">
            <a:avLst/>
          </a:prstGeom>
          <a:solidFill>
            <a:srgbClr val="E76F51"/>
          </a:solidFill>
          <a:ln w="12700">
            <a:solidFill>
              <a:srgbClr val="E76F51"/>
            </a:solidFill>
            <a:prstDash val="solid"/>
          </a:ln>
        </p:spPr>
      </p:sp>
      <p:sp>
        <p:nvSpPr>
          <p:cNvPr id="27" name="Text 25"/>
          <p:cNvSpPr txBox="1"/>
          <p:nvPr/>
        </p:nvSpPr>
        <p:spPr>
          <a:xfrm>
            <a:off x="4800600" y="294436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230368" y="2916936"/>
            <a:ext cx="1944624" cy="329184"/>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Ignoring timing wobble</a:t>
            </a:r>
            <a:endParaRPr lang="en-US" sz="1300" dirty="0"/>
          </a:p>
        </p:txBody>
      </p:sp>
      <p:sp>
        <p:nvSpPr>
          <p:cNvPr id="29" name="Text 27"/>
          <p:cNvSpPr txBox="1"/>
          <p:nvPr/>
        </p:nvSpPr>
        <p:spPr>
          <a:xfrm>
            <a:off x="4800600" y="3282696"/>
            <a:ext cx="2346960" cy="1051560"/>
          </a:xfrm>
          <a:prstGeom prst="rect">
            <a:avLst/>
          </a:prstGeom>
          <a:noFill/>
          <a:ln/>
        </p:spPr>
        <p:txBody>
          <a:bodyPr wrap="square" lIns="0" tIns="0" rIns="0" bIns="0" rtlCol="0" anchor="t"/>
          <a:lstStyle/>
          <a:p>
            <a:pPr indent="0" marL="0">
              <a:buNone/>
            </a:pPr>
            <a:r>
              <a:rPr lang="en-US" sz="1050" dirty="0">
                <a:solidFill>
                  <a:srgbClr val="14213D"/>
                </a:solidFill>
                <a:latin typeface="Calibri" pitchFamily="34" charset="0"/>
                <a:ea typeface="Calibri" pitchFamily="34" charset="-122"/>
                <a:cs typeface="Calibri" pitchFamily="34" charset="-120"/>
              </a:rPr>
              <a:t>A "14-bit" ADC delivered 9 bits at a 500 MHz input because the clock was noisy. Check the jitter spec.</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Summary · the slide to photograph</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6675120"/>
              </a:tblGrid>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Signal</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x(t) = A cos(2πft + φ) = I cos ωt − Q sin ωt</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Power</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P(dBm) = 10 log₁₀(P / 1 mW);  noise floor = −174 dBm/Hz + 10 log₁₀(B)</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Sampling</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x[n] = x(nT_s);  f_s &gt; 2 f_max;  disguised frequency = |f − k f_s|</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Quantiser</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step = V_FS / 2ᴺ;  error power = step² / 12</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ADC accuracy</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SNR = 6.02 N + 1.76 dB;  ENOB = (SINAD − 1.76) / 6.02</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Timing wobble</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SNR limit = −20 log₁₀(2π f_in t_j)</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DFT</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X[k] = Σ x[n] e^{−j2πkn/N};  bucket k at k f_s / N;  width f_s / N</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FFT</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X[k] = E[k] + W^k O[k];  (N/2) log₂N butterflies instead of N²</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IFFT</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x[n] = (1/N) Σ X[k] e^{+j2πkn/N}</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r h="310896">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FFT noise floor</a:t>
                      </a:r>
                      <a:endParaRPr lang="en-US" sz="1100" dirty="0">
                        <a:latin typeface="Calibri" charset="0"/>
                        <a:ea typeface="Calibri" charset="0"/>
                        <a:cs typeface="Calibri"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c>
                  <a:txBody>
                    <a:bodyPr/>
                    <a:lstStyle/>
                    <a:p>
                      <a:pPr indent="0" marL="0">
                        <a:buNone/>
                      </a:pPr>
                      <a:r>
                        <a:rPr lang="en-US" sz="1100" dirty="0">
                          <a:solidFill>
                            <a:srgbClr val="FFFFFF"/>
                          </a:solidFill>
                          <a:latin typeface="Cambria" pitchFamily="34" charset="0"/>
                          <a:ea typeface="Cambria" pitchFamily="34" charset="-122"/>
                          <a:cs typeface="Cambria" pitchFamily="34" charset="-120"/>
                        </a:rPr>
                        <a:t>−(6.02 N + 1.76) − 10 log₁₀(N/2) dBFS</a:t>
                      </a:r>
                      <a:endParaRPr lang="en-US" sz="1100" dirty="0">
                        <a:latin typeface="Cambria" charset="0"/>
                        <a:ea typeface="Cambria" charset="0"/>
                        <a:cs typeface="Cambria" charset="0"/>
                      </a:endParaRPr>
                    </a:p>
                  </a:txBody>
                  <a:tcPr marL="45720" marR="45720" marT="45720" marB="45720" anchor="ctr">
                    <a:lnL w="6350" cap="flat" cmpd="sng" algn="ctr">
                      <a:solidFill>
                        <a:srgbClr val="0B1F3A"/>
                      </a:solidFill>
                      <a:prstDash val="solid"/>
                      <a:round/>
                      <a:headEnd type="none" w="med" len="med"/>
                      <a:tailEnd type="none" w="med" len="med"/>
                    </a:lnL>
                    <a:lnR w="6350" cap="flat" cmpd="sng" algn="ctr">
                      <a:solidFill>
                        <a:srgbClr val="0B1F3A"/>
                      </a:solidFill>
                      <a:prstDash val="solid"/>
                      <a:round/>
                      <a:headEnd type="none" w="med" len="med"/>
                      <a:tailEnd type="none" w="med" len="med"/>
                    </a:lnR>
                    <a:lnT w="6350" cap="flat" cmpd="sng" algn="ctr">
                      <a:solidFill>
                        <a:srgbClr val="0B1F3A"/>
                      </a:solidFill>
                      <a:prstDash val="solid"/>
                      <a:round/>
                      <a:headEnd type="none" w="med" len="med"/>
                      <a:tailEnd type="none" w="med" len="med"/>
                    </a:lnT>
                    <a:lnB w="6350" cap="flat" cmpd="sng" algn="ctr">
                      <a:solidFill>
                        <a:srgbClr val="0B1F3A"/>
                      </a:solidFill>
                      <a:prstDash val="solid"/>
                      <a:round/>
                      <a:headEnd type="none" w="med" len="med"/>
                      <a:tailEnd type="none" w="med" len="med"/>
                    </a:lnB>
                    <a:solidFill>
                      <a:srgbClr val="13294B"/>
                    </a:solidFill>
                  </a:tcPr>
                </a:tc>
              </a:tr>
            </a:tbl>
          </a:graphicData>
        </a:graphic>
      </p:graphicFrame>
      <p:sp>
        <p:nvSpPr>
          <p:cNvPr id="4" name="Text 1"/>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Appendix A · RF fundamentals and sampling</a:t>
            </a:r>
            <a:endParaRPr lang="en-US" sz="24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Reference material for the RF engineers · not presented</a:t>
            </a:r>
            <a:endParaRPr lang="en-US" sz="1000" dirty="0"/>
          </a:p>
        </p:txBody>
      </p:sp>
      <p:sp>
        <p:nvSpPr>
          <p:cNvPr id="4" name="Text 2"/>
          <p:cNvSpPr txBox="1"/>
          <p:nvPr/>
        </p:nvSpPr>
        <p:spPr>
          <a:xfrm>
            <a:off x="457200" y="1234440"/>
            <a:ext cx="8229600" cy="3451860"/>
          </a:xfrm>
          <a:prstGeom prst="rect">
            <a:avLst/>
          </a:prstGeom>
          <a:noFill/>
          <a:ln/>
        </p:spPr>
        <p:txBody>
          <a:bodyPr wrap="square" lIns="0" tIns="0" rIns="0" bIns="0" rtlCol="0" anchor="t"/>
          <a:lstStyle/>
          <a:p>
            <a:pPr indent="0" marL="0">
              <a:buNone/>
            </a:pPr>
            <a:r>
              <a:rPr lang="en-US" sz="1050" b="1" dirty="0">
                <a:solidFill>
                  <a:srgbClr val="2EC4B6"/>
                </a:solidFill>
                <a:latin typeface="Calibri" pitchFamily="34" charset="0"/>
                <a:ea typeface="Calibri" pitchFamily="34" charset="-122"/>
                <a:cs typeface="Calibri" pitchFamily="34" charset="-120"/>
              </a:rPr>
              <a:t>An RF signal is a very fast wave.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Real signals are bandpass: a carrier at fc with information spread over a bandwidth B ≪ fc. That separation of scales is what makes downconversion and complex baseband possible.</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Decibels: counting zeros instead of writing them.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Voltage ratios use 20 log₁₀ because power goes as V². That form assumes equal source and load impedance; mixing 10 log (power) and 20 log (voltage) is the most common dB mistake in link budgets.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Putting information on the wave.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I/Q form is the trigonometric expansion of A·cos(ωt + φ) with I = A cos φ and Q = A sin φ. Every modern transceiver implements exactly this equation in hardware: two DACs, two mixers, one 90° phase shifter.</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Why we do not have to measure the fast wave.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Negative frequencies are real in complex baseband: an offset of −1 MHz from fc is a distinct signal from +1 MHz. Image rejection depends on I/Q gain and phase balance: IRR ≈ −10 log₁₀((ε² + Δφ²)/4).</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Noise: the hiss under every signal.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Friis uses linear ratios, not dB. A 3 dB NF LNA with 20 dB gain in front of a 10 dB NF mixer gives F = 2 + (10 − 1)/100 = 2.09 → 3.2 dB. Swap the order and NF jumps to nearly 10 dB.</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Link budget: will the signal arrive?.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FSPL grows 6 dB per doubling of distance and 6 dB per doubling of frequency, which is why mmWave 5G needs beamforming gain to close the same link.</a:t>
            </a:r>
            <a:endParaRPr lang="en-US" sz="1050" dirty="0"/>
          </a:p>
        </p:txBody>
      </p:sp>
      <p:sp>
        <p:nvSpPr>
          <p:cNvPr id="5" name="Text 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Appendix B · Sampling and ADC internals</a:t>
            </a:r>
            <a:endParaRPr lang="en-US" sz="24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Reference material for the RF engineers · not presented</a:t>
            </a:r>
            <a:endParaRPr lang="en-US" sz="1000" dirty="0"/>
          </a:p>
        </p:txBody>
      </p:sp>
      <p:sp>
        <p:nvSpPr>
          <p:cNvPr id="4" name="Text 2"/>
          <p:cNvSpPr txBox="1"/>
          <p:nvPr/>
        </p:nvSpPr>
        <p:spPr>
          <a:xfrm>
            <a:off x="457200" y="1234440"/>
            <a:ext cx="8229600" cy="3451860"/>
          </a:xfrm>
          <a:prstGeom prst="rect">
            <a:avLst/>
          </a:prstGeom>
          <a:noFill/>
          <a:ln/>
        </p:spPr>
        <p:txBody>
          <a:bodyPr wrap="square" lIns="0" tIns="0" rIns="0" bIns="0" rtlCol="0" anchor="t"/>
          <a:lstStyle/>
          <a:p>
            <a:pPr indent="0" marL="0">
              <a:buNone/>
            </a:pPr>
            <a:r>
              <a:rPr lang="en-US" sz="1050" b="1" dirty="0">
                <a:solidFill>
                  <a:srgbClr val="2EC4B6"/>
                </a:solidFill>
                <a:latin typeface="Calibri" pitchFamily="34" charset="0"/>
                <a:ea typeface="Calibri" pitchFamily="34" charset="-122"/>
                <a:cs typeface="Calibri" pitchFamily="34" charset="-120"/>
              </a:rPr>
              <a:t>Sampling: take a reading every T_s seconds.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Mathematically sampling multiplies x(t) by an impulse train; in frequency this convolves X(f) with impulses at multiples of f_s, creating periodic copies. Aliasing is those copies overlapping.</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How often is often enough? Twice the highest frequency.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Aliasing folds the spectrum about f_s/2 like a sheet of paper. Bandpass (under)sampling exploits this deliberately: 2 f_H / n ≤ f_s ≤ 2 f_L / (n − 1) keeps a band [f_L, f_H] clear of the fold points.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The bouncer at the door: the anti-alias filter.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Undersampling an IF (for example a 70 MHz IF at 61.44 MSPS) deliberately aliases the band down to baseband. It works only with a good bandpass filter and a low-jitter clock, because jitter noise scales with the analog input frequency, not with f_s.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Going back: redrawing the wave from the numbers.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sinc kernel is the impulse response of the ideal low-pass filter; the interpolation sum is the convolution of the sample train with that kernel. Zero-order hold contributes sinc(f/f_s) droop, usually pre-compensated digitally.</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Timing wobble: the hidden limit at high frequencies.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Slope error ΔV = (dV/dt) · t_j; for a full-scale sine dV/dt peaks at 2π f A, hence the formula. Clock phase noise integrated over the relevant band gives t_j. At a 1 GHz input, 12-bit performance needs about 100 fs rms jitter.</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The rounding error looks like noise.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uniform, white assumption fails for small or periodic inputs, where the error becomes a deterministic harmonic pattern (spurs). Dither (adding a little noise before the quantiser) randomises the error and restores the model.</a:t>
            </a:r>
            <a:endParaRPr lang="en-US" sz="1050" dirty="0"/>
          </a:p>
        </p:txBody>
      </p:sp>
      <p:sp>
        <p:nvSpPr>
          <p:cNvPr id="5" name="Text 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Appendix C · ADC architectures</a:t>
            </a:r>
            <a:endParaRPr lang="en-US" sz="24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Reference material for the RF engineers · not presented</a:t>
            </a:r>
            <a:endParaRPr lang="en-US" sz="1000" dirty="0"/>
          </a:p>
        </p:txBody>
      </p:sp>
      <p:sp>
        <p:nvSpPr>
          <p:cNvPr id="4" name="Text 2"/>
          <p:cNvSpPr txBox="1"/>
          <p:nvPr/>
        </p:nvSpPr>
        <p:spPr>
          <a:xfrm>
            <a:off x="457200" y="1234440"/>
            <a:ext cx="8229600" cy="3451860"/>
          </a:xfrm>
          <a:prstGeom prst="rect">
            <a:avLst/>
          </a:prstGeom>
          <a:noFill/>
          <a:ln/>
        </p:spPr>
        <p:txBody>
          <a:bodyPr wrap="square" lIns="0" tIns="0" rIns="0" bIns="0" rtlCol="0" anchor="t"/>
          <a:lstStyle/>
          <a:p>
            <a:pPr indent="0" marL="0">
              <a:buNone/>
            </a:pPr>
            <a:r>
              <a:rPr lang="en-US" sz="1050" b="1" dirty="0">
                <a:solidFill>
                  <a:srgbClr val="2EC4B6"/>
                </a:solidFill>
                <a:latin typeface="Calibri" pitchFamily="34" charset="0"/>
                <a:ea typeface="Calibri" pitchFamily="34" charset="-122"/>
                <a:cs typeface="Calibri" pitchFamily="34" charset="-120"/>
              </a:rPr>
              <a:t>Flash ADC: ask every question at once.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Comparator offset must be below LSB/2, which is why practical flash converters stop at 6 to 8 bits. Interpolating and folding architectures reduce the comparator count; time-interleaving many slower ADCs is the other route to GSPS.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SAR ADC: the guessing game, one bit per tick.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Modern SAR ADCs use a binary-weighted capacitor DAC with charge redistribution; the sampling capacitor is the DAC, so there is no separate sample-and-hold. Asynchronous SAR and time-interleaving push SAR past 1 GSPS at 10 to 12 bits. Pipeline ADCs chain several coarse stages, each passing its residue on, trading latency for speed and resolution.</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Sigma-delta ADC: many rough guesses, averaged.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noise transfer function of a first-order loop is (1 − z⁻¹); in-band noise falls 9 dB per octave of OSR, (6L + 3) dB for an L-th order loop. Chart: flat quantisation noise versus first- and second-order shaped noise.</a:t>
            </a:r>
            <a:endParaRPr lang="en-US" sz="1050" dirty="0"/>
          </a:p>
        </p:txBody>
      </p:sp>
      <p:sp>
        <p:nvSpPr>
          <p:cNvPr id="5" name="Text 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Appendix D · DFT and FFT</a:t>
            </a:r>
            <a:endParaRPr lang="en-US" sz="24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Reference material for the RF engineers · not presented</a:t>
            </a:r>
            <a:endParaRPr lang="en-US" sz="1000" dirty="0"/>
          </a:p>
        </p:txBody>
      </p:sp>
      <p:sp>
        <p:nvSpPr>
          <p:cNvPr id="4" name="Text 2"/>
          <p:cNvSpPr txBox="1"/>
          <p:nvPr/>
        </p:nvSpPr>
        <p:spPr>
          <a:xfrm>
            <a:off x="457200" y="1234440"/>
            <a:ext cx="8229600" cy="3451860"/>
          </a:xfrm>
          <a:prstGeom prst="rect">
            <a:avLst/>
          </a:prstGeom>
          <a:noFill/>
          <a:ln/>
        </p:spPr>
        <p:txBody>
          <a:bodyPr wrap="square" lIns="0" tIns="0" rIns="0" bIns="0" rtlCol="0" anchor="t"/>
          <a:lstStyle/>
          <a:p>
            <a:pPr indent="0" marL="0">
              <a:buNone/>
            </a:pPr>
            <a:r>
              <a:rPr lang="en-US" sz="1050" b="1" dirty="0">
                <a:solidFill>
                  <a:srgbClr val="2EC4B6"/>
                </a:solidFill>
                <a:latin typeface="Calibri" pitchFamily="34" charset="0"/>
                <a:ea typeface="Calibri" pitchFamily="34" charset="-122"/>
                <a:cs typeface="Calibri" pitchFamily="34" charset="-120"/>
              </a:rPr>
              <a:t>Why look at frequencies at all?.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FFT concentrates a tone into one bin while spreading white noise over N bins: processing gain 10 log₁₀(N/2), about 21 dB for N = 256.</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One idea, three versions.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DFT implicitly assumes x[n] is periodic with period N; that assumption is where spectral leakage comes from.</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The DFT: what k, n and N mean.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Resolution Δf depends on record length N·T_s = N/f_s only. Zero-padding interpolates the plot but does not improve resolution; only a longer record does.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What the DFT actually does: compare with test waves.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Orthogonality: Σₙ W_N^{(k−m)n} = N·δ[k−m]. This geometric-series identity is the reason each bin measures its own frequency without interference and why the inverse needs only a 1/N scale factor.</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The FFT: same answer, far less work.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Radix-4 and split-radix reduce multiplies further; real-input FFTs halve the work again by packing two real signals into one complex FFT. Fixed-point implementations need scaling at each stage (bit growth of 1 bit per stage).</a:t>
            </a:r>
            <a:endParaRPr lang="en-US" sz="1050" dirty="0"/>
          </a:p>
        </p:txBody>
      </p:sp>
      <p:sp>
        <p:nvSpPr>
          <p:cNvPr id="5" name="Text 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Appendix E · FFT in practice and OFDM</a:t>
            </a:r>
            <a:endParaRPr lang="en-US" sz="24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Reference material for the RF engineers · not presented</a:t>
            </a:r>
            <a:endParaRPr lang="en-US" sz="1000" dirty="0"/>
          </a:p>
        </p:txBody>
      </p:sp>
      <p:sp>
        <p:nvSpPr>
          <p:cNvPr id="4" name="Text 2"/>
          <p:cNvSpPr txBox="1"/>
          <p:nvPr/>
        </p:nvSpPr>
        <p:spPr>
          <a:xfrm>
            <a:off x="457200" y="1234440"/>
            <a:ext cx="8229600" cy="3451860"/>
          </a:xfrm>
          <a:prstGeom prst="rect">
            <a:avLst/>
          </a:prstGeom>
          <a:noFill/>
          <a:ln/>
        </p:spPr>
        <p:txBody>
          <a:bodyPr wrap="square" lIns="0" tIns="0" rIns="0" bIns="0" rtlCol="0" anchor="t"/>
          <a:lstStyle/>
          <a:p>
            <a:pPr indent="0" marL="0">
              <a:buNone/>
            </a:pPr>
            <a:r>
              <a:rPr lang="en-US" sz="1050" b="1" dirty="0">
                <a:solidFill>
                  <a:srgbClr val="2EC4B6"/>
                </a:solidFill>
                <a:latin typeface="Calibri" pitchFamily="34" charset="0"/>
                <a:ea typeface="Calibri" pitchFamily="34" charset="-122"/>
                <a:cs typeface="Calibri" pitchFamily="34" charset="-120"/>
              </a:rPr>
              <a:t>An 8-point FFT, step by step.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Decimation-in-frequency does the mirror image (natural-order in, bit-reversed out). Hardware FFTs often pipeline one stage per clock.</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Windowing: fixing the seam.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Choose the window for the job: Hann for general use, flat-top for amplitude accuracy, Blackman–Harris for dynamic range (−92 dB sidelobes), Kaiser for a tunable trade-off. Correct coherent gain and equivalent noise bandwidth when reading absolute levels.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IFFT: from frequencies back to readings.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Fast convolution: y = IFFT(FFT(x) · FFT(h)) is circular convolution; overlap-add or overlap-save with zero padding makes it linear. It beats direct convolution for filter lengths above roughly 64 taps.</a:t>
            </a:r>
            <a:endParaRPr lang="en-US" sz="1050" dirty="0"/>
          </a:p>
          <a:p>
            <a:pPr indent="0" marL="0">
              <a:buNone/>
            </a:pPr>
            <a:r>
              <a:rPr lang="en-US" sz="1050" b="1" dirty="0">
                <a:solidFill>
                  <a:srgbClr val="2EC4B6"/>
                </a:solidFill>
                <a:latin typeface="Calibri" pitchFamily="34" charset="0"/>
                <a:ea typeface="Calibri" pitchFamily="34" charset="-122"/>
                <a:cs typeface="Calibri" pitchFamily="34" charset="-120"/>
              </a:rPr>
              <a:t>Where the FFT lives: Wi-Fi, LTE and 5G.  </a:t>
            </a:r>
            <a:pPr indent="0" marL="0">
              <a:spcAft>
                <a:spcPts val="600"/>
              </a:spcAft>
              <a:buNone/>
            </a:pPr>
            <a:r>
              <a:rPr lang="en-US" sz="1050" dirty="0">
                <a:solidFill>
                  <a:srgbClr val="D7DEE8"/>
                </a:solidFill>
                <a:latin typeface="Calibri" pitchFamily="34" charset="0"/>
                <a:ea typeface="Calibri" pitchFamily="34" charset="-122"/>
                <a:cs typeface="Calibri" pitchFamily="34" charset="-120"/>
              </a:rPr>
              <a:t>The cyclic prefix turns the channel's linear convolution into a circular one, so a multipath channel becomes a single complex gain per subcarrier: one-tap equalisation. That is the entire reason OFDM won. 5G NR uses up to 4096-point FFTs. Spectrum analysers and radar range-Doppler maps are the other big FFT users.</a:t>
            </a:r>
            <a:endParaRPr lang="en-US" sz="1050" dirty="0"/>
          </a:p>
        </p:txBody>
      </p:sp>
      <p:sp>
        <p:nvSpPr>
          <p:cNvPr id="5" name="Text 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82296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Questions?</a:t>
            </a:r>
            <a:endParaRPr lang="en-US" sz="4800" dirty="0"/>
          </a:p>
        </p:txBody>
      </p:sp>
      <p:sp>
        <p:nvSpPr>
          <p:cNvPr id="3" name="Text 1"/>
          <p:cNvSpPr txBox="1"/>
          <p:nvPr/>
        </p:nvSpPr>
        <p:spPr>
          <a:xfrm>
            <a:off x="457200" y="2011680"/>
            <a:ext cx="4572000" cy="320040"/>
          </a:xfrm>
          <a:prstGeom prst="rect">
            <a:avLst/>
          </a:prstGeom>
          <a:noFill/>
          <a:ln/>
        </p:spPr>
        <p:txBody>
          <a:bodyPr wrap="square" lIns="0" tIns="0" rIns="0" bIns="0" rtlCol="0" anchor="ctr"/>
          <a:lstStyle/>
          <a:p>
            <a:pPr indent="0" marL="0">
              <a:buNone/>
            </a:pPr>
            <a:r>
              <a:rPr lang="en-US" sz="1200" b="1" dirty="0">
                <a:solidFill>
                  <a:srgbClr val="2EC4B6"/>
                </a:solidFill>
                <a:latin typeface="Calibri" pitchFamily="34" charset="0"/>
                <a:ea typeface="Calibri" pitchFamily="34" charset="-122"/>
                <a:cs typeface="Calibri" pitchFamily="34" charset="-120"/>
              </a:rPr>
              <a:t>Further reading</a:t>
            </a:r>
            <a:endParaRPr lang="en-US" sz="1200" dirty="0"/>
          </a:p>
        </p:txBody>
      </p:sp>
      <p:sp>
        <p:nvSpPr>
          <p:cNvPr id="4" name="Text 2"/>
          <p:cNvSpPr txBox="1"/>
          <p:nvPr/>
        </p:nvSpPr>
        <p:spPr>
          <a:xfrm>
            <a:off x="457200" y="2377440"/>
            <a:ext cx="822960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D7DEE8"/>
                </a:solidFill>
                <a:latin typeface="Calibri" pitchFamily="34" charset="0"/>
                <a:ea typeface="Calibri" pitchFamily="34" charset="-122"/>
                <a:cs typeface="Calibri" pitchFamily="34" charset="-120"/>
              </a:rPr>
              <a:t>R. G. Lyons, Understanding Digital Signal Processing, 3rd ed. (start here if you are new)</a:t>
            </a:r>
            <a:endParaRPr lang="en-US" sz="1200" dirty="0"/>
          </a:p>
          <a:p>
            <a:pPr marL="342900" indent="-342900">
              <a:spcAft>
                <a:spcPts val="400"/>
              </a:spcAft>
              <a:buSzPct val="100000"/>
              <a:buChar char="•"/>
            </a:pPr>
            <a:r>
              <a:rPr lang="en-US" sz="1200" dirty="0">
                <a:solidFill>
                  <a:srgbClr val="D7DEE8"/>
                </a:solidFill>
                <a:latin typeface="Calibri" pitchFamily="34" charset="0"/>
                <a:ea typeface="Calibri" pitchFamily="34" charset="-122"/>
                <a:cs typeface="Calibri" pitchFamily="34" charset="-120"/>
              </a:rPr>
              <a:t>A. V. Oppenheim, R. W. Schafer, Discrete-Time Signal Processing, 3rd ed.</a:t>
            </a:r>
            <a:endParaRPr lang="en-US" sz="1200" dirty="0"/>
          </a:p>
          <a:p>
            <a:pPr marL="342900" indent="-342900">
              <a:spcAft>
                <a:spcPts val="400"/>
              </a:spcAft>
              <a:buSzPct val="100000"/>
              <a:buChar char="•"/>
            </a:pPr>
            <a:r>
              <a:rPr lang="en-US" sz="1200" dirty="0">
                <a:solidFill>
                  <a:srgbClr val="D7DEE8"/>
                </a:solidFill>
                <a:latin typeface="Calibri" pitchFamily="34" charset="0"/>
                <a:ea typeface="Calibri" pitchFamily="34" charset="-122"/>
                <a:cs typeface="Calibri" pitchFamily="34" charset="-120"/>
              </a:rPr>
              <a:t>W. Kester (ed.), The Data Conversion Handbook, Analog Devices (everything about ADCs)</a:t>
            </a:r>
            <a:endParaRPr lang="en-US" sz="1200" dirty="0"/>
          </a:p>
          <a:p>
            <a:pPr marL="342900" indent="-342900">
              <a:spcAft>
                <a:spcPts val="400"/>
              </a:spcAft>
              <a:buSzPct val="100000"/>
              <a:buChar char="•"/>
            </a:pPr>
            <a:r>
              <a:rPr lang="en-US" sz="1200" dirty="0">
                <a:solidFill>
                  <a:srgbClr val="D7DEE8"/>
                </a:solidFill>
                <a:latin typeface="Calibri" pitchFamily="34" charset="0"/>
                <a:ea typeface="Calibri" pitchFamily="34" charset="-122"/>
                <a:cs typeface="Calibri" pitchFamily="34" charset="-120"/>
              </a:rPr>
              <a:t>B. Razavi, RF Microelectronics, 2nd ed.</a:t>
            </a:r>
            <a:endParaRPr lang="en-US" sz="1200" dirty="0"/>
          </a:p>
          <a:p>
            <a:pPr marL="342900" indent="-342900">
              <a:spcAft>
                <a:spcPts val="400"/>
              </a:spcAft>
              <a:buSzPct val="100000"/>
              <a:buChar char="•"/>
            </a:pPr>
            <a:r>
              <a:rPr lang="en-US" sz="1200" dirty="0">
                <a:solidFill>
                  <a:srgbClr val="D7DEE8"/>
                </a:solidFill>
                <a:latin typeface="Calibri" pitchFamily="34" charset="0"/>
                <a:ea typeface="Calibri" pitchFamily="34" charset="-122"/>
                <a:cs typeface="Calibri" pitchFamily="34" charset="-120"/>
              </a:rPr>
              <a:t>J. W. Cooley, J. W. Tukey, "An algorithm for the machine calculation of complex Fourier series", 1965</a:t>
            </a:r>
            <a:endParaRPr lang="en-US" sz="1200" dirty="0"/>
          </a:p>
        </p:txBody>
      </p:sp>
      <p:sp>
        <p:nvSpPr>
          <p:cNvPr id="5" name="Text 3"/>
          <p:cNvSpPr txBox="1"/>
          <p:nvPr/>
        </p:nvSpPr>
        <p:spPr>
          <a:xfrm>
            <a:off x="7772400" y="4796028"/>
            <a:ext cx="91440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RF_Signal_Processing_Equations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RF Signal Processing: how a radio wave becomes numbers</dc:title>
  <dc:subject>RF signal processing presentation</dc:subject>
  <dc:creator>PptxGenJS</dc:creator>
  <cp:lastModifiedBy>PptxGenJS</cp:lastModifiedBy>
  <cp:revision>1</cp:revision>
  <dcterms:created xsi:type="dcterms:W3CDTF">2026-09-03T11:58:53Z</dcterms:created>
  <dcterms:modified xsi:type="dcterms:W3CDTF">2026-09-03T11:58:53Z</dcterms:modified>
</cp:coreProperties>
</file>